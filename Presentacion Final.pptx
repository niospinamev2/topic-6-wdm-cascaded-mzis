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8" r:id="rId2"/>
  </p:sldMasterIdLst>
  <p:notesMasterIdLst>
    <p:notesMasterId r:id="rId24"/>
  </p:notesMasterIdLst>
  <p:handoutMasterIdLst>
    <p:handoutMasterId r:id="rId25"/>
  </p:handoutMasterIdLst>
  <p:sldIdLst>
    <p:sldId id="258" r:id="rId3"/>
    <p:sldId id="499" r:id="rId4"/>
    <p:sldId id="575" r:id="rId5"/>
    <p:sldId id="581" r:id="rId6"/>
    <p:sldId id="580" r:id="rId7"/>
    <p:sldId id="582" r:id="rId8"/>
    <p:sldId id="579" r:id="rId9"/>
    <p:sldId id="584" r:id="rId10"/>
    <p:sldId id="576" r:id="rId11"/>
    <p:sldId id="574" r:id="rId12"/>
    <p:sldId id="570" r:id="rId13"/>
    <p:sldId id="577" r:id="rId14"/>
    <p:sldId id="585" r:id="rId15"/>
    <p:sldId id="578" r:id="rId16"/>
    <p:sldId id="571" r:id="rId17"/>
    <p:sldId id="583" r:id="rId18"/>
    <p:sldId id="572" r:id="rId19"/>
    <p:sldId id="569" r:id="rId20"/>
    <p:sldId id="586" r:id="rId21"/>
    <p:sldId id="573" r:id="rId22"/>
    <p:sldId id="568" r:id="rId2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BEF7"/>
    <a:srgbClr val="9E4B00"/>
    <a:srgbClr val="FF963A"/>
    <a:srgbClr val="00682F"/>
    <a:srgbClr val="CEEAB0"/>
    <a:srgbClr val="E9558F"/>
    <a:srgbClr val="FBE5D6"/>
    <a:srgbClr val="F5C9EC"/>
    <a:srgbClr val="FFFFFF"/>
    <a:srgbClr val="438A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BFBB63-DB30-4E3E-9050-CCF1F32B9241}" v="104" dt="2026-05-06T03:59:40.2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ás Ospina Mendivelso" userId="c12e27cc-d421-4608-8b81-7792adb243ec" providerId="ADAL" clId="{4CBB41AE-2C0F-45CA-A384-2858087C8D1E}"/>
    <pc:docChg chg="undo redo custSel addSld delSld modSld sldOrd">
      <pc:chgData name="Nicolás Ospina Mendivelso" userId="c12e27cc-d421-4608-8b81-7792adb243ec" providerId="ADAL" clId="{4CBB41AE-2C0F-45CA-A384-2858087C8D1E}" dt="2026-05-06T04:00:04.946" v="722" actId="1076"/>
      <pc:docMkLst>
        <pc:docMk/>
      </pc:docMkLst>
      <pc:sldChg chg="modSp mod">
        <pc:chgData name="Nicolás Ospina Mendivelso" userId="c12e27cc-d421-4608-8b81-7792adb243ec" providerId="ADAL" clId="{4CBB41AE-2C0F-45CA-A384-2858087C8D1E}" dt="2026-05-05T16:30:25.967" v="209" actId="14100"/>
        <pc:sldMkLst>
          <pc:docMk/>
          <pc:sldMk cId="532000601" sldId="258"/>
        </pc:sldMkLst>
        <pc:spChg chg="mod">
          <ac:chgData name="Nicolás Ospina Mendivelso" userId="c12e27cc-d421-4608-8b81-7792adb243ec" providerId="ADAL" clId="{4CBB41AE-2C0F-45CA-A384-2858087C8D1E}" dt="2026-05-05T16:23:39.215" v="188" actId="1076"/>
          <ac:spMkLst>
            <pc:docMk/>
            <pc:sldMk cId="532000601" sldId="258"/>
            <ac:spMk id="4" creationId="{6A375502-658D-82B0-9DD5-1B6B9C9D9254}"/>
          </ac:spMkLst>
        </pc:spChg>
        <pc:spChg chg="mod">
          <ac:chgData name="Nicolás Ospina Mendivelso" userId="c12e27cc-d421-4608-8b81-7792adb243ec" providerId="ADAL" clId="{4CBB41AE-2C0F-45CA-A384-2858087C8D1E}" dt="2026-05-05T16:30:25.967" v="209" actId="14100"/>
          <ac:spMkLst>
            <pc:docMk/>
            <pc:sldMk cId="532000601" sldId="258"/>
            <ac:spMk id="5" creationId="{8FD7B152-8575-8492-6AA6-1335D1453210}"/>
          </ac:spMkLst>
        </pc:spChg>
      </pc:sldChg>
      <pc:sldChg chg="modSp mod">
        <pc:chgData name="Nicolás Ospina Mendivelso" userId="c12e27cc-d421-4608-8b81-7792adb243ec" providerId="ADAL" clId="{4CBB41AE-2C0F-45CA-A384-2858087C8D1E}" dt="2026-05-06T04:00:04.946" v="722" actId="1076"/>
        <pc:sldMkLst>
          <pc:docMk/>
          <pc:sldMk cId="3336049292" sldId="499"/>
        </pc:sldMkLst>
        <pc:spChg chg="mod">
          <ac:chgData name="Nicolás Ospina Mendivelso" userId="c12e27cc-d421-4608-8b81-7792adb243ec" providerId="ADAL" clId="{4CBB41AE-2C0F-45CA-A384-2858087C8D1E}" dt="2026-05-06T04:00:04.946" v="722" actId="1076"/>
          <ac:spMkLst>
            <pc:docMk/>
            <pc:sldMk cId="3336049292" sldId="499"/>
            <ac:spMk id="8" creationId="{FBB7BDEF-65E9-BF30-7DFC-CB56626AA67F}"/>
          </ac:spMkLst>
        </pc:spChg>
      </pc:sldChg>
      <pc:sldChg chg="addSp modSp mod ord">
        <pc:chgData name="Nicolás Ospina Mendivelso" userId="c12e27cc-d421-4608-8b81-7792adb243ec" providerId="ADAL" clId="{4CBB41AE-2C0F-45CA-A384-2858087C8D1E}" dt="2026-05-06T02:53:39.056" v="286" actId="1076"/>
        <pc:sldMkLst>
          <pc:docMk/>
          <pc:sldMk cId="1435556314" sldId="570"/>
        </pc:sldMkLst>
        <pc:spChg chg="add mod">
          <ac:chgData name="Nicolás Ospina Mendivelso" userId="c12e27cc-d421-4608-8b81-7792adb243ec" providerId="ADAL" clId="{4CBB41AE-2C0F-45CA-A384-2858087C8D1E}" dt="2026-05-06T02:52:05.236" v="271" actId="1076"/>
          <ac:spMkLst>
            <pc:docMk/>
            <pc:sldMk cId="1435556314" sldId="570"/>
            <ac:spMk id="68" creationId="{0F4B6483-45E6-F8F0-3921-20CDD97C27D0}"/>
          </ac:spMkLst>
        </pc:spChg>
        <pc:spChg chg="add mod">
          <ac:chgData name="Nicolás Ospina Mendivelso" userId="c12e27cc-d421-4608-8b81-7792adb243ec" providerId="ADAL" clId="{4CBB41AE-2C0F-45CA-A384-2858087C8D1E}" dt="2026-05-06T02:52:05.236" v="271" actId="1076"/>
          <ac:spMkLst>
            <pc:docMk/>
            <pc:sldMk cId="1435556314" sldId="570"/>
            <ac:spMk id="69" creationId="{B442ABC9-7D52-4D3A-9154-42DB92752DBA}"/>
          </ac:spMkLst>
        </pc:spChg>
        <pc:spChg chg="add mod">
          <ac:chgData name="Nicolás Ospina Mendivelso" userId="c12e27cc-d421-4608-8b81-7792adb243ec" providerId="ADAL" clId="{4CBB41AE-2C0F-45CA-A384-2858087C8D1E}" dt="2026-05-06T02:52:00.887" v="270" actId="1076"/>
          <ac:spMkLst>
            <pc:docMk/>
            <pc:sldMk cId="1435556314" sldId="570"/>
            <ac:spMk id="70" creationId="{ACA54A49-B6F3-7794-F1C8-954CBC797547}"/>
          </ac:spMkLst>
        </pc:spChg>
        <pc:spChg chg="add mod">
          <ac:chgData name="Nicolás Ospina Mendivelso" userId="c12e27cc-d421-4608-8b81-7792adb243ec" providerId="ADAL" clId="{4CBB41AE-2C0F-45CA-A384-2858087C8D1E}" dt="2026-05-06T02:52:00.887" v="270" actId="1076"/>
          <ac:spMkLst>
            <pc:docMk/>
            <pc:sldMk cId="1435556314" sldId="570"/>
            <ac:spMk id="71" creationId="{7972E8EA-0770-ED53-3ABE-1DBE6C40841E}"/>
          </ac:spMkLst>
        </pc:spChg>
        <pc:spChg chg="add mod">
          <ac:chgData name="Nicolás Ospina Mendivelso" userId="c12e27cc-d421-4608-8b81-7792adb243ec" providerId="ADAL" clId="{4CBB41AE-2C0F-45CA-A384-2858087C8D1E}" dt="2026-05-06T02:52:48.464" v="281" actId="164"/>
          <ac:spMkLst>
            <pc:docMk/>
            <pc:sldMk cId="1435556314" sldId="570"/>
            <ac:spMk id="73" creationId="{2BD0F8BC-BCEC-2302-C9AE-30F07259BDEA}"/>
          </ac:spMkLst>
        </pc:spChg>
        <pc:spChg chg="add mod ord">
          <ac:chgData name="Nicolás Ospina Mendivelso" userId="c12e27cc-d421-4608-8b81-7792adb243ec" providerId="ADAL" clId="{4CBB41AE-2C0F-45CA-A384-2858087C8D1E}" dt="2026-05-06T02:52:48.464" v="281" actId="164"/>
          <ac:spMkLst>
            <pc:docMk/>
            <pc:sldMk cId="1435556314" sldId="570"/>
            <ac:spMk id="75" creationId="{EB93FC07-9812-C910-7853-2918C255BFBA}"/>
          </ac:spMkLst>
        </pc:spChg>
        <pc:spChg chg="add mod">
          <ac:chgData name="Nicolás Ospina Mendivelso" userId="c12e27cc-d421-4608-8b81-7792adb243ec" providerId="ADAL" clId="{4CBB41AE-2C0F-45CA-A384-2858087C8D1E}" dt="2026-05-06T02:53:39.056" v="286" actId="1076"/>
          <ac:spMkLst>
            <pc:docMk/>
            <pc:sldMk cId="1435556314" sldId="570"/>
            <ac:spMk id="78" creationId="{9E125173-7716-8DDD-B1A1-6189897509AA}"/>
          </ac:spMkLst>
        </pc:spChg>
        <pc:spChg chg="add mod">
          <ac:chgData name="Nicolás Ospina Mendivelso" userId="c12e27cc-d421-4608-8b81-7792adb243ec" providerId="ADAL" clId="{4CBB41AE-2C0F-45CA-A384-2858087C8D1E}" dt="2026-05-06T02:53:39.056" v="286" actId="1076"/>
          <ac:spMkLst>
            <pc:docMk/>
            <pc:sldMk cId="1435556314" sldId="570"/>
            <ac:spMk id="80" creationId="{A52DF07A-4F00-0BB2-A997-8B29A93B8A67}"/>
          </ac:spMkLst>
        </pc:spChg>
        <pc:grpChg chg="add mod">
          <ac:chgData name="Nicolás Ospina Mendivelso" userId="c12e27cc-d421-4608-8b81-7792adb243ec" providerId="ADAL" clId="{4CBB41AE-2C0F-45CA-A384-2858087C8D1E}" dt="2026-05-06T02:52:56.395" v="282" actId="1076"/>
          <ac:grpSpMkLst>
            <pc:docMk/>
            <pc:sldMk cId="1435556314" sldId="570"/>
            <ac:grpSpMk id="77" creationId="{4B6FD990-F72C-75A4-9702-548006334AFB}"/>
          </ac:grpSpMkLst>
        </pc:grpChg>
        <pc:grpChg chg="mod">
          <ac:chgData name="Nicolás Ospina Mendivelso" userId="c12e27cc-d421-4608-8b81-7792adb243ec" providerId="ADAL" clId="{4CBB41AE-2C0F-45CA-A384-2858087C8D1E}" dt="2026-05-06T02:53:32.985" v="285" actId="1076"/>
          <ac:grpSpMkLst>
            <pc:docMk/>
            <pc:sldMk cId="1435556314" sldId="570"/>
            <ac:grpSpMk id="86" creationId="{B1364461-248F-28DB-46DB-5B69EB05E8AD}"/>
          </ac:grpSpMkLst>
        </pc:grpChg>
        <pc:cxnChg chg="mod">
          <ac:chgData name="Nicolás Ospina Mendivelso" userId="c12e27cc-d421-4608-8b81-7792adb243ec" providerId="ADAL" clId="{4CBB41AE-2C0F-45CA-A384-2858087C8D1E}" dt="2026-05-06T02:53:32.985" v="285" actId="1076"/>
          <ac:cxnSpMkLst>
            <pc:docMk/>
            <pc:sldMk cId="1435556314" sldId="570"/>
            <ac:cxnSpMk id="87" creationId="{A6B62395-27D5-D065-D91D-C64E0D7324C1}"/>
          </ac:cxnSpMkLst>
        </pc:cxnChg>
        <pc:cxnChg chg="mod">
          <ac:chgData name="Nicolás Ospina Mendivelso" userId="c12e27cc-d421-4608-8b81-7792adb243ec" providerId="ADAL" clId="{4CBB41AE-2C0F-45CA-A384-2858087C8D1E}" dt="2026-05-06T02:53:32.985" v="285" actId="1076"/>
          <ac:cxnSpMkLst>
            <pc:docMk/>
            <pc:sldMk cId="1435556314" sldId="570"/>
            <ac:cxnSpMk id="91" creationId="{56D7638C-3E2C-DD41-8ABB-65CCA790AFCB}"/>
          </ac:cxnSpMkLst>
        </pc:cxnChg>
        <pc:cxnChg chg="mod">
          <ac:chgData name="Nicolás Ospina Mendivelso" userId="c12e27cc-d421-4608-8b81-7792adb243ec" providerId="ADAL" clId="{4CBB41AE-2C0F-45CA-A384-2858087C8D1E}" dt="2026-05-06T02:53:32.985" v="285" actId="1076"/>
          <ac:cxnSpMkLst>
            <pc:docMk/>
            <pc:sldMk cId="1435556314" sldId="570"/>
            <ac:cxnSpMk id="95" creationId="{930B44D9-1A57-ACB8-599F-829039F18D1E}"/>
          </ac:cxnSpMkLst>
        </pc:cxnChg>
        <pc:cxnChg chg="mod">
          <ac:chgData name="Nicolás Ospina Mendivelso" userId="c12e27cc-d421-4608-8b81-7792adb243ec" providerId="ADAL" clId="{4CBB41AE-2C0F-45CA-A384-2858087C8D1E}" dt="2026-05-06T02:53:32.985" v="285" actId="1076"/>
          <ac:cxnSpMkLst>
            <pc:docMk/>
            <pc:sldMk cId="1435556314" sldId="570"/>
            <ac:cxnSpMk id="107" creationId="{2B133BB5-9DAC-CCAC-B0DD-EB6AF8FE1AFC}"/>
          </ac:cxnSpMkLst>
        </pc:cxnChg>
      </pc:sldChg>
      <pc:sldChg chg="addSp delSp modSp add del mod">
        <pc:chgData name="Nicolás Ospina Mendivelso" userId="c12e27cc-d421-4608-8b81-7792adb243ec" providerId="ADAL" clId="{4CBB41AE-2C0F-45CA-A384-2858087C8D1E}" dt="2026-05-06T03:56:08.531" v="692" actId="12"/>
        <pc:sldMkLst>
          <pc:docMk/>
          <pc:sldMk cId="3499037616" sldId="573"/>
        </pc:sldMkLst>
        <pc:spChg chg="del mod">
          <ac:chgData name="Nicolás Ospina Mendivelso" userId="c12e27cc-d421-4608-8b81-7792adb243ec" providerId="ADAL" clId="{4CBB41AE-2C0F-45CA-A384-2858087C8D1E}" dt="2026-05-06T03:55:59.492" v="689" actId="478"/>
          <ac:spMkLst>
            <pc:docMk/>
            <pc:sldMk cId="3499037616" sldId="573"/>
            <ac:spMk id="2" creationId="{FEEB475C-828B-FDA4-C78D-D57CD86CC7A5}"/>
          </ac:spMkLst>
        </pc:spChg>
        <pc:spChg chg="add mod">
          <ac:chgData name="Nicolás Ospina Mendivelso" userId="c12e27cc-d421-4608-8b81-7792adb243ec" providerId="ADAL" clId="{4CBB41AE-2C0F-45CA-A384-2858087C8D1E}" dt="2026-05-06T03:56:08.531" v="692" actId="12"/>
          <ac:spMkLst>
            <pc:docMk/>
            <pc:sldMk cId="3499037616" sldId="573"/>
            <ac:spMk id="5" creationId="{4A5754DA-D16E-AFA8-AF36-108A005B9101}"/>
          </ac:spMkLst>
        </pc:spChg>
      </pc:sldChg>
      <pc:sldChg chg="addSp modSp mod ord">
        <pc:chgData name="Nicolás Ospina Mendivelso" userId="c12e27cc-d421-4608-8b81-7792adb243ec" providerId="ADAL" clId="{4CBB41AE-2C0F-45CA-A384-2858087C8D1E}" dt="2026-05-06T02:49:27.989" v="250"/>
        <pc:sldMkLst>
          <pc:docMk/>
          <pc:sldMk cId="620919735" sldId="574"/>
        </pc:sldMkLst>
        <pc:spChg chg="add mod">
          <ac:chgData name="Nicolás Ospina Mendivelso" userId="c12e27cc-d421-4608-8b81-7792adb243ec" providerId="ADAL" clId="{4CBB41AE-2C0F-45CA-A384-2858087C8D1E}" dt="2026-05-05T16:13:45.770" v="150" actId="1037"/>
          <ac:spMkLst>
            <pc:docMk/>
            <pc:sldMk cId="620919735" sldId="574"/>
            <ac:spMk id="6" creationId="{B58E92A2-3418-6D30-3C4D-5327A1A430C1}"/>
          </ac:spMkLst>
        </pc:spChg>
        <pc:spChg chg="add mod">
          <ac:chgData name="Nicolás Ospina Mendivelso" userId="c12e27cc-d421-4608-8b81-7792adb243ec" providerId="ADAL" clId="{4CBB41AE-2C0F-45CA-A384-2858087C8D1E}" dt="2026-05-05T16:13:32.720" v="146" actId="1037"/>
          <ac:spMkLst>
            <pc:docMk/>
            <pc:sldMk cId="620919735" sldId="574"/>
            <ac:spMk id="8" creationId="{B0C6E913-2921-E5EC-089E-259A25E606C1}"/>
          </ac:spMkLst>
        </pc:spChg>
        <pc:spChg chg="add mod">
          <ac:chgData name="Nicolás Ospina Mendivelso" userId="c12e27cc-d421-4608-8b81-7792adb243ec" providerId="ADAL" clId="{4CBB41AE-2C0F-45CA-A384-2858087C8D1E}" dt="2026-05-05T16:13:25.354" v="142" actId="12789"/>
          <ac:spMkLst>
            <pc:docMk/>
            <pc:sldMk cId="620919735" sldId="574"/>
            <ac:spMk id="9" creationId="{3898AD40-AE22-987A-6754-5A1FBD7969F6}"/>
          </ac:spMkLst>
        </pc:spChg>
        <pc:spChg chg="add mod">
          <ac:chgData name="Nicolás Ospina Mendivelso" userId="c12e27cc-d421-4608-8b81-7792adb243ec" providerId="ADAL" clId="{4CBB41AE-2C0F-45CA-A384-2858087C8D1E}" dt="2026-05-05T16:13:25.354" v="142" actId="12789"/>
          <ac:spMkLst>
            <pc:docMk/>
            <pc:sldMk cId="620919735" sldId="574"/>
            <ac:spMk id="10" creationId="{6A0E0126-9CE2-B1DE-00F4-64DE0EEB4767}"/>
          </ac:spMkLst>
        </pc:spChg>
        <pc:spChg chg="add mod">
          <ac:chgData name="Nicolás Ospina Mendivelso" userId="c12e27cc-d421-4608-8b81-7792adb243ec" providerId="ADAL" clId="{4CBB41AE-2C0F-45CA-A384-2858087C8D1E}" dt="2026-05-05T16:13:25.354" v="142" actId="12789"/>
          <ac:spMkLst>
            <pc:docMk/>
            <pc:sldMk cId="620919735" sldId="574"/>
            <ac:spMk id="11" creationId="{BD7BE779-1493-6B7D-43B2-76D9E5611B78}"/>
          </ac:spMkLst>
        </pc:spChg>
        <pc:spChg chg="add mod">
          <ac:chgData name="Nicolás Ospina Mendivelso" userId="c12e27cc-d421-4608-8b81-7792adb243ec" providerId="ADAL" clId="{4CBB41AE-2C0F-45CA-A384-2858087C8D1E}" dt="2026-05-05T16:13:25.354" v="142" actId="12789"/>
          <ac:spMkLst>
            <pc:docMk/>
            <pc:sldMk cId="620919735" sldId="574"/>
            <ac:spMk id="12" creationId="{1E69EF02-0018-57AE-992B-0501810B2A6E}"/>
          </ac:spMkLst>
        </pc:spChg>
        <pc:spChg chg="add mod">
          <ac:chgData name="Nicolás Ospina Mendivelso" userId="c12e27cc-d421-4608-8b81-7792adb243ec" providerId="ADAL" clId="{4CBB41AE-2C0F-45CA-A384-2858087C8D1E}" dt="2026-05-05T16:13:36.764" v="147" actId="1076"/>
          <ac:spMkLst>
            <pc:docMk/>
            <pc:sldMk cId="620919735" sldId="574"/>
            <ac:spMk id="13" creationId="{6216A127-1421-96DA-5174-BC3AD9F07C2B}"/>
          </ac:spMkLst>
        </pc:spChg>
        <pc:spChg chg="add mod">
          <ac:chgData name="Nicolás Ospina Mendivelso" userId="c12e27cc-d421-4608-8b81-7792adb243ec" providerId="ADAL" clId="{4CBB41AE-2C0F-45CA-A384-2858087C8D1E}" dt="2026-05-05T16:13:25.354" v="142" actId="12789"/>
          <ac:spMkLst>
            <pc:docMk/>
            <pc:sldMk cId="620919735" sldId="574"/>
            <ac:spMk id="14" creationId="{33296F22-4876-DBED-E04A-79A23D7BD67F}"/>
          </ac:spMkLst>
        </pc:spChg>
      </pc:sldChg>
      <pc:sldChg chg="addSp delSp modSp mod">
        <pc:chgData name="Nicolás Ospina Mendivelso" userId="c12e27cc-d421-4608-8b81-7792adb243ec" providerId="ADAL" clId="{4CBB41AE-2C0F-45CA-A384-2858087C8D1E}" dt="2026-05-06T02:46:56.524" v="237" actId="1076"/>
        <pc:sldMkLst>
          <pc:docMk/>
          <pc:sldMk cId="3681902004" sldId="576"/>
        </pc:sldMkLst>
        <pc:spChg chg="mod">
          <ac:chgData name="Nicolás Ospina Mendivelso" userId="c12e27cc-d421-4608-8b81-7792adb243ec" providerId="ADAL" clId="{4CBB41AE-2C0F-45CA-A384-2858087C8D1E}" dt="2026-05-06T02:44:24.847" v="230"/>
          <ac:spMkLst>
            <pc:docMk/>
            <pc:sldMk cId="3681902004" sldId="576"/>
            <ac:spMk id="8" creationId="{6CDC0E62-6D30-B3EA-2467-DF20D377623F}"/>
          </ac:spMkLst>
        </pc:spChg>
        <pc:spChg chg="del">
          <ac:chgData name="Nicolás Ospina Mendivelso" userId="c12e27cc-d421-4608-8b81-7792adb243ec" providerId="ADAL" clId="{4CBB41AE-2C0F-45CA-A384-2858087C8D1E}" dt="2026-05-06T02:44:15.879" v="229" actId="478"/>
          <ac:spMkLst>
            <pc:docMk/>
            <pc:sldMk cId="3681902004" sldId="576"/>
            <ac:spMk id="10" creationId="{17860EE9-893A-B67C-5A69-72FE0220CC68}"/>
          </ac:spMkLst>
        </pc:spChg>
        <pc:spChg chg="del">
          <ac:chgData name="Nicolás Ospina Mendivelso" userId="c12e27cc-d421-4608-8b81-7792adb243ec" providerId="ADAL" clId="{4CBB41AE-2C0F-45CA-A384-2858087C8D1E}" dt="2026-05-06T02:44:15.879" v="229" actId="478"/>
          <ac:spMkLst>
            <pc:docMk/>
            <pc:sldMk cId="3681902004" sldId="576"/>
            <ac:spMk id="13" creationId="{668E1EE1-F7D8-6608-5141-D67A5F225654}"/>
          </ac:spMkLst>
        </pc:spChg>
        <pc:spChg chg="del">
          <ac:chgData name="Nicolás Ospina Mendivelso" userId="c12e27cc-d421-4608-8b81-7792adb243ec" providerId="ADAL" clId="{4CBB41AE-2C0F-45CA-A384-2858087C8D1E}" dt="2026-05-06T02:44:15.879" v="229" actId="478"/>
          <ac:spMkLst>
            <pc:docMk/>
            <pc:sldMk cId="3681902004" sldId="576"/>
            <ac:spMk id="14" creationId="{50F92212-6E21-5A2A-94ED-16A51648CB78}"/>
          </ac:spMkLst>
        </pc:spChg>
        <pc:spChg chg="del">
          <ac:chgData name="Nicolás Ospina Mendivelso" userId="c12e27cc-d421-4608-8b81-7792adb243ec" providerId="ADAL" clId="{4CBB41AE-2C0F-45CA-A384-2858087C8D1E}" dt="2026-05-06T02:44:15.879" v="229" actId="478"/>
          <ac:spMkLst>
            <pc:docMk/>
            <pc:sldMk cId="3681902004" sldId="576"/>
            <ac:spMk id="15" creationId="{E630FE3A-8BEB-2E83-0028-FF743C113B00}"/>
          </ac:spMkLst>
        </pc:spChg>
        <pc:spChg chg="del">
          <ac:chgData name="Nicolás Ospina Mendivelso" userId="c12e27cc-d421-4608-8b81-7792adb243ec" providerId="ADAL" clId="{4CBB41AE-2C0F-45CA-A384-2858087C8D1E}" dt="2026-05-06T02:44:42.929" v="235" actId="478"/>
          <ac:spMkLst>
            <pc:docMk/>
            <pc:sldMk cId="3681902004" sldId="576"/>
            <ac:spMk id="16" creationId="{7324517D-5078-C98E-2E7B-70233F7DFD66}"/>
          </ac:spMkLst>
        </pc:spChg>
        <pc:spChg chg="del">
          <ac:chgData name="Nicolás Ospina Mendivelso" userId="c12e27cc-d421-4608-8b81-7792adb243ec" providerId="ADAL" clId="{4CBB41AE-2C0F-45CA-A384-2858087C8D1E}" dt="2026-05-06T02:44:15.879" v="229" actId="478"/>
          <ac:spMkLst>
            <pc:docMk/>
            <pc:sldMk cId="3681902004" sldId="576"/>
            <ac:spMk id="18" creationId="{B9A2BAF2-81F9-2F02-A8CE-5A3706A71D14}"/>
          </ac:spMkLst>
        </pc:spChg>
        <pc:spChg chg="mod">
          <ac:chgData name="Nicolás Ospina Mendivelso" userId="c12e27cc-d421-4608-8b81-7792adb243ec" providerId="ADAL" clId="{4CBB41AE-2C0F-45CA-A384-2858087C8D1E}" dt="2026-05-06T02:44:24.847" v="230"/>
          <ac:spMkLst>
            <pc:docMk/>
            <pc:sldMk cId="3681902004" sldId="576"/>
            <ac:spMk id="21" creationId="{7F6192A0-EB28-FD8D-0F23-43C571CE8457}"/>
          </ac:spMkLst>
        </pc:spChg>
        <pc:spChg chg="mod">
          <ac:chgData name="Nicolás Ospina Mendivelso" userId="c12e27cc-d421-4608-8b81-7792adb243ec" providerId="ADAL" clId="{4CBB41AE-2C0F-45CA-A384-2858087C8D1E}" dt="2026-05-06T02:44:24.847" v="230"/>
          <ac:spMkLst>
            <pc:docMk/>
            <pc:sldMk cId="3681902004" sldId="576"/>
            <ac:spMk id="24" creationId="{2DFF871E-9632-9B79-A518-317EEABCBBFD}"/>
          </ac:spMkLst>
        </pc:spChg>
        <pc:spChg chg="mod">
          <ac:chgData name="Nicolás Ospina Mendivelso" userId="c12e27cc-d421-4608-8b81-7792adb243ec" providerId="ADAL" clId="{4CBB41AE-2C0F-45CA-A384-2858087C8D1E}" dt="2026-05-06T02:44:24.847" v="230"/>
          <ac:spMkLst>
            <pc:docMk/>
            <pc:sldMk cId="3681902004" sldId="576"/>
            <ac:spMk id="31" creationId="{D9CBA7F2-B362-BEA2-9B65-A15CB75F1489}"/>
          </ac:spMkLst>
        </pc:spChg>
        <pc:spChg chg="mod">
          <ac:chgData name="Nicolás Ospina Mendivelso" userId="c12e27cc-d421-4608-8b81-7792adb243ec" providerId="ADAL" clId="{4CBB41AE-2C0F-45CA-A384-2858087C8D1E}" dt="2026-05-06T02:44:24.847" v="230"/>
          <ac:spMkLst>
            <pc:docMk/>
            <pc:sldMk cId="3681902004" sldId="576"/>
            <ac:spMk id="33" creationId="{0CB69859-AF00-9AED-3195-0120A4384601}"/>
          </ac:spMkLst>
        </pc:spChg>
        <pc:spChg chg="mod">
          <ac:chgData name="Nicolás Ospina Mendivelso" userId="c12e27cc-d421-4608-8b81-7792adb243ec" providerId="ADAL" clId="{4CBB41AE-2C0F-45CA-A384-2858087C8D1E}" dt="2026-05-06T02:44:24.847" v="230"/>
          <ac:spMkLst>
            <pc:docMk/>
            <pc:sldMk cId="3681902004" sldId="576"/>
            <ac:spMk id="34" creationId="{D87B05AE-12D3-A70D-38BF-51D2F6587B14}"/>
          </ac:spMkLst>
        </pc:spChg>
        <pc:spChg chg="mod">
          <ac:chgData name="Nicolás Ospina Mendivelso" userId="c12e27cc-d421-4608-8b81-7792adb243ec" providerId="ADAL" clId="{4CBB41AE-2C0F-45CA-A384-2858087C8D1E}" dt="2026-05-06T02:44:24.847" v="230"/>
          <ac:spMkLst>
            <pc:docMk/>
            <pc:sldMk cId="3681902004" sldId="576"/>
            <ac:spMk id="35" creationId="{11086EDA-F24C-D4AE-ED66-73FDADA0589A}"/>
          </ac:spMkLst>
        </pc:spChg>
        <pc:spChg chg="mod">
          <ac:chgData name="Nicolás Ospina Mendivelso" userId="c12e27cc-d421-4608-8b81-7792adb243ec" providerId="ADAL" clId="{4CBB41AE-2C0F-45CA-A384-2858087C8D1E}" dt="2026-05-06T02:44:24.847" v="230"/>
          <ac:spMkLst>
            <pc:docMk/>
            <pc:sldMk cId="3681902004" sldId="576"/>
            <ac:spMk id="40" creationId="{4475E5AA-F65F-3EC4-916C-9BD3BEC7024B}"/>
          </ac:spMkLst>
        </pc:spChg>
        <pc:spChg chg="mod">
          <ac:chgData name="Nicolás Ospina Mendivelso" userId="c12e27cc-d421-4608-8b81-7792adb243ec" providerId="ADAL" clId="{4CBB41AE-2C0F-45CA-A384-2858087C8D1E}" dt="2026-05-06T02:44:24.847" v="230"/>
          <ac:spMkLst>
            <pc:docMk/>
            <pc:sldMk cId="3681902004" sldId="576"/>
            <ac:spMk id="41" creationId="{38337A80-B955-2F9F-FBE8-8F1971E1E380}"/>
          </ac:spMkLst>
        </pc:spChg>
        <pc:spChg chg="mod">
          <ac:chgData name="Nicolás Ospina Mendivelso" userId="c12e27cc-d421-4608-8b81-7792adb243ec" providerId="ADAL" clId="{4CBB41AE-2C0F-45CA-A384-2858087C8D1E}" dt="2026-05-06T02:44:24.847" v="230"/>
          <ac:spMkLst>
            <pc:docMk/>
            <pc:sldMk cId="3681902004" sldId="576"/>
            <ac:spMk id="50" creationId="{3AC8FDC4-3D18-06D3-CB24-AC7483CF1883}"/>
          </ac:spMkLst>
        </pc:spChg>
        <pc:spChg chg="add mod">
          <ac:chgData name="Nicolás Ospina Mendivelso" userId="c12e27cc-d421-4608-8b81-7792adb243ec" providerId="ADAL" clId="{4CBB41AE-2C0F-45CA-A384-2858087C8D1E}" dt="2026-05-06T02:46:52.042" v="236" actId="1076"/>
          <ac:spMkLst>
            <pc:docMk/>
            <pc:sldMk cId="3681902004" sldId="576"/>
            <ac:spMk id="52" creationId="{16B5F9B5-0FA2-003D-619E-4D949523A507}"/>
          </ac:spMkLst>
        </pc:spChg>
        <pc:spChg chg="del">
          <ac:chgData name="Nicolás Ospina Mendivelso" userId="c12e27cc-d421-4608-8b81-7792adb243ec" providerId="ADAL" clId="{4CBB41AE-2C0F-45CA-A384-2858087C8D1E}" dt="2026-05-06T02:44:15.879" v="229" actId="478"/>
          <ac:spMkLst>
            <pc:docMk/>
            <pc:sldMk cId="3681902004" sldId="576"/>
            <ac:spMk id="99" creationId="{09D6514C-474D-BDE2-BC81-891DA15F53DA}"/>
          </ac:spMkLst>
        </pc:spChg>
        <pc:spChg chg="del">
          <ac:chgData name="Nicolás Ospina Mendivelso" userId="c12e27cc-d421-4608-8b81-7792adb243ec" providerId="ADAL" clId="{4CBB41AE-2C0F-45CA-A384-2858087C8D1E}" dt="2026-05-06T02:44:15.879" v="229" actId="478"/>
          <ac:spMkLst>
            <pc:docMk/>
            <pc:sldMk cId="3681902004" sldId="576"/>
            <ac:spMk id="101" creationId="{870B5860-D414-9F85-E1CF-81B33A64A025}"/>
          </ac:spMkLst>
        </pc:spChg>
        <pc:spChg chg="del">
          <ac:chgData name="Nicolás Ospina Mendivelso" userId="c12e27cc-d421-4608-8b81-7792adb243ec" providerId="ADAL" clId="{4CBB41AE-2C0F-45CA-A384-2858087C8D1E}" dt="2026-05-06T02:44:15.879" v="229" actId="478"/>
          <ac:spMkLst>
            <pc:docMk/>
            <pc:sldMk cId="3681902004" sldId="576"/>
            <ac:spMk id="103" creationId="{34F62D5C-A456-C2DC-2FA4-10EE2970EDEF}"/>
          </ac:spMkLst>
        </pc:spChg>
        <pc:spChg chg="mod">
          <ac:chgData name="Nicolás Ospina Mendivelso" userId="c12e27cc-d421-4608-8b81-7792adb243ec" providerId="ADAL" clId="{4CBB41AE-2C0F-45CA-A384-2858087C8D1E}" dt="2026-05-06T02:46:56.524" v="237" actId="1076"/>
          <ac:spMkLst>
            <pc:docMk/>
            <pc:sldMk cId="3681902004" sldId="576"/>
            <ac:spMk id="105" creationId="{20A1C163-7E43-0140-3BE4-A1D89FB45364}"/>
          </ac:spMkLst>
        </pc:spChg>
        <pc:grpChg chg="mod">
          <ac:chgData name="Nicolás Ospina Mendivelso" userId="c12e27cc-d421-4608-8b81-7792adb243ec" providerId="ADAL" clId="{4CBB41AE-2C0F-45CA-A384-2858087C8D1E}" dt="2026-05-06T02:44:27.252" v="231" actId="1076"/>
          <ac:grpSpMkLst>
            <pc:docMk/>
            <pc:sldMk cId="3681902004" sldId="576"/>
            <ac:grpSpMk id="6" creationId="{D25EBE40-1139-4385-F1E2-2814EE956BCD}"/>
          </ac:grpSpMkLst>
        </pc:grpChg>
        <pc:grpChg chg="mod">
          <ac:chgData name="Nicolás Ospina Mendivelso" userId="c12e27cc-d421-4608-8b81-7792adb243ec" providerId="ADAL" clId="{4CBB41AE-2C0F-45CA-A384-2858087C8D1E}" dt="2026-05-06T02:44:27.252" v="231" actId="1076"/>
          <ac:grpSpMkLst>
            <pc:docMk/>
            <pc:sldMk cId="3681902004" sldId="576"/>
            <ac:grpSpMk id="25" creationId="{8A291428-60C7-AA7E-46BB-72B396A0D8BE}"/>
          </ac:grpSpMkLst>
        </pc:grpChg>
        <pc:cxnChg chg="del">
          <ac:chgData name="Nicolás Ospina Mendivelso" userId="c12e27cc-d421-4608-8b81-7792adb243ec" providerId="ADAL" clId="{4CBB41AE-2C0F-45CA-A384-2858087C8D1E}" dt="2026-05-06T02:44:15.879" v="229" actId="478"/>
          <ac:cxnSpMkLst>
            <pc:docMk/>
            <pc:sldMk cId="3681902004" sldId="576"/>
            <ac:cxnSpMk id="5" creationId="{0F967C26-A517-44E6-331E-1BEAEEFD7315}"/>
          </ac:cxnSpMkLst>
        </pc:cxnChg>
        <pc:cxnChg chg="del">
          <ac:chgData name="Nicolás Ospina Mendivelso" userId="c12e27cc-d421-4608-8b81-7792adb243ec" providerId="ADAL" clId="{4CBB41AE-2C0F-45CA-A384-2858087C8D1E}" dt="2026-05-06T02:44:15.879" v="229" actId="478"/>
          <ac:cxnSpMkLst>
            <pc:docMk/>
            <pc:sldMk cId="3681902004" sldId="576"/>
            <ac:cxnSpMk id="19" creationId="{2139B9AD-8A00-0D22-A4DC-68A97E8696D1}"/>
          </ac:cxnSpMkLst>
        </pc:cxnChg>
        <pc:cxnChg chg="mod">
          <ac:chgData name="Nicolás Ospina Mendivelso" userId="c12e27cc-d421-4608-8b81-7792adb243ec" providerId="ADAL" clId="{4CBB41AE-2C0F-45CA-A384-2858087C8D1E}" dt="2026-05-06T02:44:27.252" v="231" actId="1076"/>
          <ac:cxnSpMkLst>
            <pc:docMk/>
            <pc:sldMk cId="3681902004" sldId="576"/>
            <ac:cxnSpMk id="51" creationId="{EC9C72C9-DBB5-912B-F178-587D928606B3}"/>
          </ac:cxnSpMkLst>
        </pc:cxnChg>
      </pc:sldChg>
      <pc:sldChg chg="addSp delSp modSp mod">
        <pc:chgData name="Nicolás Ospina Mendivelso" userId="c12e27cc-d421-4608-8b81-7792adb243ec" providerId="ADAL" clId="{4CBB41AE-2C0F-45CA-A384-2858087C8D1E}" dt="2026-05-06T03:23:32.342" v="613" actId="478"/>
        <pc:sldMkLst>
          <pc:docMk/>
          <pc:sldMk cId="97248871" sldId="577"/>
        </pc:sldMkLst>
        <pc:spChg chg="mod">
          <ac:chgData name="Nicolás Ospina Mendivelso" userId="c12e27cc-d421-4608-8b81-7792adb243ec" providerId="ADAL" clId="{4CBB41AE-2C0F-45CA-A384-2858087C8D1E}" dt="2026-05-06T02:56:51.093" v="335" actId="1076"/>
          <ac:spMkLst>
            <pc:docMk/>
            <pc:sldMk cId="97248871" sldId="577"/>
            <ac:spMk id="2" creationId="{C9A83C19-5306-8B1D-0321-7043DD8A37B0}"/>
          </ac:spMkLst>
        </pc:spChg>
        <pc:spChg chg="mod">
          <ac:chgData name="Nicolás Ospina Mendivelso" userId="c12e27cc-d421-4608-8b81-7792adb243ec" providerId="ADAL" clId="{4CBB41AE-2C0F-45CA-A384-2858087C8D1E}" dt="2026-05-06T02:48:18.095" v="241"/>
          <ac:spMkLst>
            <pc:docMk/>
            <pc:sldMk cId="97248871" sldId="577"/>
            <ac:spMk id="8" creationId="{68700EA8-DB9A-A8C9-E43F-FA23AC849A3C}"/>
          </ac:spMkLst>
        </pc:spChg>
        <pc:spChg chg="mod">
          <ac:chgData name="Nicolás Ospina Mendivelso" userId="c12e27cc-d421-4608-8b81-7792adb243ec" providerId="ADAL" clId="{4CBB41AE-2C0F-45CA-A384-2858087C8D1E}" dt="2026-05-06T02:57:36.818" v="340" actId="1076"/>
          <ac:spMkLst>
            <pc:docMk/>
            <pc:sldMk cId="97248871" sldId="577"/>
            <ac:spMk id="9" creationId="{29C1FCD0-2679-86E3-088E-D67779B3DCCC}"/>
          </ac:spMkLst>
        </pc:spChg>
        <pc:spChg chg="mod">
          <ac:chgData name="Nicolás Ospina Mendivelso" userId="c12e27cc-d421-4608-8b81-7792adb243ec" providerId="ADAL" clId="{4CBB41AE-2C0F-45CA-A384-2858087C8D1E}" dt="2026-05-06T02:48:18.095" v="241"/>
          <ac:spMkLst>
            <pc:docMk/>
            <pc:sldMk cId="97248871" sldId="577"/>
            <ac:spMk id="11" creationId="{3A055D5A-C926-DE7A-2EAF-3012F9B8B0EA}"/>
          </ac:spMkLst>
        </pc:spChg>
        <pc:spChg chg="mod">
          <ac:chgData name="Nicolás Ospina Mendivelso" userId="c12e27cc-d421-4608-8b81-7792adb243ec" providerId="ADAL" clId="{4CBB41AE-2C0F-45CA-A384-2858087C8D1E}" dt="2026-05-06T02:57:41.461" v="350" actId="1038"/>
          <ac:spMkLst>
            <pc:docMk/>
            <pc:sldMk cId="97248871" sldId="577"/>
            <ac:spMk id="13" creationId="{8FBD5B77-91B9-4352-240E-F8DDC1E1F595}"/>
          </ac:spMkLst>
        </pc:spChg>
        <pc:spChg chg="mod">
          <ac:chgData name="Nicolás Ospina Mendivelso" userId="c12e27cc-d421-4608-8b81-7792adb243ec" providerId="ADAL" clId="{4CBB41AE-2C0F-45CA-A384-2858087C8D1E}" dt="2026-05-06T02:48:05.822" v="240" actId="1076"/>
          <ac:spMkLst>
            <pc:docMk/>
            <pc:sldMk cId="97248871" sldId="577"/>
            <ac:spMk id="15" creationId="{4D2BC7DD-5DC4-9AFB-470A-5451BA0413FF}"/>
          </ac:spMkLst>
        </pc:spChg>
        <pc:spChg chg="mod">
          <ac:chgData name="Nicolás Ospina Mendivelso" userId="c12e27cc-d421-4608-8b81-7792adb243ec" providerId="ADAL" clId="{4CBB41AE-2C0F-45CA-A384-2858087C8D1E}" dt="2026-05-06T02:48:18.095" v="241"/>
          <ac:spMkLst>
            <pc:docMk/>
            <pc:sldMk cId="97248871" sldId="577"/>
            <ac:spMk id="16" creationId="{A6B8C63D-1584-8254-3866-D9356428FB84}"/>
          </ac:spMkLst>
        </pc:spChg>
        <pc:spChg chg="mod">
          <ac:chgData name="Nicolás Ospina Mendivelso" userId="c12e27cc-d421-4608-8b81-7792adb243ec" providerId="ADAL" clId="{4CBB41AE-2C0F-45CA-A384-2858087C8D1E}" dt="2026-05-06T02:55:06.904" v="299" actId="1037"/>
          <ac:spMkLst>
            <pc:docMk/>
            <pc:sldMk cId="97248871" sldId="577"/>
            <ac:spMk id="17" creationId="{5C82D18A-4F42-2CC3-AA4C-9C053EF06FBF}"/>
          </ac:spMkLst>
        </pc:spChg>
        <pc:spChg chg="mod">
          <ac:chgData name="Nicolás Ospina Mendivelso" userId="c12e27cc-d421-4608-8b81-7792adb243ec" providerId="ADAL" clId="{4CBB41AE-2C0F-45CA-A384-2858087C8D1E}" dt="2026-05-06T02:48:18.095" v="241"/>
          <ac:spMkLst>
            <pc:docMk/>
            <pc:sldMk cId="97248871" sldId="577"/>
            <ac:spMk id="18" creationId="{5B39150C-4618-6450-90D4-CB93B4A4CE6F}"/>
          </ac:spMkLst>
        </pc:spChg>
        <pc:spChg chg="mod">
          <ac:chgData name="Nicolás Ospina Mendivelso" userId="c12e27cc-d421-4608-8b81-7792adb243ec" providerId="ADAL" clId="{4CBB41AE-2C0F-45CA-A384-2858087C8D1E}" dt="2026-05-06T02:55:10.550" v="301" actId="1037"/>
          <ac:spMkLst>
            <pc:docMk/>
            <pc:sldMk cId="97248871" sldId="577"/>
            <ac:spMk id="19" creationId="{1DA5F71D-8AC5-93C9-ED78-3900B5EE9439}"/>
          </ac:spMkLst>
        </pc:spChg>
        <pc:spChg chg="mod">
          <ac:chgData name="Nicolás Ospina Mendivelso" userId="c12e27cc-d421-4608-8b81-7792adb243ec" providerId="ADAL" clId="{4CBB41AE-2C0F-45CA-A384-2858087C8D1E}" dt="2026-05-06T02:48:18.095" v="241"/>
          <ac:spMkLst>
            <pc:docMk/>
            <pc:sldMk cId="97248871" sldId="577"/>
            <ac:spMk id="20" creationId="{65B214E0-B1E4-BA18-CEA2-ED56B96DE247}"/>
          </ac:spMkLst>
        </pc:spChg>
        <pc:spChg chg="mod">
          <ac:chgData name="Nicolás Ospina Mendivelso" userId="c12e27cc-d421-4608-8b81-7792adb243ec" providerId="ADAL" clId="{4CBB41AE-2C0F-45CA-A384-2858087C8D1E}" dt="2026-05-06T02:55:17.924" v="314" actId="1038"/>
          <ac:spMkLst>
            <pc:docMk/>
            <pc:sldMk cId="97248871" sldId="577"/>
            <ac:spMk id="21" creationId="{24E7BFBB-BE0F-689A-60CA-9393A5A253FD}"/>
          </ac:spMkLst>
        </pc:spChg>
        <pc:spChg chg="mod">
          <ac:chgData name="Nicolás Ospina Mendivelso" userId="c12e27cc-d421-4608-8b81-7792adb243ec" providerId="ADAL" clId="{4CBB41AE-2C0F-45CA-A384-2858087C8D1E}" dt="2026-05-06T02:48:18.095" v="241"/>
          <ac:spMkLst>
            <pc:docMk/>
            <pc:sldMk cId="97248871" sldId="577"/>
            <ac:spMk id="22" creationId="{FFBC7256-C33C-C1C3-503F-C0B72CEED34B}"/>
          </ac:spMkLst>
        </pc:spChg>
        <pc:spChg chg="mod">
          <ac:chgData name="Nicolás Ospina Mendivelso" userId="c12e27cc-d421-4608-8b81-7792adb243ec" providerId="ADAL" clId="{4CBB41AE-2C0F-45CA-A384-2858087C8D1E}" dt="2026-05-06T02:48:18.095" v="241"/>
          <ac:spMkLst>
            <pc:docMk/>
            <pc:sldMk cId="97248871" sldId="577"/>
            <ac:spMk id="24" creationId="{6669B41D-5714-F4C6-3091-9E1BAB29AC5A}"/>
          </ac:spMkLst>
        </pc:spChg>
        <pc:spChg chg="mod">
          <ac:chgData name="Nicolás Ospina Mendivelso" userId="c12e27cc-d421-4608-8b81-7792adb243ec" providerId="ADAL" clId="{4CBB41AE-2C0F-45CA-A384-2858087C8D1E}" dt="2026-05-06T02:48:18.095" v="241"/>
          <ac:spMkLst>
            <pc:docMk/>
            <pc:sldMk cId="97248871" sldId="577"/>
            <ac:spMk id="25" creationId="{592C8E6F-EEF4-046F-43EC-F57F6C15E150}"/>
          </ac:spMkLst>
        </pc:spChg>
        <pc:spChg chg="add mod">
          <ac:chgData name="Nicolás Ospina Mendivelso" userId="c12e27cc-d421-4608-8b81-7792adb243ec" providerId="ADAL" clId="{4CBB41AE-2C0F-45CA-A384-2858087C8D1E}" dt="2026-05-06T02:57:12.778" v="338" actId="1076"/>
          <ac:spMkLst>
            <pc:docMk/>
            <pc:sldMk cId="97248871" sldId="577"/>
            <ac:spMk id="26" creationId="{989FBE9D-534A-2CDF-BAE0-AEE45DE469E7}"/>
          </ac:spMkLst>
        </pc:spChg>
        <pc:spChg chg="add del mod">
          <ac:chgData name="Nicolás Ospina Mendivelso" userId="c12e27cc-d421-4608-8b81-7792adb243ec" providerId="ADAL" clId="{4CBB41AE-2C0F-45CA-A384-2858087C8D1E}" dt="2026-05-06T03:23:32.342" v="613" actId="478"/>
          <ac:spMkLst>
            <pc:docMk/>
            <pc:sldMk cId="97248871" sldId="577"/>
            <ac:spMk id="29" creationId="{8D2C3C57-62EB-5768-C272-179B7C3A07DD}"/>
          </ac:spMkLst>
        </pc:spChg>
        <pc:spChg chg="mod">
          <ac:chgData name="Nicolás Ospina Mendivelso" userId="c12e27cc-d421-4608-8b81-7792adb243ec" providerId="ADAL" clId="{4CBB41AE-2C0F-45CA-A384-2858087C8D1E}" dt="2026-05-06T02:55:43.226" v="315"/>
          <ac:spMkLst>
            <pc:docMk/>
            <pc:sldMk cId="97248871" sldId="577"/>
            <ac:spMk id="35" creationId="{B10DBA1B-3F71-EC50-C25F-D3A2F0802B1B}"/>
          </ac:spMkLst>
        </pc:spChg>
        <pc:spChg chg="mod">
          <ac:chgData name="Nicolás Ospina Mendivelso" userId="c12e27cc-d421-4608-8b81-7792adb243ec" providerId="ADAL" clId="{4CBB41AE-2C0F-45CA-A384-2858087C8D1E}" dt="2026-05-06T02:55:43.226" v="315"/>
          <ac:spMkLst>
            <pc:docMk/>
            <pc:sldMk cId="97248871" sldId="577"/>
            <ac:spMk id="38" creationId="{774E0EF7-0DE7-1691-0FAC-1C13A25953F1}"/>
          </ac:spMkLst>
        </pc:spChg>
        <pc:spChg chg="mod">
          <ac:chgData name="Nicolás Ospina Mendivelso" userId="c12e27cc-d421-4608-8b81-7792adb243ec" providerId="ADAL" clId="{4CBB41AE-2C0F-45CA-A384-2858087C8D1E}" dt="2026-05-06T02:55:43.226" v="315"/>
          <ac:spMkLst>
            <pc:docMk/>
            <pc:sldMk cId="97248871" sldId="577"/>
            <ac:spMk id="47" creationId="{8FCCAD5A-7A23-3EA7-18D7-081AFCA596D9}"/>
          </ac:spMkLst>
        </pc:spChg>
        <pc:spChg chg="mod">
          <ac:chgData name="Nicolás Ospina Mendivelso" userId="c12e27cc-d421-4608-8b81-7792adb243ec" providerId="ADAL" clId="{4CBB41AE-2C0F-45CA-A384-2858087C8D1E}" dt="2026-05-06T02:55:43.226" v="315"/>
          <ac:spMkLst>
            <pc:docMk/>
            <pc:sldMk cId="97248871" sldId="577"/>
            <ac:spMk id="48" creationId="{2845EA10-4259-2CEB-921A-5D2114F4EEA3}"/>
          </ac:spMkLst>
        </pc:spChg>
        <pc:spChg chg="mod">
          <ac:chgData name="Nicolás Ospina Mendivelso" userId="c12e27cc-d421-4608-8b81-7792adb243ec" providerId="ADAL" clId="{4CBB41AE-2C0F-45CA-A384-2858087C8D1E}" dt="2026-05-06T02:55:43.226" v="315"/>
          <ac:spMkLst>
            <pc:docMk/>
            <pc:sldMk cId="97248871" sldId="577"/>
            <ac:spMk id="49" creationId="{BBB3C640-F0E5-42D4-40E1-1336AD456C20}"/>
          </ac:spMkLst>
        </pc:spChg>
        <pc:spChg chg="mod">
          <ac:chgData name="Nicolás Ospina Mendivelso" userId="c12e27cc-d421-4608-8b81-7792adb243ec" providerId="ADAL" clId="{4CBB41AE-2C0F-45CA-A384-2858087C8D1E}" dt="2026-05-06T02:55:43.226" v="315"/>
          <ac:spMkLst>
            <pc:docMk/>
            <pc:sldMk cId="97248871" sldId="577"/>
            <ac:spMk id="52" creationId="{A9CACBA1-8214-046E-1EF9-3F7DB02E887B}"/>
          </ac:spMkLst>
        </pc:spChg>
        <pc:spChg chg="mod">
          <ac:chgData name="Nicolás Ospina Mendivelso" userId="c12e27cc-d421-4608-8b81-7792adb243ec" providerId="ADAL" clId="{4CBB41AE-2C0F-45CA-A384-2858087C8D1E}" dt="2026-05-06T02:55:43.226" v="315"/>
          <ac:spMkLst>
            <pc:docMk/>
            <pc:sldMk cId="97248871" sldId="577"/>
            <ac:spMk id="53" creationId="{64D04B30-611D-2BC6-B1FB-6703788CBEC3}"/>
          </ac:spMkLst>
        </pc:spChg>
        <pc:spChg chg="mod">
          <ac:chgData name="Nicolás Ospina Mendivelso" userId="c12e27cc-d421-4608-8b81-7792adb243ec" providerId="ADAL" clId="{4CBB41AE-2C0F-45CA-A384-2858087C8D1E}" dt="2026-05-06T02:55:43.226" v="315"/>
          <ac:spMkLst>
            <pc:docMk/>
            <pc:sldMk cId="97248871" sldId="577"/>
            <ac:spMk id="55" creationId="{4383FBE0-8FA2-CDE8-AD08-742A6224CCAA}"/>
          </ac:spMkLst>
        </pc:spChg>
        <pc:spChg chg="add mod">
          <ac:chgData name="Nicolás Ospina Mendivelso" userId="c12e27cc-d421-4608-8b81-7792adb243ec" providerId="ADAL" clId="{4CBB41AE-2C0F-45CA-A384-2858087C8D1E}" dt="2026-05-06T02:56:45.868" v="333" actId="1076"/>
          <ac:spMkLst>
            <pc:docMk/>
            <pc:sldMk cId="97248871" sldId="577"/>
            <ac:spMk id="57" creationId="{BABB250F-9045-DC95-DD11-11EEF260193A}"/>
          </ac:spMkLst>
        </pc:spChg>
        <pc:spChg chg="add mod">
          <ac:chgData name="Nicolás Ospina Mendivelso" userId="c12e27cc-d421-4608-8b81-7792adb243ec" providerId="ADAL" clId="{4CBB41AE-2C0F-45CA-A384-2858087C8D1E}" dt="2026-05-06T02:56:45.868" v="333" actId="1076"/>
          <ac:spMkLst>
            <pc:docMk/>
            <pc:sldMk cId="97248871" sldId="577"/>
            <ac:spMk id="58" creationId="{09AC29CB-B40F-C03B-30C0-1DB85B609F47}"/>
          </ac:spMkLst>
        </pc:spChg>
        <pc:spChg chg="add mod">
          <ac:chgData name="Nicolás Ospina Mendivelso" userId="c12e27cc-d421-4608-8b81-7792adb243ec" providerId="ADAL" clId="{4CBB41AE-2C0F-45CA-A384-2858087C8D1E}" dt="2026-05-06T02:57:58.326" v="353" actId="1076"/>
          <ac:spMkLst>
            <pc:docMk/>
            <pc:sldMk cId="97248871" sldId="577"/>
            <ac:spMk id="66" creationId="{C31B9710-0D33-3690-F6FB-DFAA58D1B9B4}"/>
          </ac:spMkLst>
        </pc:spChg>
        <pc:spChg chg="add mod">
          <ac:chgData name="Nicolás Ospina Mendivelso" userId="c12e27cc-d421-4608-8b81-7792adb243ec" providerId="ADAL" clId="{4CBB41AE-2C0F-45CA-A384-2858087C8D1E}" dt="2026-05-06T03:02:51.851" v="358" actId="1076"/>
          <ac:spMkLst>
            <pc:docMk/>
            <pc:sldMk cId="97248871" sldId="577"/>
            <ac:spMk id="68" creationId="{FCCE38B2-1B0B-8232-7FA3-90D8F855323A}"/>
          </ac:spMkLst>
        </pc:spChg>
        <pc:spChg chg="add mod">
          <ac:chgData name="Nicolás Ospina Mendivelso" userId="c12e27cc-d421-4608-8b81-7792adb243ec" providerId="ADAL" clId="{4CBB41AE-2C0F-45CA-A384-2858087C8D1E}" dt="2026-05-06T03:03:46.480" v="367" actId="1076"/>
          <ac:spMkLst>
            <pc:docMk/>
            <pc:sldMk cId="97248871" sldId="577"/>
            <ac:spMk id="71" creationId="{37D2AA99-63F0-9C37-E4FC-7F9C994FC554}"/>
          </ac:spMkLst>
        </pc:spChg>
        <pc:spChg chg="add mod">
          <ac:chgData name="Nicolás Ospina Mendivelso" userId="c12e27cc-d421-4608-8b81-7792adb243ec" providerId="ADAL" clId="{4CBB41AE-2C0F-45CA-A384-2858087C8D1E}" dt="2026-05-06T03:03:50.046" v="368" actId="1076"/>
          <ac:spMkLst>
            <pc:docMk/>
            <pc:sldMk cId="97248871" sldId="577"/>
            <ac:spMk id="72" creationId="{12E508A7-524F-49F6-C750-B76A6447C289}"/>
          </ac:spMkLst>
        </pc:spChg>
        <pc:grpChg chg="add mod">
          <ac:chgData name="Nicolás Ospina Mendivelso" userId="c12e27cc-d421-4608-8b81-7792adb243ec" providerId="ADAL" clId="{4CBB41AE-2C0F-45CA-A384-2858087C8D1E}" dt="2026-05-06T02:57:12.778" v="338" actId="1076"/>
          <ac:grpSpMkLst>
            <pc:docMk/>
            <pc:sldMk cId="97248871" sldId="577"/>
            <ac:grpSpMk id="6" creationId="{1EAB2C81-21CF-D126-E468-B7B6310FD827}"/>
          </ac:grpSpMkLst>
        </pc:grpChg>
        <pc:grpChg chg="mod">
          <ac:chgData name="Nicolás Ospina Mendivelso" userId="c12e27cc-d421-4608-8b81-7792adb243ec" providerId="ADAL" clId="{4CBB41AE-2C0F-45CA-A384-2858087C8D1E}" dt="2026-05-06T02:57:12.778" v="338" actId="1076"/>
          <ac:grpSpMkLst>
            <pc:docMk/>
            <pc:sldMk cId="97248871" sldId="577"/>
            <ac:grpSpMk id="23" creationId="{FF1FBD49-969E-C976-B725-66701C34715C}"/>
          </ac:grpSpMkLst>
        </pc:grpChg>
        <pc:grpChg chg="mod">
          <ac:chgData name="Nicolás Ospina Mendivelso" userId="c12e27cc-d421-4608-8b81-7792adb243ec" providerId="ADAL" clId="{4CBB41AE-2C0F-45CA-A384-2858087C8D1E}" dt="2026-05-06T02:56:45.868" v="333" actId="1076"/>
          <ac:grpSpMkLst>
            <pc:docMk/>
            <pc:sldMk cId="97248871" sldId="577"/>
            <ac:grpSpMk id="30" creationId="{045CE526-F8B7-CCA3-2F78-F89A49CB32B9}"/>
          </ac:grpSpMkLst>
        </pc:grpChg>
        <pc:grpChg chg="mod">
          <ac:chgData name="Nicolás Ospina Mendivelso" userId="c12e27cc-d421-4608-8b81-7792adb243ec" providerId="ADAL" clId="{4CBB41AE-2C0F-45CA-A384-2858087C8D1E}" dt="2026-05-06T02:56:45.868" v="333" actId="1076"/>
          <ac:grpSpMkLst>
            <pc:docMk/>
            <pc:sldMk cId="97248871" sldId="577"/>
            <ac:grpSpMk id="51" creationId="{871CB236-803B-65C2-6BE1-D84C58FAE099}"/>
          </ac:grpSpMkLst>
        </pc:grpChg>
        <pc:grpChg chg="mod">
          <ac:chgData name="Nicolás Ospina Mendivelso" userId="c12e27cc-d421-4608-8b81-7792adb243ec" providerId="ADAL" clId="{4CBB41AE-2C0F-45CA-A384-2858087C8D1E}" dt="2026-05-06T02:56:45.868" v="333" actId="1076"/>
          <ac:grpSpMkLst>
            <pc:docMk/>
            <pc:sldMk cId="97248871" sldId="577"/>
            <ac:grpSpMk id="54" creationId="{7F2A5CFE-E030-0B97-2844-E98DBA988741}"/>
          </ac:grpSpMkLst>
        </pc:grpChg>
        <pc:cxnChg chg="mod">
          <ac:chgData name="Nicolás Ospina Mendivelso" userId="c12e27cc-d421-4608-8b81-7792adb243ec" providerId="ADAL" clId="{4CBB41AE-2C0F-45CA-A384-2858087C8D1E}" dt="2026-05-06T02:57:12.778" v="338" actId="1076"/>
          <ac:cxnSpMkLst>
            <pc:docMk/>
            <pc:sldMk cId="97248871" sldId="577"/>
            <ac:cxnSpMk id="5" creationId="{F3D5E413-A26A-4467-5214-FFE240FE30D2}"/>
          </ac:cxnSpMkLst>
        </pc:cxnChg>
        <pc:cxnChg chg="add mod">
          <ac:chgData name="Nicolás Ospina Mendivelso" userId="c12e27cc-d421-4608-8b81-7792adb243ec" providerId="ADAL" clId="{4CBB41AE-2C0F-45CA-A384-2858087C8D1E}" dt="2026-05-06T02:57:12.778" v="338" actId="1076"/>
          <ac:cxnSpMkLst>
            <pc:docMk/>
            <pc:sldMk cId="97248871" sldId="577"/>
            <ac:cxnSpMk id="27" creationId="{3FD6944E-5C28-9ED2-A043-0A012F40388E}"/>
          </ac:cxnSpMkLst>
        </pc:cxnChg>
        <pc:cxnChg chg="add mod">
          <ac:chgData name="Nicolás Ospina Mendivelso" userId="c12e27cc-d421-4608-8b81-7792adb243ec" providerId="ADAL" clId="{4CBB41AE-2C0F-45CA-A384-2858087C8D1E}" dt="2026-05-06T02:57:12.778" v="338" actId="1076"/>
          <ac:cxnSpMkLst>
            <pc:docMk/>
            <pc:sldMk cId="97248871" sldId="577"/>
            <ac:cxnSpMk id="28" creationId="{4FFA3948-EB34-540B-031A-D17D8D44CBDC}"/>
          </ac:cxnSpMkLst>
        </pc:cxnChg>
        <pc:cxnChg chg="add mod">
          <ac:chgData name="Nicolás Ospina Mendivelso" userId="c12e27cc-d421-4608-8b81-7792adb243ec" providerId="ADAL" clId="{4CBB41AE-2C0F-45CA-A384-2858087C8D1E}" dt="2026-05-06T02:56:45.868" v="333" actId="1076"/>
          <ac:cxnSpMkLst>
            <pc:docMk/>
            <pc:sldMk cId="97248871" sldId="577"/>
            <ac:cxnSpMk id="59" creationId="{3FD354C0-991B-3D83-B6F8-6E0E0E934E45}"/>
          </ac:cxnSpMkLst>
        </pc:cxnChg>
        <pc:cxnChg chg="add mod">
          <ac:chgData name="Nicolás Ospina Mendivelso" userId="c12e27cc-d421-4608-8b81-7792adb243ec" providerId="ADAL" clId="{4CBB41AE-2C0F-45CA-A384-2858087C8D1E}" dt="2026-05-06T02:56:45.868" v="333" actId="1076"/>
          <ac:cxnSpMkLst>
            <pc:docMk/>
            <pc:sldMk cId="97248871" sldId="577"/>
            <ac:cxnSpMk id="60" creationId="{EC83F85A-D51F-E365-853C-98D5070CF02A}"/>
          </ac:cxnSpMkLst>
        </pc:cxnChg>
        <pc:cxnChg chg="add mod">
          <ac:chgData name="Nicolás Ospina Mendivelso" userId="c12e27cc-d421-4608-8b81-7792adb243ec" providerId="ADAL" clId="{4CBB41AE-2C0F-45CA-A384-2858087C8D1E}" dt="2026-05-06T02:56:45.868" v="333" actId="1076"/>
          <ac:cxnSpMkLst>
            <pc:docMk/>
            <pc:sldMk cId="97248871" sldId="577"/>
            <ac:cxnSpMk id="61" creationId="{87836F8B-E359-4428-02D7-92ED03552E52}"/>
          </ac:cxnSpMkLst>
        </pc:cxnChg>
        <pc:cxnChg chg="add mod">
          <ac:chgData name="Nicolás Ospina Mendivelso" userId="c12e27cc-d421-4608-8b81-7792adb243ec" providerId="ADAL" clId="{4CBB41AE-2C0F-45CA-A384-2858087C8D1E}" dt="2026-05-06T02:56:22.082" v="324" actId="1076"/>
          <ac:cxnSpMkLst>
            <pc:docMk/>
            <pc:sldMk cId="97248871" sldId="577"/>
            <ac:cxnSpMk id="62" creationId="{8E285D6A-F38A-E696-5854-61A45513D474}"/>
          </ac:cxnSpMkLst>
        </pc:cxnChg>
        <pc:cxnChg chg="add mod">
          <ac:chgData name="Nicolás Ospina Mendivelso" userId="c12e27cc-d421-4608-8b81-7792adb243ec" providerId="ADAL" clId="{4CBB41AE-2C0F-45CA-A384-2858087C8D1E}" dt="2026-05-06T02:56:45.868" v="333" actId="1076"/>
          <ac:cxnSpMkLst>
            <pc:docMk/>
            <pc:sldMk cId="97248871" sldId="577"/>
            <ac:cxnSpMk id="63" creationId="{7E04363E-75E0-A8F2-8442-F307E5C78458}"/>
          </ac:cxnSpMkLst>
        </pc:cxnChg>
        <pc:cxnChg chg="add mod">
          <ac:chgData name="Nicolás Ospina Mendivelso" userId="c12e27cc-d421-4608-8b81-7792adb243ec" providerId="ADAL" clId="{4CBB41AE-2C0F-45CA-A384-2858087C8D1E}" dt="2026-05-06T02:56:45.868" v="333" actId="1076"/>
          <ac:cxnSpMkLst>
            <pc:docMk/>
            <pc:sldMk cId="97248871" sldId="577"/>
            <ac:cxnSpMk id="64" creationId="{F13A131D-C0DA-90C6-B8BC-91252EEA1EEC}"/>
          </ac:cxnSpMkLst>
        </pc:cxnChg>
        <pc:cxnChg chg="add mod">
          <ac:chgData name="Nicolás Ospina Mendivelso" userId="c12e27cc-d421-4608-8b81-7792adb243ec" providerId="ADAL" clId="{4CBB41AE-2C0F-45CA-A384-2858087C8D1E}" dt="2026-05-06T03:03:03.393" v="360" actId="1076"/>
          <ac:cxnSpMkLst>
            <pc:docMk/>
            <pc:sldMk cId="97248871" sldId="577"/>
            <ac:cxnSpMk id="69" creationId="{BB31956A-A59A-BE33-8547-020BC385EFC6}"/>
          </ac:cxnSpMkLst>
        </pc:cxnChg>
        <pc:cxnChg chg="add mod">
          <ac:chgData name="Nicolás Ospina Mendivelso" userId="c12e27cc-d421-4608-8b81-7792adb243ec" providerId="ADAL" clId="{4CBB41AE-2C0F-45CA-A384-2858087C8D1E}" dt="2026-05-06T03:03:15.234" v="362" actId="1076"/>
          <ac:cxnSpMkLst>
            <pc:docMk/>
            <pc:sldMk cId="97248871" sldId="577"/>
            <ac:cxnSpMk id="70" creationId="{D51DA2F5-5DDA-4820-7E44-9659DA8469BC}"/>
          </ac:cxnSpMkLst>
        </pc:cxnChg>
      </pc:sldChg>
      <pc:sldChg chg="addSp delSp modSp mod">
        <pc:chgData name="Nicolás Ospina Mendivelso" userId="c12e27cc-d421-4608-8b81-7792adb243ec" providerId="ADAL" clId="{4CBB41AE-2C0F-45CA-A384-2858087C8D1E}" dt="2026-05-06T03:40:28.667" v="681" actId="1076"/>
        <pc:sldMkLst>
          <pc:docMk/>
          <pc:sldMk cId="3799827258" sldId="578"/>
        </pc:sldMkLst>
        <pc:spChg chg="mod">
          <ac:chgData name="Nicolás Ospina Mendivelso" userId="c12e27cc-d421-4608-8b81-7792adb243ec" providerId="ADAL" clId="{4CBB41AE-2C0F-45CA-A384-2858087C8D1E}" dt="2026-05-06T03:13:25.445" v="431" actId="1076"/>
          <ac:spMkLst>
            <pc:docMk/>
            <pc:sldMk cId="3799827258" sldId="578"/>
            <ac:spMk id="2" creationId="{3A5C348F-7F99-44E1-323B-AAF97CED35B8}"/>
          </ac:spMkLst>
        </pc:spChg>
        <pc:spChg chg="del mod">
          <ac:chgData name="Nicolás Ospina Mendivelso" userId="c12e27cc-d421-4608-8b81-7792adb243ec" providerId="ADAL" clId="{4CBB41AE-2C0F-45CA-A384-2858087C8D1E}" dt="2026-05-06T03:11:03.600" v="426" actId="478"/>
          <ac:spMkLst>
            <pc:docMk/>
            <pc:sldMk cId="3799827258" sldId="578"/>
            <ac:spMk id="9" creationId="{7019E2F0-9DED-E3DA-79D8-07E562D49DDD}"/>
          </ac:spMkLst>
        </pc:spChg>
        <pc:spChg chg="del mod">
          <ac:chgData name="Nicolás Ospina Mendivelso" userId="c12e27cc-d421-4608-8b81-7792adb243ec" providerId="ADAL" clId="{4CBB41AE-2C0F-45CA-A384-2858087C8D1E}" dt="2026-05-06T03:11:03.600" v="426" actId="478"/>
          <ac:spMkLst>
            <pc:docMk/>
            <pc:sldMk cId="3799827258" sldId="578"/>
            <ac:spMk id="11" creationId="{BE1DDC21-1357-C08B-1FD0-D9DD2E3EEDB5}"/>
          </ac:spMkLst>
        </pc:spChg>
        <pc:spChg chg="del mod">
          <ac:chgData name="Nicolás Ospina Mendivelso" userId="c12e27cc-d421-4608-8b81-7792adb243ec" providerId="ADAL" clId="{4CBB41AE-2C0F-45CA-A384-2858087C8D1E}" dt="2026-05-06T03:11:03.600" v="426" actId="478"/>
          <ac:spMkLst>
            <pc:docMk/>
            <pc:sldMk cId="3799827258" sldId="578"/>
            <ac:spMk id="13" creationId="{4C3DE647-12C8-0CE9-3AAD-EA62CE612F39}"/>
          </ac:spMkLst>
        </pc:spChg>
        <pc:spChg chg="mod">
          <ac:chgData name="Nicolás Ospina Mendivelso" userId="c12e27cc-d421-4608-8b81-7792adb243ec" providerId="ADAL" clId="{4CBB41AE-2C0F-45CA-A384-2858087C8D1E}" dt="2026-05-06T03:13:23.190" v="429" actId="165"/>
          <ac:spMkLst>
            <pc:docMk/>
            <pc:sldMk cId="3799827258" sldId="578"/>
            <ac:spMk id="14" creationId="{E64CCA0C-852C-8E6A-C5EC-FA198C94F9CD}"/>
          </ac:spMkLst>
        </pc:spChg>
        <pc:spChg chg="del mod">
          <ac:chgData name="Nicolás Ospina Mendivelso" userId="c12e27cc-d421-4608-8b81-7792adb243ec" providerId="ADAL" clId="{4CBB41AE-2C0F-45CA-A384-2858087C8D1E}" dt="2026-05-06T03:11:03.600" v="426" actId="478"/>
          <ac:spMkLst>
            <pc:docMk/>
            <pc:sldMk cId="3799827258" sldId="578"/>
            <ac:spMk id="15" creationId="{8E9734B7-B384-B63D-0E11-64C93D21A395}"/>
          </ac:spMkLst>
        </pc:spChg>
        <pc:spChg chg="del mod">
          <ac:chgData name="Nicolás Ospina Mendivelso" userId="c12e27cc-d421-4608-8b81-7792adb243ec" providerId="ADAL" clId="{4CBB41AE-2C0F-45CA-A384-2858087C8D1E}" dt="2026-05-06T03:11:03.600" v="426" actId="478"/>
          <ac:spMkLst>
            <pc:docMk/>
            <pc:sldMk cId="3799827258" sldId="578"/>
            <ac:spMk id="17" creationId="{3F155373-9D54-AD71-0568-82E1F424BE84}"/>
          </ac:spMkLst>
        </pc:spChg>
        <pc:spChg chg="mod">
          <ac:chgData name="Nicolás Ospina Mendivelso" userId="c12e27cc-d421-4608-8b81-7792adb243ec" providerId="ADAL" clId="{4CBB41AE-2C0F-45CA-A384-2858087C8D1E}" dt="2026-05-06T03:13:23.190" v="429" actId="165"/>
          <ac:spMkLst>
            <pc:docMk/>
            <pc:sldMk cId="3799827258" sldId="578"/>
            <ac:spMk id="18" creationId="{8A9B7322-BC4D-D86C-8D1E-096FBFC315AC}"/>
          </ac:spMkLst>
        </pc:spChg>
        <pc:spChg chg="del mod">
          <ac:chgData name="Nicolás Ospina Mendivelso" userId="c12e27cc-d421-4608-8b81-7792adb243ec" providerId="ADAL" clId="{4CBB41AE-2C0F-45CA-A384-2858087C8D1E}" dt="2026-05-06T03:11:03.600" v="426" actId="478"/>
          <ac:spMkLst>
            <pc:docMk/>
            <pc:sldMk cId="3799827258" sldId="578"/>
            <ac:spMk id="19" creationId="{A8ABC8CC-D385-2FB3-36E9-72196F630E3A}"/>
          </ac:spMkLst>
        </pc:spChg>
        <pc:spChg chg="del mod">
          <ac:chgData name="Nicolás Ospina Mendivelso" userId="c12e27cc-d421-4608-8b81-7792adb243ec" providerId="ADAL" clId="{4CBB41AE-2C0F-45CA-A384-2858087C8D1E}" dt="2026-05-06T03:11:03.600" v="426" actId="478"/>
          <ac:spMkLst>
            <pc:docMk/>
            <pc:sldMk cId="3799827258" sldId="578"/>
            <ac:spMk id="21" creationId="{3168D5DF-EACD-5865-30DF-5682958C1E7C}"/>
          </ac:spMkLst>
        </pc:spChg>
        <pc:spChg chg="del mod">
          <ac:chgData name="Nicolás Ospina Mendivelso" userId="c12e27cc-d421-4608-8b81-7792adb243ec" providerId="ADAL" clId="{4CBB41AE-2C0F-45CA-A384-2858087C8D1E}" dt="2026-05-06T03:11:03.600" v="426" actId="478"/>
          <ac:spMkLst>
            <pc:docMk/>
            <pc:sldMk cId="3799827258" sldId="578"/>
            <ac:spMk id="23" creationId="{30966B33-37F7-45EE-E587-3ECC6F0EA4D8}"/>
          </ac:spMkLst>
        </pc:spChg>
        <pc:spChg chg="mod">
          <ac:chgData name="Nicolás Ospina Mendivelso" userId="c12e27cc-d421-4608-8b81-7792adb243ec" providerId="ADAL" clId="{4CBB41AE-2C0F-45CA-A384-2858087C8D1E}" dt="2026-05-06T03:13:23.190" v="429" actId="165"/>
          <ac:spMkLst>
            <pc:docMk/>
            <pc:sldMk cId="3799827258" sldId="578"/>
            <ac:spMk id="30" creationId="{F1A90E7B-FBE1-E700-517A-AED89F212B92}"/>
          </ac:spMkLst>
        </pc:spChg>
        <pc:spChg chg="mod">
          <ac:chgData name="Nicolás Ospina Mendivelso" userId="c12e27cc-d421-4608-8b81-7792adb243ec" providerId="ADAL" clId="{4CBB41AE-2C0F-45CA-A384-2858087C8D1E}" dt="2026-05-06T03:13:23.190" v="429" actId="165"/>
          <ac:spMkLst>
            <pc:docMk/>
            <pc:sldMk cId="3799827258" sldId="578"/>
            <ac:spMk id="34" creationId="{B742C4EC-29C6-5631-664F-FC0988E869B0}"/>
          </ac:spMkLst>
        </pc:spChg>
        <pc:spChg chg="mod">
          <ac:chgData name="Nicolás Ospina Mendivelso" userId="c12e27cc-d421-4608-8b81-7792adb243ec" providerId="ADAL" clId="{4CBB41AE-2C0F-45CA-A384-2858087C8D1E}" dt="2026-05-06T03:13:23.190" v="429" actId="165"/>
          <ac:spMkLst>
            <pc:docMk/>
            <pc:sldMk cId="3799827258" sldId="578"/>
            <ac:spMk id="35" creationId="{767BAFBB-0808-F614-1858-9DA6904D9604}"/>
          </ac:spMkLst>
        </pc:spChg>
        <pc:spChg chg="mod">
          <ac:chgData name="Nicolás Ospina Mendivelso" userId="c12e27cc-d421-4608-8b81-7792adb243ec" providerId="ADAL" clId="{4CBB41AE-2C0F-45CA-A384-2858087C8D1E}" dt="2026-05-06T03:13:23.190" v="429" actId="165"/>
          <ac:spMkLst>
            <pc:docMk/>
            <pc:sldMk cId="3799827258" sldId="578"/>
            <ac:spMk id="39" creationId="{DA99DAD4-3AD1-FCC1-9320-0F08A60DB390}"/>
          </ac:spMkLst>
        </pc:spChg>
        <pc:spChg chg="mod">
          <ac:chgData name="Nicolás Ospina Mendivelso" userId="c12e27cc-d421-4608-8b81-7792adb243ec" providerId="ADAL" clId="{4CBB41AE-2C0F-45CA-A384-2858087C8D1E}" dt="2026-05-06T03:13:23.190" v="429" actId="165"/>
          <ac:spMkLst>
            <pc:docMk/>
            <pc:sldMk cId="3799827258" sldId="578"/>
            <ac:spMk id="44" creationId="{27F91A8D-4CB7-BAD1-A065-D579839A8929}"/>
          </ac:spMkLst>
        </pc:spChg>
        <pc:spChg chg="mod">
          <ac:chgData name="Nicolás Ospina Mendivelso" userId="c12e27cc-d421-4608-8b81-7792adb243ec" providerId="ADAL" clId="{4CBB41AE-2C0F-45CA-A384-2858087C8D1E}" dt="2026-05-06T03:13:23.190" v="429" actId="165"/>
          <ac:spMkLst>
            <pc:docMk/>
            <pc:sldMk cId="3799827258" sldId="578"/>
            <ac:spMk id="51" creationId="{F8D6ED3A-CE95-1BD4-102C-63F7629A597B}"/>
          </ac:spMkLst>
        </pc:spChg>
        <pc:spChg chg="mod">
          <ac:chgData name="Nicolás Ospina Mendivelso" userId="c12e27cc-d421-4608-8b81-7792adb243ec" providerId="ADAL" clId="{4CBB41AE-2C0F-45CA-A384-2858087C8D1E}" dt="2026-05-06T03:13:23.190" v="429" actId="165"/>
          <ac:spMkLst>
            <pc:docMk/>
            <pc:sldMk cId="3799827258" sldId="578"/>
            <ac:spMk id="52" creationId="{6D980D6E-DC1D-E034-F00A-FA73D1AF9083}"/>
          </ac:spMkLst>
        </pc:spChg>
        <pc:spChg chg="mod">
          <ac:chgData name="Nicolás Ospina Mendivelso" userId="c12e27cc-d421-4608-8b81-7792adb243ec" providerId="ADAL" clId="{4CBB41AE-2C0F-45CA-A384-2858087C8D1E}" dt="2026-05-06T03:13:23.190" v="429" actId="165"/>
          <ac:spMkLst>
            <pc:docMk/>
            <pc:sldMk cId="3799827258" sldId="578"/>
            <ac:spMk id="54" creationId="{B5480B8F-D83F-1AB6-7DF0-97BBBA602A4D}"/>
          </ac:spMkLst>
        </pc:spChg>
        <pc:spChg chg="mod">
          <ac:chgData name="Nicolás Ospina Mendivelso" userId="c12e27cc-d421-4608-8b81-7792adb243ec" providerId="ADAL" clId="{4CBB41AE-2C0F-45CA-A384-2858087C8D1E}" dt="2026-05-06T03:38:41.410" v="677" actId="1036"/>
          <ac:spMkLst>
            <pc:docMk/>
            <pc:sldMk cId="3799827258" sldId="578"/>
            <ac:spMk id="55" creationId="{F1EC0BE8-2713-0297-E8CD-7EF675ECCA55}"/>
          </ac:spMkLst>
        </pc:spChg>
        <pc:spChg chg="add mod">
          <ac:chgData name="Nicolás Ospina Mendivelso" userId="c12e27cc-d421-4608-8b81-7792adb243ec" providerId="ADAL" clId="{4CBB41AE-2C0F-45CA-A384-2858087C8D1E}" dt="2026-05-06T03:38:41.410" v="677" actId="1036"/>
          <ac:spMkLst>
            <pc:docMk/>
            <pc:sldMk cId="3799827258" sldId="578"/>
            <ac:spMk id="57" creationId="{357D4D0B-D508-3E92-9628-8EFC1F0369FB}"/>
          </ac:spMkLst>
        </pc:spChg>
        <pc:spChg chg="add mod">
          <ac:chgData name="Nicolás Ospina Mendivelso" userId="c12e27cc-d421-4608-8b81-7792adb243ec" providerId="ADAL" clId="{4CBB41AE-2C0F-45CA-A384-2858087C8D1E}" dt="2026-05-06T03:38:41.410" v="677" actId="1036"/>
          <ac:spMkLst>
            <pc:docMk/>
            <pc:sldMk cId="3799827258" sldId="578"/>
            <ac:spMk id="59" creationId="{B6406713-0526-E959-D065-2A0091C7DEEC}"/>
          </ac:spMkLst>
        </pc:spChg>
        <pc:spChg chg="mod">
          <ac:chgData name="Nicolás Ospina Mendivelso" userId="c12e27cc-d421-4608-8b81-7792adb243ec" providerId="ADAL" clId="{4CBB41AE-2C0F-45CA-A384-2858087C8D1E}" dt="2026-05-06T03:19:42.199" v="606" actId="1036"/>
          <ac:spMkLst>
            <pc:docMk/>
            <pc:sldMk cId="3799827258" sldId="578"/>
            <ac:spMk id="61" creationId="{CAE3ECE2-086A-DBF5-E288-1EFDAD82D135}"/>
          </ac:spMkLst>
        </pc:spChg>
        <pc:spChg chg="add mod">
          <ac:chgData name="Nicolás Ospina Mendivelso" userId="c12e27cc-d421-4608-8b81-7792adb243ec" providerId="ADAL" clId="{4CBB41AE-2C0F-45CA-A384-2858087C8D1E}" dt="2026-05-06T03:17:24.591" v="576" actId="164"/>
          <ac:spMkLst>
            <pc:docMk/>
            <pc:sldMk cId="3799827258" sldId="578"/>
            <ac:spMk id="63" creationId="{E0974E02-9ADA-9E0F-1A4A-3CCC2ACE1835}"/>
          </ac:spMkLst>
        </pc:spChg>
        <pc:spChg chg="mod">
          <ac:chgData name="Nicolás Ospina Mendivelso" userId="c12e27cc-d421-4608-8b81-7792adb243ec" providerId="ADAL" clId="{4CBB41AE-2C0F-45CA-A384-2858087C8D1E}" dt="2026-05-06T03:17:24.591" v="576" actId="164"/>
          <ac:spMkLst>
            <pc:docMk/>
            <pc:sldMk cId="3799827258" sldId="578"/>
            <ac:spMk id="65" creationId="{BCDC0424-F312-B9B6-D7AF-68DC8570FF7F}"/>
          </ac:spMkLst>
        </pc:spChg>
        <pc:spChg chg="mod">
          <ac:chgData name="Nicolás Ospina Mendivelso" userId="c12e27cc-d421-4608-8b81-7792adb243ec" providerId="ADAL" clId="{4CBB41AE-2C0F-45CA-A384-2858087C8D1E}" dt="2026-05-06T03:17:31.106" v="577" actId="164"/>
          <ac:spMkLst>
            <pc:docMk/>
            <pc:sldMk cId="3799827258" sldId="578"/>
            <ac:spMk id="67" creationId="{87DB2A57-87C6-FCEB-7225-0E678EC7AE5B}"/>
          </ac:spMkLst>
        </pc:spChg>
        <pc:spChg chg="add mod">
          <ac:chgData name="Nicolás Ospina Mendivelso" userId="c12e27cc-d421-4608-8b81-7792adb243ec" providerId="ADAL" clId="{4CBB41AE-2C0F-45CA-A384-2858087C8D1E}" dt="2026-05-06T03:17:31.106" v="577" actId="164"/>
          <ac:spMkLst>
            <pc:docMk/>
            <pc:sldMk cId="3799827258" sldId="578"/>
            <ac:spMk id="69" creationId="{E5ED9795-6372-A4C9-84CA-540DD2A0CE17}"/>
          </ac:spMkLst>
        </pc:spChg>
        <pc:spChg chg="add mod">
          <ac:chgData name="Nicolás Ospina Mendivelso" userId="c12e27cc-d421-4608-8b81-7792adb243ec" providerId="ADAL" clId="{4CBB41AE-2C0F-45CA-A384-2858087C8D1E}" dt="2026-05-06T03:16:44.460" v="519" actId="1036"/>
          <ac:spMkLst>
            <pc:docMk/>
            <pc:sldMk cId="3799827258" sldId="578"/>
            <ac:spMk id="71" creationId="{81ECE1FF-901B-1F15-7C24-B08304C48E5A}"/>
          </ac:spMkLst>
        </pc:spChg>
        <pc:spChg chg="add mod">
          <ac:chgData name="Nicolás Ospina Mendivelso" userId="c12e27cc-d421-4608-8b81-7792adb243ec" providerId="ADAL" clId="{4CBB41AE-2C0F-45CA-A384-2858087C8D1E}" dt="2026-05-06T03:38:41.410" v="677" actId="1036"/>
          <ac:spMkLst>
            <pc:docMk/>
            <pc:sldMk cId="3799827258" sldId="578"/>
            <ac:spMk id="72" creationId="{A3E0A932-7065-C5FF-3832-1A2A37877DF7}"/>
          </ac:spMkLst>
        </pc:spChg>
        <pc:spChg chg="add mod">
          <ac:chgData name="Nicolás Ospina Mendivelso" userId="c12e27cc-d421-4608-8b81-7792adb243ec" providerId="ADAL" clId="{4CBB41AE-2C0F-45CA-A384-2858087C8D1E}" dt="2026-05-06T03:17:31.106" v="577" actId="164"/>
          <ac:spMkLst>
            <pc:docMk/>
            <pc:sldMk cId="3799827258" sldId="578"/>
            <ac:spMk id="75" creationId="{E2CD7630-7DDA-6BB4-7F3E-8019689D4CF8}"/>
          </ac:spMkLst>
        </pc:spChg>
        <pc:spChg chg="add mod">
          <ac:chgData name="Nicolás Ospina Mendivelso" userId="c12e27cc-d421-4608-8b81-7792adb243ec" providerId="ADAL" clId="{4CBB41AE-2C0F-45CA-A384-2858087C8D1E}" dt="2026-05-06T03:38:41.410" v="677" actId="1036"/>
          <ac:spMkLst>
            <pc:docMk/>
            <pc:sldMk cId="3799827258" sldId="578"/>
            <ac:spMk id="78" creationId="{95A0CF3E-F879-522D-BE7B-CA11CBE65119}"/>
          </ac:spMkLst>
        </pc:spChg>
        <pc:spChg chg="add mod">
          <ac:chgData name="Nicolás Ospina Mendivelso" userId="c12e27cc-d421-4608-8b81-7792adb243ec" providerId="ADAL" clId="{4CBB41AE-2C0F-45CA-A384-2858087C8D1E}" dt="2026-05-06T03:38:41.410" v="677" actId="1036"/>
          <ac:spMkLst>
            <pc:docMk/>
            <pc:sldMk cId="3799827258" sldId="578"/>
            <ac:spMk id="79" creationId="{35F0529C-408C-5D0D-1E7D-75D66F2AAE53}"/>
          </ac:spMkLst>
        </pc:spChg>
        <pc:spChg chg="add mod">
          <ac:chgData name="Nicolás Ospina Mendivelso" userId="c12e27cc-d421-4608-8b81-7792adb243ec" providerId="ADAL" clId="{4CBB41AE-2C0F-45CA-A384-2858087C8D1E}" dt="2026-05-06T03:17:24.591" v="576" actId="164"/>
          <ac:spMkLst>
            <pc:docMk/>
            <pc:sldMk cId="3799827258" sldId="578"/>
            <ac:spMk id="81" creationId="{1C79362F-398F-4EB6-2775-5EB57A50B065}"/>
          </ac:spMkLst>
        </pc:spChg>
        <pc:spChg chg="add mod">
          <ac:chgData name="Nicolás Ospina Mendivelso" userId="c12e27cc-d421-4608-8b81-7792adb243ec" providerId="ADAL" clId="{4CBB41AE-2C0F-45CA-A384-2858087C8D1E}" dt="2026-05-06T03:18:36.953" v="593" actId="208"/>
          <ac:spMkLst>
            <pc:docMk/>
            <pc:sldMk cId="3799827258" sldId="578"/>
            <ac:spMk id="85" creationId="{15738BEA-43CD-105A-5A08-1262B2286F6A}"/>
          </ac:spMkLst>
        </pc:spChg>
        <pc:spChg chg="add del mod">
          <ac:chgData name="Nicolás Ospina Mendivelso" userId="c12e27cc-d421-4608-8b81-7792adb243ec" providerId="ADAL" clId="{4CBB41AE-2C0F-45CA-A384-2858087C8D1E}" dt="2026-05-06T03:19:58.542" v="607" actId="478"/>
          <ac:spMkLst>
            <pc:docMk/>
            <pc:sldMk cId="3799827258" sldId="578"/>
            <ac:spMk id="86" creationId="{9D5BFAFA-CA9E-6429-E889-4D031C86D99E}"/>
          </ac:spMkLst>
        </pc:spChg>
        <pc:spChg chg="add del mod">
          <ac:chgData name="Nicolás Ospina Mendivelso" userId="c12e27cc-d421-4608-8b81-7792adb243ec" providerId="ADAL" clId="{4CBB41AE-2C0F-45CA-A384-2858087C8D1E}" dt="2026-05-06T03:19:58.542" v="607" actId="478"/>
          <ac:spMkLst>
            <pc:docMk/>
            <pc:sldMk cId="3799827258" sldId="578"/>
            <ac:spMk id="87" creationId="{9EF370F0-D875-8C97-57F9-772138F64B03}"/>
          </ac:spMkLst>
        </pc:spChg>
        <pc:spChg chg="mod">
          <ac:chgData name="Nicolás Ospina Mendivelso" userId="c12e27cc-d421-4608-8b81-7792adb243ec" providerId="ADAL" clId="{4CBB41AE-2C0F-45CA-A384-2858087C8D1E}" dt="2026-05-06T03:18:49.368" v="594"/>
          <ac:spMkLst>
            <pc:docMk/>
            <pc:sldMk cId="3799827258" sldId="578"/>
            <ac:spMk id="92" creationId="{1B447228-8908-7F44-E639-7AAE243D4403}"/>
          </ac:spMkLst>
        </pc:spChg>
        <pc:spChg chg="del mod">
          <ac:chgData name="Nicolás Ospina Mendivelso" userId="c12e27cc-d421-4608-8b81-7792adb243ec" providerId="ADAL" clId="{4CBB41AE-2C0F-45CA-A384-2858087C8D1E}" dt="2026-05-06T03:19:03.914" v="596" actId="478"/>
          <ac:spMkLst>
            <pc:docMk/>
            <pc:sldMk cId="3799827258" sldId="578"/>
            <ac:spMk id="95" creationId="{FBADA636-4875-857F-1E85-56FBB651A841}"/>
          </ac:spMkLst>
        </pc:spChg>
        <pc:spChg chg="mod">
          <ac:chgData name="Nicolás Ospina Mendivelso" userId="c12e27cc-d421-4608-8b81-7792adb243ec" providerId="ADAL" clId="{4CBB41AE-2C0F-45CA-A384-2858087C8D1E}" dt="2026-05-06T03:18:49.368" v="594"/>
          <ac:spMkLst>
            <pc:docMk/>
            <pc:sldMk cId="3799827258" sldId="578"/>
            <ac:spMk id="96" creationId="{AA093EF1-17AA-E4D3-28E9-9FF1D6FAA2A3}"/>
          </ac:spMkLst>
        </pc:spChg>
        <pc:spChg chg="mod">
          <ac:chgData name="Nicolás Ospina Mendivelso" userId="c12e27cc-d421-4608-8b81-7792adb243ec" providerId="ADAL" clId="{4CBB41AE-2C0F-45CA-A384-2858087C8D1E}" dt="2026-05-06T03:18:49.368" v="594"/>
          <ac:spMkLst>
            <pc:docMk/>
            <pc:sldMk cId="3799827258" sldId="578"/>
            <ac:spMk id="98" creationId="{95A7279C-5835-A7BC-71FA-66B9C4C403CA}"/>
          </ac:spMkLst>
        </pc:spChg>
        <pc:spChg chg="mod">
          <ac:chgData name="Nicolás Ospina Mendivelso" userId="c12e27cc-d421-4608-8b81-7792adb243ec" providerId="ADAL" clId="{4CBB41AE-2C0F-45CA-A384-2858087C8D1E}" dt="2026-05-06T03:18:49.368" v="594"/>
          <ac:spMkLst>
            <pc:docMk/>
            <pc:sldMk cId="3799827258" sldId="578"/>
            <ac:spMk id="101" creationId="{F28C4730-7A0A-DC83-6122-E3DCB559FC43}"/>
          </ac:spMkLst>
        </pc:spChg>
        <pc:spChg chg="mod">
          <ac:chgData name="Nicolás Ospina Mendivelso" userId="c12e27cc-d421-4608-8b81-7792adb243ec" providerId="ADAL" clId="{4CBB41AE-2C0F-45CA-A384-2858087C8D1E}" dt="2026-05-06T03:18:49.368" v="594"/>
          <ac:spMkLst>
            <pc:docMk/>
            <pc:sldMk cId="3799827258" sldId="578"/>
            <ac:spMk id="102" creationId="{E2CCFC04-F84F-002D-4E85-E5BD95DBF211}"/>
          </ac:spMkLst>
        </pc:spChg>
        <pc:spChg chg="mod">
          <ac:chgData name="Nicolás Ospina Mendivelso" userId="c12e27cc-d421-4608-8b81-7792adb243ec" providerId="ADAL" clId="{4CBB41AE-2C0F-45CA-A384-2858087C8D1E}" dt="2026-05-06T03:18:49.368" v="594"/>
          <ac:spMkLst>
            <pc:docMk/>
            <pc:sldMk cId="3799827258" sldId="578"/>
            <ac:spMk id="103" creationId="{6471ADFD-853B-81B2-EF4A-06F353EE6328}"/>
          </ac:spMkLst>
        </pc:spChg>
        <pc:spChg chg="mod">
          <ac:chgData name="Nicolás Ospina Mendivelso" userId="c12e27cc-d421-4608-8b81-7792adb243ec" providerId="ADAL" clId="{4CBB41AE-2C0F-45CA-A384-2858087C8D1E}" dt="2026-05-06T03:18:49.368" v="594"/>
          <ac:spMkLst>
            <pc:docMk/>
            <pc:sldMk cId="3799827258" sldId="578"/>
            <ac:spMk id="104" creationId="{08D8C436-A70F-15A0-82F2-1B9F330630EE}"/>
          </ac:spMkLst>
        </pc:spChg>
        <pc:spChg chg="add mod">
          <ac:chgData name="Nicolás Ospina Mendivelso" userId="c12e27cc-d421-4608-8b81-7792adb243ec" providerId="ADAL" clId="{4CBB41AE-2C0F-45CA-A384-2858087C8D1E}" dt="2026-05-06T03:38:41.410" v="677" actId="1036"/>
          <ac:spMkLst>
            <pc:docMk/>
            <pc:sldMk cId="3799827258" sldId="578"/>
            <ac:spMk id="108" creationId="{D8A59551-BC15-F619-D8A1-743E27B2D98B}"/>
          </ac:spMkLst>
        </pc:spChg>
        <pc:spChg chg="add mod">
          <ac:chgData name="Nicolás Ospina Mendivelso" userId="c12e27cc-d421-4608-8b81-7792adb243ec" providerId="ADAL" clId="{4CBB41AE-2C0F-45CA-A384-2858087C8D1E}" dt="2026-05-06T03:38:41.410" v="677" actId="1036"/>
          <ac:spMkLst>
            <pc:docMk/>
            <pc:sldMk cId="3799827258" sldId="578"/>
            <ac:spMk id="109" creationId="{45494434-B714-C5C8-1985-4D259FEEEA96}"/>
          </ac:spMkLst>
        </pc:spChg>
        <pc:spChg chg="add mod">
          <ac:chgData name="Nicolás Ospina Mendivelso" userId="c12e27cc-d421-4608-8b81-7792adb243ec" providerId="ADAL" clId="{4CBB41AE-2C0F-45CA-A384-2858087C8D1E}" dt="2026-05-06T03:38:41.410" v="677" actId="1036"/>
          <ac:spMkLst>
            <pc:docMk/>
            <pc:sldMk cId="3799827258" sldId="578"/>
            <ac:spMk id="110" creationId="{4FE1F888-8E8A-DAA4-534C-D39774D172DC}"/>
          </ac:spMkLst>
        </pc:spChg>
        <pc:spChg chg="add mod">
          <ac:chgData name="Nicolás Ospina Mendivelso" userId="c12e27cc-d421-4608-8b81-7792adb243ec" providerId="ADAL" clId="{4CBB41AE-2C0F-45CA-A384-2858087C8D1E}" dt="2026-05-06T03:30:19.819" v="627" actId="1036"/>
          <ac:spMkLst>
            <pc:docMk/>
            <pc:sldMk cId="3799827258" sldId="578"/>
            <ac:spMk id="111" creationId="{74ECE694-B4DD-989C-9126-53AAB4CEAA54}"/>
          </ac:spMkLst>
        </pc:spChg>
        <pc:spChg chg="add mod">
          <ac:chgData name="Nicolás Ospina Mendivelso" userId="c12e27cc-d421-4608-8b81-7792adb243ec" providerId="ADAL" clId="{4CBB41AE-2C0F-45CA-A384-2858087C8D1E}" dt="2026-05-06T03:38:41.410" v="677" actId="1036"/>
          <ac:spMkLst>
            <pc:docMk/>
            <pc:sldMk cId="3799827258" sldId="578"/>
            <ac:spMk id="113" creationId="{79A16A96-D099-A96B-E13C-CD3146BF9C20}"/>
          </ac:spMkLst>
        </pc:spChg>
        <pc:spChg chg="add mod">
          <ac:chgData name="Nicolás Ospina Mendivelso" userId="c12e27cc-d421-4608-8b81-7792adb243ec" providerId="ADAL" clId="{4CBB41AE-2C0F-45CA-A384-2858087C8D1E}" dt="2026-05-06T03:38:26.281" v="659" actId="1076"/>
          <ac:spMkLst>
            <pc:docMk/>
            <pc:sldMk cId="3799827258" sldId="578"/>
            <ac:spMk id="115" creationId="{0B047C40-3187-F4EB-406B-F52C393D8087}"/>
          </ac:spMkLst>
        </pc:spChg>
        <pc:spChg chg="add mod">
          <ac:chgData name="Nicolás Ospina Mendivelso" userId="c12e27cc-d421-4608-8b81-7792adb243ec" providerId="ADAL" clId="{4CBB41AE-2C0F-45CA-A384-2858087C8D1E}" dt="2026-05-06T03:40:28.667" v="681" actId="1076"/>
          <ac:spMkLst>
            <pc:docMk/>
            <pc:sldMk cId="3799827258" sldId="578"/>
            <ac:spMk id="116" creationId="{251D0BDD-80B3-F1F1-EC17-2C4ED60345D1}"/>
          </ac:spMkLst>
        </pc:spChg>
        <pc:grpChg chg="mod">
          <ac:chgData name="Nicolás Ospina Mendivelso" userId="c12e27cc-d421-4608-8b81-7792adb243ec" providerId="ADAL" clId="{4CBB41AE-2C0F-45CA-A384-2858087C8D1E}" dt="2026-05-06T03:10:52.510" v="424" actId="1076"/>
          <ac:grpSpMkLst>
            <pc:docMk/>
            <pc:sldMk cId="3799827258" sldId="578"/>
            <ac:grpSpMk id="5" creationId="{7D5F4D61-5B9B-928B-8759-2BB40970DB72}"/>
          </ac:grpSpMkLst>
        </pc:grpChg>
        <pc:grpChg chg="mod">
          <ac:chgData name="Nicolás Ospina Mendivelso" userId="c12e27cc-d421-4608-8b81-7792adb243ec" providerId="ADAL" clId="{4CBB41AE-2C0F-45CA-A384-2858087C8D1E}" dt="2026-05-06T03:22:26.490" v="612" actId="1076"/>
          <ac:grpSpMkLst>
            <pc:docMk/>
            <pc:sldMk cId="3799827258" sldId="578"/>
            <ac:grpSpMk id="6" creationId="{E2F08E09-8F92-EE4D-A838-10D5251D4270}"/>
          </ac:grpSpMkLst>
        </pc:grpChg>
        <pc:grpChg chg="mod">
          <ac:chgData name="Nicolás Ospina Mendivelso" userId="c12e27cc-d421-4608-8b81-7792adb243ec" providerId="ADAL" clId="{4CBB41AE-2C0F-45CA-A384-2858087C8D1E}" dt="2026-05-06T03:19:42.199" v="606" actId="1036"/>
          <ac:grpSpMkLst>
            <pc:docMk/>
            <pc:sldMk cId="3799827258" sldId="578"/>
            <ac:grpSpMk id="8" creationId="{8C2F7085-AC09-E767-F453-DF396FAE69AE}"/>
          </ac:grpSpMkLst>
        </pc:grpChg>
        <pc:grpChg chg="mod">
          <ac:chgData name="Nicolás Ospina Mendivelso" userId="c12e27cc-d421-4608-8b81-7792adb243ec" providerId="ADAL" clId="{4CBB41AE-2C0F-45CA-A384-2858087C8D1E}" dt="2026-05-06T03:17:24.591" v="576" actId="164"/>
          <ac:grpSpMkLst>
            <pc:docMk/>
            <pc:sldMk cId="3799827258" sldId="578"/>
            <ac:grpSpMk id="10" creationId="{B60A7F0A-2CB4-0BBB-697C-EF8B9238783C}"/>
          </ac:grpSpMkLst>
        </pc:grpChg>
        <pc:grpChg chg="mod">
          <ac:chgData name="Nicolás Ospina Mendivelso" userId="c12e27cc-d421-4608-8b81-7792adb243ec" providerId="ADAL" clId="{4CBB41AE-2C0F-45CA-A384-2858087C8D1E}" dt="2026-05-06T03:17:31.106" v="577" actId="164"/>
          <ac:grpSpMkLst>
            <pc:docMk/>
            <pc:sldMk cId="3799827258" sldId="578"/>
            <ac:grpSpMk id="12" creationId="{FE8D6C21-1582-29FD-08C5-9D0C2B0A8E1F}"/>
          </ac:grpSpMkLst>
        </pc:grpChg>
        <pc:grpChg chg="add mod">
          <ac:chgData name="Nicolás Ospina Mendivelso" userId="c12e27cc-d421-4608-8b81-7792adb243ec" providerId="ADAL" clId="{4CBB41AE-2C0F-45CA-A384-2858087C8D1E}" dt="2026-05-06T03:17:38.857" v="578" actId="1076"/>
          <ac:grpSpMkLst>
            <pc:docMk/>
            <pc:sldMk cId="3799827258" sldId="578"/>
            <ac:grpSpMk id="82" creationId="{A606367B-6525-90D8-2BEB-1EE5677D4BE0}"/>
          </ac:grpSpMkLst>
        </pc:grpChg>
        <pc:grpChg chg="add mod">
          <ac:chgData name="Nicolás Ospina Mendivelso" userId="c12e27cc-d421-4608-8b81-7792adb243ec" providerId="ADAL" clId="{4CBB41AE-2C0F-45CA-A384-2858087C8D1E}" dt="2026-05-06T03:17:31.106" v="577" actId="164"/>
          <ac:grpSpMkLst>
            <pc:docMk/>
            <pc:sldMk cId="3799827258" sldId="578"/>
            <ac:grpSpMk id="83" creationId="{E5B0163A-57A6-A75E-DEA6-DC2919147E6F}"/>
          </ac:grpSpMkLst>
        </pc:grpChg>
        <pc:grpChg chg="del mod">
          <ac:chgData name="Nicolás Ospina Mendivelso" userId="c12e27cc-d421-4608-8b81-7792adb243ec" providerId="ADAL" clId="{4CBB41AE-2C0F-45CA-A384-2858087C8D1E}" dt="2026-05-06T03:19:17.997" v="601" actId="478"/>
          <ac:grpSpMkLst>
            <pc:docMk/>
            <pc:sldMk cId="3799827258" sldId="578"/>
            <ac:grpSpMk id="88" creationId="{E59A0D9C-3BCA-1B8B-7A23-D6DF46FBAA53}"/>
          </ac:grpSpMkLst>
        </pc:grpChg>
        <pc:cxnChg chg="mod">
          <ac:chgData name="Nicolás Ospina Mendivelso" userId="c12e27cc-d421-4608-8b81-7792adb243ec" providerId="ADAL" clId="{4CBB41AE-2C0F-45CA-A384-2858087C8D1E}" dt="2026-05-06T03:22:26.490" v="612" actId="1076"/>
          <ac:cxnSpMkLst>
            <pc:docMk/>
            <pc:sldMk cId="3799827258" sldId="578"/>
            <ac:cxnSpMk id="56" creationId="{2F4B6464-CFB9-82F5-D928-5D16788B872F}"/>
          </ac:cxnSpMkLst>
        </pc:cxnChg>
        <pc:cxnChg chg="mod">
          <ac:chgData name="Nicolás Ospina Mendivelso" userId="c12e27cc-d421-4608-8b81-7792adb243ec" providerId="ADAL" clId="{4CBB41AE-2C0F-45CA-A384-2858087C8D1E}" dt="2026-05-06T03:22:26.490" v="612" actId="1076"/>
          <ac:cxnSpMkLst>
            <pc:docMk/>
            <pc:sldMk cId="3799827258" sldId="578"/>
            <ac:cxnSpMk id="58" creationId="{E508FBCA-66CF-0BFD-EA34-2E81F8131264}"/>
          </ac:cxnSpMkLst>
        </pc:cxnChg>
        <pc:cxnChg chg="mod">
          <ac:chgData name="Nicolás Ospina Mendivelso" userId="c12e27cc-d421-4608-8b81-7792adb243ec" providerId="ADAL" clId="{4CBB41AE-2C0F-45CA-A384-2858087C8D1E}" dt="2026-05-06T03:19:42.199" v="606" actId="1036"/>
          <ac:cxnSpMkLst>
            <pc:docMk/>
            <pc:sldMk cId="3799827258" sldId="578"/>
            <ac:cxnSpMk id="60" creationId="{1B6C3957-ED94-38E6-779A-C6F4A8458ACC}"/>
          </ac:cxnSpMkLst>
        </pc:cxnChg>
        <pc:cxnChg chg="mod">
          <ac:chgData name="Nicolás Ospina Mendivelso" userId="c12e27cc-d421-4608-8b81-7792adb243ec" providerId="ADAL" clId="{4CBB41AE-2C0F-45CA-A384-2858087C8D1E}" dt="2026-05-06T03:19:42.199" v="606" actId="1036"/>
          <ac:cxnSpMkLst>
            <pc:docMk/>
            <pc:sldMk cId="3799827258" sldId="578"/>
            <ac:cxnSpMk id="62" creationId="{A5E74DD5-7085-68EB-CF00-F53FFF5BAE2F}"/>
          </ac:cxnSpMkLst>
        </pc:cxnChg>
        <pc:cxnChg chg="mod">
          <ac:chgData name="Nicolás Ospina Mendivelso" userId="c12e27cc-d421-4608-8b81-7792adb243ec" providerId="ADAL" clId="{4CBB41AE-2C0F-45CA-A384-2858087C8D1E}" dt="2026-05-06T03:17:24.591" v="576" actId="164"/>
          <ac:cxnSpMkLst>
            <pc:docMk/>
            <pc:sldMk cId="3799827258" sldId="578"/>
            <ac:cxnSpMk id="64" creationId="{DCD87AA3-EECD-4033-B409-F9F81D5BB400}"/>
          </ac:cxnSpMkLst>
        </pc:cxnChg>
        <pc:cxnChg chg="mod">
          <ac:chgData name="Nicolás Ospina Mendivelso" userId="c12e27cc-d421-4608-8b81-7792adb243ec" providerId="ADAL" clId="{4CBB41AE-2C0F-45CA-A384-2858087C8D1E}" dt="2026-05-06T03:17:24.591" v="576" actId="164"/>
          <ac:cxnSpMkLst>
            <pc:docMk/>
            <pc:sldMk cId="3799827258" sldId="578"/>
            <ac:cxnSpMk id="66" creationId="{1E748029-F960-6D4E-C1E5-B489CB3B5C47}"/>
          </ac:cxnSpMkLst>
        </pc:cxnChg>
        <pc:cxnChg chg="mod">
          <ac:chgData name="Nicolás Ospina Mendivelso" userId="c12e27cc-d421-4608-8b81-7792adb243ec" providerId="ADAL" clId="{4CBB41AE-2C0F-45CA-A384-2858087C8D1E}" dt="2026-05-06T03:17:31.106" v="577" actId="164"/>
          <ac:cxnSpMkLst>
            <pc:docMk/>
            <pc:sldMk cId="3799827258" sldId="578"/>
            <ac:cxnSpMk id="68" creationId="{331528C5-82FD-4873-80CC-20952B26AB9E}"/>
          </ac:cxnSpMkLst>
        </pc:cxnChg>
        <pc:cxnChg chg="mod">
          <ac:chgData name="Nicolás Ospina Mendivelso" userId="c12e27cc-d421-4608-8b81-7792adb243ec" providerId="ADAL" clId="{4CBB41AE-2C0F-45CA-A384-2858087C8D1E}" dt="2026-05-06T03:17:31.106" v="577" actId="164"/>
          <ac:cxnSpMkLst>
            <pc:docMk/>
            <pc:sldMk cId="3799827258" sldId="578"/>
            <ac:cxnSpMk id="70" creationId="{D59331DC-56BE-711B-1499-E788EB1D9791}"/>
          </ac:cxnSpMkLst>
        </pc:cxnChg>
        <pc:cxnChg chg="add mod">
          <ac:chgData name="Nicolás Ospina Mendivelso" userId="c12e27cc-d421-4608-8b81-7792adb243ec" providerId="ADAL" clId="{4CBB41AE-2C0F-45CA-A384-2858087C8D1E}" dt="2026-05-06T03:17:31.106" v="577" actId="164"/>
          <ac:cxnSpMkLst>
            <pc:docMk/>
            <pc:sldMk cId="3799827258" sldId="578"/>
            <ac:cxnSpMk id="73" creationId="{BC52A54E-F4A5-B3E0-D81F-3F4DFAACD63E}"/>
          </ac:cxnSpMkLst>
        </pc:cxnChg>
        <pc:cxnChg chg="add mod">
          <ac:chgData name="Nicolás Ospina Mendivelso" userId="c12e27cc-d421-4608-8b81-7792adb243ec" providerId="ADAL" clId="{4CBB41AE-2C0F-45CA-A384-2858087C8D1E}" dt="2026-05-06T03:14:47.117" v="446" actId="1076"/>
          <ac:cxnSpMkLst>
            <pc:docMk/>
            <pc:sldMk cId="3799827258" sldId="578"/>
            <ac:cxnSpMk id="76" creationId="{00A9BFCF-BC4A-5CD0-8D25-948B693FBD3B}"/>
          </ac:cxnSpMkLst>
        </pc:cxnChg>
        <pc:cxnChg chg="add mod">
          <ac:chgData name="Nicolás Ospina Mendivelso" userId="c12e27cc-d421-4608-8b81-7792adb243ec" providerId="ADAL" clId="{4CBB41AE-2C0F-45CA-A384-2858087C8D1E}" dt="2026-05-06T03:17:24.591" v="576" actId="164"/>
          <ac:cxnSpMkLst>
            <pc:docMk/>
            <pc:sldMk cId="3799827258" sldId="578"/>
            <ac:cxnSpMk id="77" creationId="{EB5EB5E8-0F24-2881-79B6-D7316A7AD993}"/>
          </ac:cxnSpMkLst>
        </pc:cxnChg>
        <pc:cxnChg chg="add mod">
          <ac:chgData name="Nicolás Ospina Mendivelso" userId="c12e27cc-d421-4608-8b81-7792adb243ec" providerId="ADAL" clId="{4CBB41AE-2C0F-45CA-A384-2858087C8D1E}" dt="2026-05-06T03:18:03.870" v="590" actId="1038"/>
          <ac:cxnSpMkLst>
            <pc:docMk/>
            <pc:sldMk cId="3799827258" sldId="578"/>
            <ac:cxnSpMk id="84" creationId="{B1CB9AE2-BCC4-477F-BACC-D6B58FE8A118}"/>
          </ac:cxnSpMkLst>
        </pc:cxnChg>
        <pc:cxnChg chg="mod">
          <ac:chgData name="Nicolás Ospina Mendivelso" userId="c12e27cc-d421-4608-8b81-7792adb243ec" providerId="ADAL" clId="{4CBB41AE-2C0F-45CA-A384-2858087C8D1E}" dt="2026-05-06T03:18:56.650" v="595" actId="1076"/>
          <ac:cxnSpMkLst>
            <pc:docMk/>
            <pc:sldMk cId="3799827258" sldId="578"/>
            <ac:cxnSpMk id="105" creationId="{C902CF2F-C6A3-2368-DDB8-4C839A9A18F8}"/>
          </ac:cxnSpMkLst>
        </pc:cxnChg>
        <pc:cxnChg chg="add mod">
          <ac:chgData name="Nicolás Ospina Mendivelso" userId="c12e27cc-d421-4608-8b81-7792adb243ec" providerId="ADAL" clId="{4CBB41AE-2C0F-45CA-A384-2858087C8D1E}" dt="2026-05-06T03:19:42.199" v="606" actId="1036"/>
          <ac:cxnSpMkLst>
            <pc:docMk/>
            <pc:sldMk cId="3799827258" sldId="578"/>
            <ac:cxnSpMk id="106" creationId="{064315EC-E768-CD1B-211D-8F7D348B22A2}"/>
          </ac:cxnSpMkLst>
        </pc:cxnChg>
        <pc:cxnChg chg="add mod">
          <ac:chgData name="Nicolás Ospina Mendivelso" userId="c12e27cc-d421-4608-8b81-7792adb243ec" providerId="ADAL" clId="{4CBB41AE-2C0F-45CA-A384-2858087C8D1E}" dt="2026-05-06T03:31:54.698" v="653" actId="1076"/>
          <ac:cxnSpMkLst>
            <pc:docMk/>
            <pc:sldMk cId="3799827258" sldId="578"/>
            <ac:cxnSpMk id="107" creationId="{664488D7-CCDF-97FC-7240-85433EF6C5BA}"/>
          </ac:cxnSpMkLst>
        </pc:cxnChg>
      </pc:sldChg>
      <pc:sldChg chg="addSp modSp mod modNotesTx">
        <pc:chgData name="Nicolás Ospina Mendivelso" userId="c12e27cc-d421-4608-8b81-7792adb243ec" providerId="ADAL" clId="{4CBB41AE-2C0F-45CA-A384-2858087C8D1E}" dt="2026-05-06T03:10:34.343" v="422" actId="1076"/>
        <pc:sldMkLst>
          <pc:docMk/>
          <pc:sldMk cId="2045434432" sldId="579"/>
        </pc:sldMkLst>
        <pc:spChg chg="add mod">
          <ac:chgData name="Nicolás Ospina Mendivelso" userId="c12e27cc-d421-4608-8b81-7792adb243ec" providerId="ADAL" clId="{4CBB41AE-2C0F-45CA-A384-2858087C8D1E}" dt="2026-05-05T16:04:37.984" v="31" actId="14100"/>
          <ac:spMkLst>
            <pc:docMk/>
            <pc:sldMk cId="2045434432" sldId="579"/>
            <ac:spMk id="117" creationId="{0E8AEA0E-0C82-2A6B-4C03-35B288C1DFB2}"/>
          </ac:spMkLst>
        </pc:spChg>
        <pc:spChg chg="add mod">
          <ac:chgData name="Nicolás Ospina Mendivelso" userId="c12e27cc-d421-4608-8b81-7792adb243ec" providerId="ADAL" clId="{4CBB41AE-2C0F-45CA-A384-2858087C8D1E}" dt="2026-05-05T16:04:55.036" v="35" actId="1076"/>
          <ac:spMkLst>
            <pc:docMk/>
            <pc:sldMk cId="2045434432" sldId="579"/>
            <ac:spMk id="118" creationId="{59ADCB4D-1A85-0BD2-41FE-24AF829F6416}"/>
          </ac:spMkLst>
        </pc:spChg>
        <pc:spChg chg="add mod">
          <ac:chgData name="Nicolás Ospina Mendivelso" userId="c12e27cc-d421-4608-8b81-7792adb243ec" providerId="ADAL" clId="{4CBB41AE-2C0F-45CA-A384-2858087C8D1E}" dt="2026-05-06T03:10:34.343" v="422" actId="1076"/>
          <ac:spMkLst>
            <pc:docMk/>
            <pc:sldMk cId="2045434432" sldId="579"/>
            <ac:spMk id="119" creationId="{EE3C6830-0E7C-18A6-2F3C-C03C0B10BB2E}"/>
          </ac:spMkLst>
        </pc:spChg>
      </pc:sldChg>
      <pc:sldChg chg="addSp delSp modSp mod modShow modNotesTx">
        <pc:chgData name="Nicolás Ospina Mendivelso" userId="c12e27cc-d421-4608-8b81-7792adb243ec" providerId="ADAL" clId="{4CBB41AE-2C0F-45CA-A384-2858087C8D1E}" dt="2026-05-05T16:20:43.495" v="186" actId="34476"/>
        <pc:sldMkLst>
          <pc:docMk/>
          <pc:sldMk cId="376003240" sldId="581"/>
        </pc:sldMkLst>
        <pc:spChg chg="add mod">
          <ac:chgData name="Nicolás Ospina Mendivelso" userId="c12e27cc-d421-4608-8b81-7792adb243ec" providerId="ADAL" clId="{4CBB41AE-2C0F-45CA-A384-2858087C8D1E}" dt="2026-05-05T16:18:28.049" v="167" actId="1076"/>
          <ac:spMkLst>
            <pc:docMk/>
            <pc:sldMk cId="376003240" sldId="581"/>
            <ac:spMk id="5" creationId="{CE893241-9EB6-C82B-785C-06BD06995CCF}"/>
          </ac:spMkLst>
        </pc:spChg>
        <pc:spChg chg="add del mod">
          <ac:chgData name="Nicolás Ospina Mendivelso" userId="c12e27cc-d421-4608-8b81-7792adb243ec" providerId="ADAL" clId="{4CBB41AE-2C0F-45CA-A384-2858087C8D1E}" dt="2026-05-05T16:20:30.728" v="185"/>
          <ac:spMkLst>
            <pc:docMk/>
            <pc:sldMk cId="376003240" sldId="581"/>
            <ac:spMk id="8" creationId="{C7D006FC-FD2B-798F-8CB2-FC97D439D211}"/>
          </ac:spMkLst>
        </pc:spChg>
        <pc:spChg chg="add mod">
          <ac:chgData name="Nicolás Ospina Mendivelso" userId="c12e27cc-d421-4608-8b81-7792adb243ec" providerId="ADAL" clId="{4CBB41AE-2C0F-45CA-A384-2858087C8D1E}" dt="2026-05-05T16:20:28.406" v="183" actId="1038"/>
          <ac:spMkLst>
            <pc:docMk/>
            <pc:sldMk cId="376003240" sldId="581"/>
            <ac:spMk id="9" creationId="{60056535-5B93-5682-FAE3-6DEB8940DEF4}"/>
          </ac:spMkLst>
        </pc:spChg>
        <pc:picChg chg="add mod">
          <ac:chgData name="Nicolás Ospina Mendivelso" userId="c12e27cc-d421-4608-8b81-7792adb243ec" providerId="ADAL" clId="{4CBB41AE-2C0F-45CA-A384-2858087C8D1E}" dt="2026-05-05T16:17:11.059" v="160" actId="1076"/>
          <ac:picMkLst>
            <pc:docMk/>
            <pc:sldMk cId="376003240" sldId="581"/>
            <ac:picMk id="1026" creationId="{2B10ABE8-3F7C-7727-B6BB-5ED4C5987553}"/>
          </ac:picMkLst>
        </pc:picChg>
        <pc:picChg chg="add mod">
          <ac:chgData name="Nicolás Ospina Mendivelso" userId="c12e27cc-d421-4608-8b81-7792adb243ec" providerId="ADAL" clId="{4CBB41AE-2C0F-45CA-A384-2858087C8D1E}" dt="2026-05-05T16:16:59.904" v="155" actId="1076"/>
          <ac:picMkLst>
            <pc:docMk/>
            <pc:sldMk cId="376003240" sldId="581"/>
            <ac:picMk id="1028" creationId="{7F987D0E-20D0-A986-969A-64F020CFC617}"/>
          </ac:picMkLst>
        </pc:picChg>
      </pc:sldChg>
      <pc:sldChg chg="addSp modSp mod">
        <pc:chgData name="Nicolás Ospina Mendivelso" userId="c12e27cc-d421-4608-8b81-7792adb243ec" providerId="ADAL" clId="{4CBB41AE-2C0F-45CA-A384-2858087C8D1E}" dt="2026-05-05T16:16:45.333" v="154"/>
        <pc:sldMkLst>
          <pc:docMk/>
          <pc:sldMk cId="3147415655" sldId="582"/>
        </pc:sldMkLst>
        <pc:spChg chg="add mod">
          <ac:chgData name="Nicolás Ospina Mendivelso" userId="c12e27cc-d421-4608-8b81-7792adb243ec" providerId="ADAL" clId="{4CBB41AE-2C0F-45CA-A384-2858087C8D1E}" dt="2026-05-05T16:16:45.333" v="154"/>
          <ac:spMkLst>
            <pc:docMk/>
            <pc:sldMk cId="3147415655" sldId="582"/>
            <ac:spMk id="5" creationId="{88F5B01B-EF9B-869C-CEAD-1787DB765960}"/>
          </ac:spMkLst>
        </pc:spChg>
        <pc:spChg chg="mod">
          <ac:chgData name="Nicolás Ospina Mendivelso" userId="c12e27cc-d421-4608-8b81-7792adb243ec" providerId="ADAL" clId="{4CBB41AE-2C0F-45CA-A384-2858087C8D1E}" dt="2026-05-05T16:16:33.745" v="151" actId="1076"/>
          <ac:spMkLst>
            <pc:docMk/>
            <pc:sldMk cId="3147415655" sldId="582"/>
            <ac:spMk id="120" creationId="{DCF54156-00B4-8479-DE2F-9E4CBCEADB9B}"/>
          </ac:spMkLst>
        </pc:spChg>
      </pc:sldChg>
      <pc:sldChg chg="addSp modSp add mod">
        <pc:chgData name="Nicolás Ospina Mendivelso" userId="c12e27cc-d421-4608-8b81-7792adb243ec" providerId="ADAL" clId="{4CBB41AE-2C0F-45CA-A384-2858087C8D1E}" dt="2026-05-05T16:09:58.324" v="86"/>
        <pc:sldMkLst>
          <pc:docMk/>
          <pc:sldMk cId="2615276585" sldId="583"/>
        </pc:sldMkLst>
        <pc:spChg chg="add mod">
          <ac:chgData name="Nicolás Ospina Mendivelso" userId="c12e27cc-d421-4608-8b81-7792adb243ec" providerId="ADAL" clId="{4CBB41AE-2C0F-45CA-A384-2858087C8D1E}" dt="2026-05-05T16:07:09.329" v="58" actId="14100"/>
          <ac:spMkLst>
            <pc:docMk/>
            <pc:sldMk cId="2615276585" sldId="583"/>
            <ac:spMk id="68" creationId="{B8CFE1C8-7351-8E42-5819-371EFEFF0C2B}"/>
          </ac:spMkLst>
        </pc:spChg>
        <pc:spChg chg="add mod">
          <ac:chgData name="Nicolás Ospina Mendivelso" userId="c12e27cc-d421-4608-8b81-7792adb243ec" providerId="ADAL" clId="{4CBB41AE-2C0F-45CA-A384-2858087C8D1E}" dt="2026-05-05T16:07:00.082" v="55" actId="14100"/>
          <ac:spMkLst>
            <pc:docMk/>
            <pc:sldMk cId="2615276585" sldId="583"/>
            <ac:spMk id="69" creationId="{8B3FB6DE-559E-9C4B-0E24-169542F6C094}"/>
          </ac:spMkLst>
        </pc:spChg>
        <pc:spChg chg="add mod">
          <ac:chgData name="Nicolás Ospina Mendivelso" userId="c12e27cc-d421-4608-8b81-7792adb243ec" providerId="ADAL" clId="{4CBB41AE-2C0F-45CA-A384-2858087C8D1E}" dt="2026-05-05T16:09:11.315" v="77" actId="20577"/>
          <ac:spMkLst>
            <pc:docMk/>
            <pc:sldMk cId="2615276585" sldId="583"/>
            <ac:spMk id="70" creationId="{8097059C-AEA0-234E-BCD5-DE6635107D5A}"/>
          </ac:spMkLst>
        </pc:spChg>
        <pc:spChg chg="add mod">
          <ac:chgData name="Nicolás Ospina Mendivelso" userId="c12e27cc-d421-4608-8b81-7792adb243ec" providerId="ADAL" clId="{4CBB41AE-2C0F-45CA-A384-2858087C8D1E}" dt="2026-05-05T16:09:18.913" v="79" actId="1076"/>
          <ac:spMkLst>
            <pc:docMk/>
            <pc:sldMk cId="2615276585" sldId="583"/>
            <ac:spMk id="73" creationId="{24A5AB54-8680-4EBC-F38E-35604C4D0299}"/>
          </ac:spMkLst>
        </pc:spChg>
        <pc:cxnChg chg="add mod">
          <ac:chgData name="Nicolás Ospina Mendivelso" userId="c12e27cc-d421-4608-8b81-7792adb243ec" providerId="ADAL" clId="{4CBB41AE-2C0F-45CA-A384-2858087C8D1E}" dt="2026-05-05T16:09:58.324" v="86"/>
          <ac:cxnSpMkLst>
            <pc:docMk/>
            <pc:sldMk cId="2615276585" sldId="583"/>
            <ac:cxnSpMk id="72" creationId="{F72EDDCD-84B7-BA11-4307-F93668AF0208}"/>
          </ac:cxnSpMkLst>
        </pc:cxnChg>
        <pc:cxnChg chg="add mod">
          <ac:chgData name="Nicolás Ospina Mendivelso" userId="c12e27cc-d421-4608-8b81-7792adb243ec" providerId="ADAL" clId="{4CBB41AE-2C0F-45CA-A384-2858087C8D1E}" dt="2026-05-05T16:09:51.765" v="85"/>
          <ac:cxnSpMkLst>
            <pc:docMk/>
            <pc:sldMk cId="2615276585" sldId="583"/>
            <ac:cxnSpMk id="74" creationId="{5EF829B7-2A0E-F100-F6E2-AFC848F40AD0}"/>
          </ac:cxnSpMkLst>
        </pc:cxnChg>
      </pc:sldChg>
      <pc:sldChg chg="delSp modSp add mod ord">
        <pc:chgData name="Nicolás Ospina Mendivelso" userId="c12e27cc-d421-4608-8b81-7792adb243ec" providerId="ADAL" clId="{4CBB41AE-2C0F-45CA-A384-2858087C8D1E}" dt="2026-05-06T02:44:09.138" v="228"/>
        <pc:sldMkLst>
          <pc:docMk/>
          <pc:sldMk cId="1387966010" sldId="584"/>
        </pc:sldMkLst>
        <pc:spChg chg="mod">
          <ac:chgData name="Nicolás Ospina Mendivelso" userId="c12e27cc-d421-4608-8b81-7792adb243ec" providerId="ADAL" clId="{4CBB41AE-2C0F-45CA-A384-2858087C8D1E}" dt="2026-05-06T02:44:05.267" v="226" actId="1036"/>
          <ac:spMkLst>
            <pc:docMk/>
            <pc:sldMk cId="1387966010" sldId="584"/>
            <ac:spMk id="10" creationId="{E0B8051E-9CF0-471E-4B6C-C7DFFA8187B1}"/>
          </ac:spMkLst>
        </pc:spChg>
        <pc:spChg chg="mod">
          <ac:chgData name="Nicolás Ospina Mendivelso" userId="c12e27cc-d421-4608-8b81-7792adb243ec" providerId="ADAL" clId="{4CBB41AE-2C0F-45CA-A384-2858087C8D1E}" dt="2026-05-06T02:44:05.267" v="226" actId="1036"/>
          <ac:spMkLst>
            <pc:docMk/>
            <pc:sldMk cId="1387966010" sldId="584"/>
            <ac:spMk id="13" creationId="{D55B9636-4DA8-C38A-BBCD-24A5BA7FC367}"/>
          </ac:spMkLst>
        </pc:spChg>
        <pc:spChg chg="mod">
          <ac:chgData name="Nicolás Ospina Mendivelso" userId="c12e27cc-d421-4608-8b81-7792adb243ec" providerId="ADAL" clId="{4CBB41AE-2C0F-45CA-A384-2858087C8D1E}" dt="2026-05-06T02:44:05.267" v="226" actId="1036"/>
          <ac:spMkLst>
            <pc:docMk/>
            <pc:sldMk cId="1387966010" sldId="584"/>
            <ac:spMk id="14" creationId="{1DD176C4-A1AE-6E3B-7215-BBDA1ABF2CB0}"/>
          </ac:spMkLst>
        </pc:spChg>
        <pc:spChg chg="mod">
          <ac:chgData name="Nicolás Ospina Mendivelso" userId="c12e27cc-d421-4608-8b81-7792adb243ec" providerId="ADAL" clId="{4CBB41AE-2C0F-45CA-A384-2858087C8D1E}" dt="2026-05-06T02:44:05.267" v="226" actId="1036"/>
          <ac:spMkLst>
            <pc:docMk/>
            <pc:sldMk cId="1387966010" sldId="584"/>
            <ac:spMk id="15" creationId="{468204FB-8918-E998-350A-F6F432B6CACF}"/>
          </ac:spMkLst>
        </pc:spChg>
        <pc:spChg chg="mod">
          <ac:chgData name="Nicolás Ospina Mendivelso" userId="c12e27cc-d421-4608-8b81-7792adb243ec" providerId="ADAL" clId="{4CBB41AE-2C0F-45CA-A384-2858087C8D1E}" dt="2026-05-06T02:44:05.267" v="226" actId="1036"/>
          <ac:spMkLst>
            <pc:docMk/>
            <pc:sldMk cId="1387966010" sldId="584"/>
            <ac:spMk id="18" creationId="{674AD2AE-3FCC-7805-3CAC-14C252340292}"/>
          </ac:spMkLst>
        </pc:spChg>
        <pc:spChg chg="mod">
          <ac:chgData name="Nicolás Ospina Mendivelso" userId="c12e27cc-d421-4608-8b81-7792adb243ec" providerId="ADAL" clId="{4CBB41AE-2C0F-45CA-A384-2858087C8D1E}" dt="2026-05-06T02:44:05.267" v="226" actId="1036"/>
          <ac:spMkLst>
            <pc:docMk/>
            <pc:sldMk cId="1387966010" sldId="584"/>
            <ac:spMk id="99" creationId="{6A75C2B0-0724-8C45-8CFB-B33B7B434F16}"/>
          </ac:spMkLst>
        </pc:spChg>
        <pc:spChg chg="mod">
          <ac:chgData name="Nicolás Ospina Mendivelso" userId="c12e27cc-d421-4608-8b81-7792adb243ec" providerId="ADAL" clId="{4CBB41AE-2C0F-45CA-A384-2858087C8D1E}" dt="2026-05-06T02:44:05.267" v="226" actId="1036"/>
          <ac:spMkLst>
            <pc:docMk/>
            <pc:sldMk cId="1387966010" sldId="584"/>
            <ac:spMk id="101" creationId="{C952D9DD-3F7A-AFB0-D37A-149FFDDA7974}"/>
          </ac:spMkLst>
        </pc:spChg>
        <pc:spChg chg="mod">
          <ac:chgData name="Nicolás Ospina Mendivelso" userId="c12e27cc-d421-4608-8b81-7792adb243ec" providerId="ADAL" clId="{4CBB41AE-2C0F-45CA-A384-2858087C8D1E}" dt="2026-05-06T02:44:05.267" v="226" actId="1036"/>
          <ac:spMkLst>
            <pc:docMk/>
            <pc:sldMk cId="1387966010" sldId="584"/>
            <ac:spMk id="103" creationId="{17120811-31CC-9E73-06C7-1E32C6989E1B}"/>
          </ac:spMkLst>
        </pc:spChg>
        <pc:spChg chg="del">
          <ac:chgData name="Nicolás Ospina Mendivelso" userId="c12e27cc-d421-4608-8b81-7792adb243ec" providerId="ADAL" clId="{4CBB41AE-2C0F-45CA-A384-2858087C8D1E}" dt="2026-05-06T02:43:57.858" v="211" actId="478"/>
          <ac:spMkLst>
            <pc:docMk/>
            <pc:sldMk cId="1387966010" sldId="584"/>
            <ac:spMk id="105" creationId="{49898168-A3B9-CCC6-6831-18079201FA5E}"/>
          </ac:spMkLst>
        </pc:spChg>
        <pc:cxnChg chg="mod">
          <ac:chgData name="Nicolás Ospina Mendivelso" userId="c12e27cc-d421-4608-8b81-7792adb243ec" providerId="ADAL" clId="{4CBB41AE-2C0F-45CA-A384-2858087C8D1E}" dt="2026-05-06T02:44:05.267" v="226" actId="1036"/>
          <ac:cxnSpMkLst>
            <pc:docMk/>
            <pc:sldMk cId="1387966010" sldId="584"/>
            <ac:cxnSpMk id="5" creationId="{22001BB9-E4CC-18F2-8151-3B05656A17AF}"/>
          </ac:cxnSpMkLst>
        </pc:cxnChg>
        <pc:cxnChg chg="mod">
          <ac:chgData name="Nicolás Ospina Mendivelso" userId="c12e27cc-d421-4608-8b81-7792adb243ec" providerId="ADAL" clId="{4CBB41AE-2C0F-45CA-A384-2858087C8D1E}" dt="2026-05-06T02:44:05.267" v="226" actId="1036"/>
          <ac:cxnSpMkLst>
            <pc:docMk/>
            <pc:sldMk cId="1387966010" sldId="584"/>
            <ac:cxnSpMk id="17" creationId="{F7FD533D-78F3-91BD-8B57-4600632341D1}"/>
          </ac:cxnSpMkLst>
        </pc:cxnChg>
        <pc:cxnChg chg="del mod">
          <ac:chgData name="Nicolás Ospina Mendivelso" userId="c12e27cc-d421-4608-8b81-7792adb243ec" providerId="ADAL" clId="{4CBB41AE-2C0F-45CA-A384-2858087C8D1E}" dt="2026-05-06T02:44:00.277" v="213" actId="478"/>
          <ac:cxnSpMkLst>
            <pc:docMk/>
            <pc:sldMk cId="1387966010" sldId="584"/>
            <ac:cxnSpMk id="19" creationId="{DBC7CB66-6546-420C-0447-68D414EB0AA4}"/>
          </ac:cxnSpMkLst>
        </pc:cxnChg>
      </pc:sldChg>
      <pc:sldChg chg="addSp delSp modSp add mod">
        <pc:chgData name="Nicolás Ospina Mendivelso" userId="c12e27cc-d421-4608-8b81-7792adb243ec" providerId="ADAL" clId="{4CBB41AE-2C0F-45CA-A384-2858087C8D1E}" dt="2026-05-06T03:07:03.095" v="419" actId="1076"/>
        <pc:sldMkLst>
          <pc:docMk/>
          <pc:sldMk cId="3924322865" sldId="585"/>
        </pc:sldMkLst>
        <pc:spChg chg="del">
          <ac:chgData name="Nicolás Ospina Mendivelso" userId="c12e27cc-d421-4608-8b81-7792adb243ec" providerId="ADAL" clId="{4CBB41AE-2C0F-45CA-A384-2858087C8D1E}" dt="2026-05-06T03:04:17.954" v="373" actId="478"/>
          <ac:spMkLst>
            <pc:docMk/>
            <pc:sldMk cId="3924322865" sldId="585"/>
            <ac:spMk id="9" creationId="{1A090D11-9CBD-8ADF-5F03-829F7A27B669}"/>
          </ac:spMkLst>
        </pc:spChg>
        <pc:spChg chg="del">
          <ac:chgData name="Nicolás Ospina Mendivelso" userId="c12e27cc-d421-4608-8b81-7792adb243ec" providerId="ADAL" clId="{4CBB41AE-2C0F-45CA-A384-2858087C8D1E}" dt="2026-05-06T03:04:17.954" v="373" actId="478"/>
          <ac:spMkLst>
            <pc:docMk/>
            <pc:sldMk cId="3924322865" sldId="585"/>
            <ac:spMk id="13" creationId="{DDB2FA3D-76A9-80D7-BEA7-C509886033B8}"/>
          </ac:spMkLst>
        </pc:spChg>
        <pc:spChg chg="del">
          <ac:chgData name="Nicolás Ospina Mendivelso" userId="c12e27cc-d421-4608-8b81-7792adb243ec" providerId="ADAL" clId="{4CBB41AE-2C0F-45CA-A384-2858087C8D1E}" dt="2026-05-06T03:04:17.954" v="373" actId="478"/>
          <ac:spMkLst>
            <pc:docMk/>
            <pc:sldMk cId="3924322865" sldId="585"/>
            <ac:spMk id="26" creationId="{DAEAF4F9-F019-6924-3AEE-75CDA1B33BAA}"/>
          </ac:spMkLst>
        </pc:spChg>
        <pc:spChg chg="del">
          <ac:chgData name="Nicolás Ospina Mendivelso" userId="c12e27cc-d421-4608-8b81-7792adb243ec" providerId="ADAL" clId="{4CBB41AE-2C0F-45CA-A384-2858087C8D1E}" dt="2026-05-06T03:03:57.713" v="370" actId="21"/>
          <ac:spMkLst>
            <pc:docMk/>
            <pc:sldMk cId="3924322865" sldId="585"/>
            <ac:spMk id="29" creationId="{0CAA7B82-C089-23CD-FD23-9190F794772D}"/>
          </ac:spMkLst>
        </pc:spChg>
        <pc:spChg chg="add mod">
          <ac:chgData name="Nicolás Ospina Mendivelso" userId="c12e27cc-d421-4608-8b81-7792adb243ec" providerId="ADAL" clId="{4CBB41AE-2C0F-45CA-A384-2858087C8D1E}" dt="2026-05-06T03:04:24.141" v="374" actId="1076"/>
          <ac:spMkLst>
            <pc:docMk/>
            <pc:sldMk cId="3924322865" sldId="585"/>
            <ac:spMk id="65" creationId="{0CAA7B82-C089-23CD-FD23-9190F794772D}"/>
          </ac:spMkLst>
        </pc:spChg>
        <pc:spChg chg="add mod ord">
          <ac:chgData name="Nicolás Ospina Mendivelso" userId="c12e27cc-d421-4608-8b81-7792adb243ec" providerId="ADAL" clId="{4CBB41AE-2C0F-45CA-A384-2858087C8D1E}" dt="2026-05-06T03:06:27.980" v="408" actId="167"/>
          <ac:spMkLst>
            <pc:docMk/>
            <pc:sldMk cId="3924322865" sldId="585"/>
            <ac:spMk id="67" creationId="{F02386C4-F2BA-5AD2-3614-9388A6674968}"/>
          </ac:spMkLst>
        </pc:spChg>
        <pc:spChg chg="del">
          <ac:chgData name="Nicolás Ospina Mendivelso" userId="c12e27cc-d421-4608-8b81-7792adb243ec" providerId="ADAL" clId="{4CBB41AE-2C0F-45CA-A384-2858087C8D1E}" dt="2026-05-06T03:04:17.954" v="373" actId="478"/>
          <ac:spMkLst>
            <pc:docMk/>
            <pc:sldMk cId="3924322865" sldId="585"/>
            <ac:spMk id="71" creationId="{05AFF5ED-C9E5-163E-3514-22266391188A}"/>
          </ac:spMkLst>
        </pc:spChg>
        <pc:spChg chg="add mod ord">
          <ac:chgData name="Nicolás Ospina Mendivelso" userId="c12e27cc-d421-4608-8b81-7792adb243ec" providerId="ADAL" clId="{4CBB41AE-2C0F-45CA-A384-2858087C8D1E}" dt="2026-05-06T03:06:43.388" v="412" actId="1076"/>
          <ac:spMkLst>
            <pc:docMk/>
            <pc:sldMk cId="3924322865" sldId="585"/>
            <ac:spMk id="73" creationId="{45051897-4103-CFB4-1FE8-D6A939BCC0B6}"/>
          </ac:spMkLst>
        </pc:spChg>
        <pc:spChg chg="add mod ord">
          <ac:chgData name="Nicolás Ospina Mendivelso" userId="c12e27cc-d421-4608-8b81-7792adb243ec" providerId="ADAL" clId="{4CBB41AE-2C0F-45CA-A384-2858087C8D1E}" dt="2026-05-06T03:06:55.107" v="416" actId="1076"/>
          <ac:spMkLst>
            <pc:docMk/>
            <pc:sldMk cId="3924322865" sldId="585"/>
            <ac:spMk id="74" creationId="{723B3204-5F43-DD9E-5E89-16263DD46D1C}"/>
          </ac:spMkLst>
        </pc:spChg>
        <pc:spChg chg="add mod ord">
          <ac:chgData name="Nicolás Ospina Mendivelso" userId="c12e27cc-d421-4608-8b81-7792adb243ec" providerId="ADAL" clId="{4CBB41AE-2C0F-45CA-A384-2858087C8D1E}" dt="2026-05-06T03:07:03.095" v="419" actId="1076"/>
          <ac:spMkLst>
            <pc:docMk/>
            <pc:sldMk cId="3924322865" sldId="585"/>
            <ac:spMk id="75" creationId="{854B5B05-1A79-24BF-D2CA-2AB3F4C4FBBB}"/>
          </ac:spMkLst>
        </pc:spChg>
        <pc:grpChg chg="del">
          <ac:chgData name="Nicolás Ospina Mendivelso" userId="c12e27cc-d421-4608-8b81-7792adb243ec" providerId="ADAL" clId="{4CBB41AE-2C0F-45CA-A384-2858087C8D1E}" dt="2026-05-06T03:04:17.954" v="373" actId="478"/>
          <ac:grpSpMkLst>
            <pc:docMk/>
            <pc:sldMk cId="3924322865" sldId="585"/>
            <ac:grpSpMk id="6" creationId="{3283483B-BB76-A8DB-E84A-43B057F607B0}"/>
          </ac:grpSpMkLst>
        </pc:grpChg>
        <pc:grpChg chg="del">
          <ac:chgData name="Nicolás Ospina Mendivelso" userId="c12e27cc-d421-4608-8b81-7792adb243ec" providerId="ADAL" clId="{4CBB41AE-2C0F-45CA-A384-2858087C8D1E}" dt="2026-05-06T03:04:17.954" v="373" actId="478"/>
          <ac:grpSpMkLst>
            <pc:docMk/>
            <pc:sldMk cId="3924322865" sldId="585"/>
            <ac:grpSpMk id="23" creationId="{5AF87E28-4098-DB1D-95EF-6A8AF49852FB}"/>
          </ac:grpSpMkLst>
        </pc:grpChg>
        <pc:cxnChg chg="del mod">
          <ac:chgData name="Nicolás Ospina Mendivelso" userId="c12e27cc-d421-4608-8b81-7792adb243ec" providerId="ADAL" clId="{4CBB41AE-2C0F-45CA-A384-2858087C8D1E}" dt="2026-05-06T03:04:17.954" v="373" actId="478"/>
          <ac:cxnSpMkLst>
            <pc:docMk/>
            <pc:sldMk cId="3924322865" sldId="585"/>
            <ac:cxnSpMk id="5" creationId="{2C952065-BF85-5410-487F-E3C0FC03E571}"/>
          </ac:cxnSpMkLst>
        </pc:cxnChg>
        <pc:cxnChg chg="del">
          <ac:chgData name="Nicolás Ospina Mendivelso" userId="c12e27cc-d421-4608-8b81-7792adb243ec" providerId="ADAL" clId="{4CBB41AE-2C0F-45CA-A384-2858087C8D1E}" dt="2026-05-06T03:04:17.954" v="373" actId="478"/>
          <ac:cxnSpMkLst>
            <pc:docMk/>
            <pc:sldMk cId="3924322865" sldId="585"/>
            <ac:cxnSpMk id="27" creationId="{3F1E15A8-57F0-E6B4-F9EE-483D6B418D0F}"/>
          </ac:cxnSpMkLst>
        </pc:cxnChg>
        <pc:cxnChg chg="del">
          <ac:chgData name="Nicolás Ospina Mendivelso" userId="c12e27cc-d421-4608-8b81-7792adb243ec" providerId="ADAL" clId="{4CBB41AE-2C0F-45CA-A384-2858087C8D1E}" dt="2026-05-06T03:04:17.954" v="373" actId="478"/>
          <ac:cxnSpMkLst>
            <pc:docMk/>
            <pc:sldMk cId="3924322865" sldId="585"/>
            <ac:cxnSpMk id="28" creationId="{7D0B71A2-E2B6-AF13-854C-50393C606625}"/>
          </ac:cxnSpMkLst>
        </pc:cxnChg>
      </pc:sldChg>
      <pc:sldChg chg="add del">
        <pc:chgData name="Nicolás Ospina Mendivelso" userId="c12e27cc-d421-4608-8b81-7792adb243ec" providerId="ADAL" clId="{4CBB41AE-2C0F-45CA-A384-2858087C8D1E}" dt="2026-05-06T03:38:32.837" v="660" actId="2696"/>
        <pc:sldMkLst>
          <pc:docMk/>
          <pc:sldMk cId="1973056749" sldId="586"/>
        </pc:sldMkLst>
      </pc:sldChg>
      <pc:sldChg chg="add">
        <pc:chgData name="Nicolás Ospina Mendivelso" userId="c12e27cc-d421-4608-8b81-7792adb243ec" providerId="ADAL" clId="{4CBB41AE-2C0F-45CA-A384-2858087C8D1E}" dt="2026-05-06T03:54:05.556" v="682"/>
        <pc:sldMkLst>
          <pc:docMk/>
          <pc:sldMk cId="2637760235" sldId="586"/>
        </pc:sldMkLst>
      </pc:sldChg>
    </pc:docChg>
  </pc:docChgLst>
  <pc:docChgLst>
    <pc:chgData name="Paula Daniela Ortiz Cuervo" userId="b126de26-f098-4025-8f19-a29a649d6ffc" providerId="ADAL" clId="{D21A2BB3-BE63-44AA-B349-ABEBA3C638C8}"/>
    <pc:docChg chg="undo custSel addSld delSld">
      <pc:chgData name="Paula Daniela Ortiz Cuervo" userId="b126de26-f098-4025-8f19-a29a649d6ffc" providerId="ADAL" clId="{D21A2BB3-BE63-44AA-B349-ABEBA3C638C8}" dt="2026-05-05T17:49:38.578" v="1" actId="2696"/>
      <pc:docMkLst>
        <pc:docMk/>
      </pc:docMkLst>
      <pc:sldChg chg="add del">
        <pc:chgData name="Paula Daniela Ortiz Cuervo" userId="b126de26-f098-4025-8f19-a29a649d6ffc" providerId="ADAL" clId="{D21A2BB3-BE63-44AA-B349-ABEBA3C638C8}" dt="2026-05-05T17:49:38.578" v="1" actId="2696"/>
        <pc:sldMkLst>
          <pc:docMk/>
          <pc:sldMk cId="3336049292" sldId="499"/>
        </pc:sldMkLst>
      </pc:sldChg>
      <pc:sldChg chg="add del">
        <pc:chgData name="Paula Daniela Ortiz Cuervo" userId="b126de26-f098-4025-8f19-a29a649d6ffc" providerId="ADAL" clId="{D21A2BB3-BE63-44AA-B349-ABEBA3C638C8}" dt="2026-05-05T17:49:38.578" v="1" actId="2696"/>
        <pc:sldMkLst>
          <pc:docMk/>
          <pc:sldMk cId="3405189033" sldId="575"/>
        </pc:sldMkLst>
      </pc:sldChg>
      <pc:sldChg chg="add del">
        <pc:chgData name="Paula Daniela Ortiz Cuervo" userId="b126de26-f098-4025-8f19-a29a649d6ffc" providerId="ADAL" clId="{D21A2BB3-BE63-44AA-B349-ABEBA3C638C8}" dt="2026-05-05T17:49:38.578" v="1" actId="2696"/>
        <pc:sldMkLst>
          <pc:docMk/>
          <pc:sldMk cId="2543071678" sldId="580"/>
        </pc:sldMkLst>
      </pc:sldChg>
      <pc:sldChg chg="add del">
        <pc:chgData name="Paula Daniela Ortiz Cuervo" userId="b126de26-f098-4025-8f19-a29a649d6ffc" providerId="ADAL" clId="{D21A2BB3-BE63-44AA-B349-ABEBA3C638C8}" dt="2026-05-05T17:49:38.578" v="1" actId="2696"/>
        <pc:sldMkLst>
          <pc:docMk/>
          <pc:sldMk cId="376003240" sldId="581"/>
        </pc:sldMkLst>
      </pc:sldChg>
      <pc:sldChg chg="add del">
        <pc:chgData name="Paula Daniela Ortiz Cuervo" userId="b126de26-f098-4025-8f19-a29a649d6ffc" providerId="ADAL" clId="{D21A2BB3-BE63-44AA-B349-ABEBA3C638C8}" dt="2026-05-05T17:49:38.578" v="1" actId="2696"/>
        <pc:sldMkLst>
          <pc:docMk/>
          <pc:sldMk cId="3147415655" sldId="58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06/05/2026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06/05/2026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v</a:t>
            </a:r>
            <a:endParaRPr lang="en-US"/>
          </a:p>
        </p:txBody>
      </p:sp>
      <p:sp>
        <p:nvSpPr>
          <p:cNvPr id="4" name="Slide Number Placeholder 3"/>
          <p:cNvSpPr>
            <a:spLocks noGrp="1"/>
          </p:cNvSpPr>
          <p:nvPr>
            <p:ph type="sldNum" sz="quarter" idx="5"/>
          </p:nvPr>
        </p:nvSpPr>
        <p:spPr/>
        <p:txBody>
          <a:bodyPr/>
          <a:lstStyle/>
          <a:p>
            <a:fld id="{5E0D2C61-D82D-430D-BF36-9DA952DDA309}" type="slidenum">
              <a:rPr lang="es-ES" smtClean="0"/>
              <a:t>1</a:t>
            </a:fld>
            <a:endParaRPr lang="es-ES"/>
          </a:p>
        </p:txBody>
      </p:sp>
    </p:spTree>
    <p:extLst>
      <p:ext uri="{BB962C8B-B14F-4D97-AF65-F5344CB8AC3E}">
        <p14:creationId xmlns:p14="http://schemas.microsoft.com/office/powerpoint/2010/main" val="3833252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 </a:t>
            </a:r>
            <a:r>
              <a:rPr lang="en-US" err="1"/>
              <a:t>esta</a:t>
            </a:r>
            <a:r>
              <a:rPr lang="en-US"/>
              <a:t> diapositive </a:t>
            </a:r>
            <a:r>
              <a:rPr lang="en-US" err="1"/>
              <a:t>queremos</a:t>
            </a:r>
            <a:r>
              <a:rPr lang="en-US"/>
              <a:t> </a:t>
            </a:r>
            <a:r>
              <a:rPr lang="en-US" err="1"/>
              <a:t>hablar</a:t>
            </a:r>
            <a:r>
              <a:rPr lang="en-US"/>
              <a:t> de las </a:t>
            </a:r>
            <a:r>
              <a:rPr lang="en-US" err="1"/>
              <a:t>convenciones</a:t>
            </a:r>
            <a:r>
              <a:rPr lang="en-US"/>
              <a:t> </a:t>
            </a:r>
            <a:r>
              <a:rPr lang="en-US" err="1"/>
              <a:t>utilizadas</a:t>
            </a:r>
            <a:r>
              <a:rPr lang="en-US"/>
              <a:t>, </a:t>
            </a:r>
            <a:r>
              <a:rPr lang="en-US" err="1"/>
              <a:t>por</a:t>
            </a:r>
            <a:r>
              <a:rPr lang="en-US"/>
              <a:t> </a:t>
            </a:r>
            <a:r>
              <a:rPr lang="en-US" err="1"/>
              <a:t>ejemplo</a:t>
            </a:r>
            <a:r>
              <a:rPr lang="en-US"/>
              <a:t> </a:t>
            </a:r>
            <a:r>
              <a:rPr lang="en-US" err="1"/>
              <a:t>los</a:t>
            </a:r>
            <a:r>
              <a:rPr lang="en-US"/>
              <a:t> </a:t>
            </a:r>
            <a:r>
              <a:rPr lang="en-US" err="1"/>
              <a:t>nombres</a:t>
            </a:r>
            <a:r>
              <a:rPr lang="en-US"/>
              <a:t> de </a:t>
            </a:r>
            <a:r>
              <a:rPr lang="en-US" err="1"/>
              <a:t>los</a:t>
            </a:r>
            <a:r>
              <a:rPr lang="en-US"/>
              <a:t> MZI y </a:t>
            </a:r>
            <a:r>
              <a:rPr lang="en-US" err="1"/>
              <a:t>que</a:t>
            </a:r>
            <a:r>
              <a:rPr lang="en-US"/>
              <a:t> </a:t>
            </a:r>
            <a:r>
              <a:rPr lang="en-US" err="1"/>
              <a:t>nuestra</a:t>
            </a:r>
            <a:r>
              <a:rPr lang="en-US"/>
              <a:t> entrada es </a:t>
            </a:r>
            <a:r>
              <a:rPr lang="en-US" err="1"/>
              <a:t>el</a:t>
            </a:r>
            <a:r>
              <a:rPr lang="en-US"/>
              <a:t> </a:t>
            </a:r>
            <a:r>
              <a:rPr lang="en-US" err="1"/>
              <a:t>puerto</a:t>
            </a:r>
            <a:r>
              <a:rPr lang="en-US"/>
              <a:t> inferior, </a:t>
            </a:r>
            <a:r>
              <a:rPr lang="en-US" err="1"/>
              <a:t>ademas</a:t>
            </a:r>
            <a:r>
              <a:rPr lang="en-US"/>
              <a:t> </a:t>
            </a:r>
            <a:r>
              <a:rPr lang="en-US" err="1"/>
              <a:t>queremos</a:t>
            </a:r>
            <a:r>
              <a:rPr lang="en-US"/>
              <a:t> </a:t>
            </a:r>
            <a:r>
              <a:rPr lang="en-US" err="1"/>
              <a:t>hablar</a:t>
            </a:r>
            <a:r>
              <a:rPr lang="en-US"/>
              <a:t> de la function de </a:t>
            </a:r>
            <a:r>
              <a:rPr lang="en-US" err="1"/>
              <a:t>cada</a:t>
            </a:r>
            <a:r>
              <a:rPr lang="en-US"/>
              <a:t> uno de </a:t>
            </a:r>
            <a:r>
              <a:rPr lang="en-US" err="1"/>
              <a:t>los</a:t>
            </a:r>
            <a:r>
              <a:rPr lang="en-US"/>
              <a:t> </a:t>
            </a:r>
            <a:r>
              <a:rPr lang="en-US" err="1"/>
              <a:t>mismos</a:t>
            </a:r>
            <a:r>
              <a:rPr lang="en-US"/>
              <a:t> </a:t>
            </a:r>
            <a:r>
              <a:rPr lang="en-US" err="1"/>
              <a:t>por</a:t>
            </a:r>
            <a:r>
              <a:rPr lang="en-US"/>
              <a:t> </a:t>
            </a:r>
            <a:r>
              <a:rPr lang="en-US" err="1"/>
              <a:t>ejemplo</a:t>
            </a:r>
            <a:r>
              <a:rPr lang="en-US"/>
              <a:t> </a:t>
            </a:r>
            <a:r>
              <a:rPr lang="en-US" err="1"/>
              <a:t>que</a:t>
            </a:r>
            <a:r>
              <a:rPr lang="en-US"/>
              <a:t> la </a:t>
            </a:r>
            <a:r>
              <a:rPr lang="en-US" err="1"/>
              <a:t>etapa</a:t>
            </a:r>
            <a:r>
              <a:rPr lang="en-US"/>
              <a:t> uno es la </a:t>
            </a:r>
            <a:r>
              <a:rPr lang="en-US" err="1"/>
              <a:t>que</a:t>
            </a:r>
            <a:r>
              <a:rPr lang="en-US"/>
              <a:t> define </a:t>
            </a:r>
            <a:r>
              <a:rPr lang="en-US" err="1"/>
              <a:t>los</a:t>
            </a:r>
            <a:r>
              <a:rPr lang="en-US"/>
              <a:t> canales, la </a:t>
            </a:r>
            <a:r>
              <a:rPr lang="en-US" err="1"/>
              <a:t>etapa</a:t>
            </a:r>
            <a:r>
              <a:rPr lang="en-US"/>
              <a:t> dos es la </a:t>
            </a:r>
            <a:r>
              <a:rPr lang="en-US" err="1"/>
              <a:t>que</a:t>
            </a:r>
            <a:r>
              <a:rPr lang="en-US"/>
              <a:t> divide </a:t>
            </a:r>
            <a:r>
              <a:rPr lang="en-US" err="1"/>
              <a:t>en</a:t>
            </a:r>
            <a:r>
              <a:rPr lang="en-US"/>
              <a:t> sub </a:t>
            </a:r>
            <a:r>
              <a:rPr lang="en-US" err="1"/>
              <a:t>grupos</a:t>
            </a:r>
            <a:r>
              <a:rPr lang="en-US"/>
              <a:t> </a:t>
            </a:r>
            <a:r>
              <a:rPr lang="en-US" err="1"/>
              <a:t>los</a:t>
            </a:r>
            <a:r>
              <a:rPr lang="en-US"/>
              <a:t> canales y la </a:t>
            </a:r>
            <a:r>
              <a:rPr lang="en-US" err="1"/>
              <a:t>etapa</a:t>
            </a:r>
            <a:r>
              <a:rPr lang="en-US"/>
              <a:t> 3 es </a:t>
            </a:r>
            <a:r>
              <a:rPr lang="en-US" err="1"/>
              <a:t>el</a:t>
            </a:r>
            <a:r>
              <a:rPr lang="en-US"/>
              <a:t> </a:t>
            </a:r>
            <a:r>
              <a:rPr lang="en-US" err="1"/>
              <a:t>filtro</a:t>
            </a:r>
            <a:r>
              <a:rPr lang="en-US"/>
              <a:t> mas </a:t>
            </a:r>
            <a:r>
              <a:rPr lang="en-US" err="1"/>
              <a:t>refinado</a:t>
            </a:r>
            <a:r>
              <a:rPr lang="en-US"/>
              <a:t> </a:t>
            </a:r>
            <a:r>
              <a:rPr lang="en-US" err="1"/>
              <a:t>que</a:t>
            </a:r>
            <a:r>
              <a:rPr lang="en-US"/>
              <a:t> </a:t>
            </a:r>
            <a:r>
              <a:rPr lang="en-US" err="1"/>
              <a:t>permite</a:t>
            </a:r>
            <a:r>
              <a:rPr lang="en-US"/>
              <a:t> </a:t>
            </a:r>
            <a:r>
              <a:rPr lang="en-US" err="1"/>
              <a:t>obtener</a:t>
            </a:r>
            <a:r>
              <a:rPr lang="en-US"/>
              <a:t> </a:t>
            </a:r>
            <a:r>
              <a:rPr lang="en-US" err="1"/>
              <a:t>cada</a:t>
            </a:r>
            <a:r>
              <a:rPr lang="en-US"/>
              <a:t> </a:t>
            </a:r>
            <a:r>
              <a:rPr lang="en-US" err="1"/>
              <a:t>una</a:t>
            </a:r>
            <a:r>
              <a:rPr lang="en-US"/>
              <a:t> de las </a:t>
            </a:r>
            <a:r>
              <a:rPr lang="en-US" err="1"/>
              <a:t>salidas</a:t>
            </a:r>
            <a:r>
              <a:rPr lang="en-US"/>
              <a:t>.</a:t>
            </a:r>
          </a:p>
          <a:p>
            <a:endParaRPr lang="en-US"/>
          </a:p>
          <a:p>
            <a:r>
              <a:rPr lang="en-US" sz="1200" b="0" i="0" u="none" strike="noStrike" kern="1200" baseline="0">
                <a:solidFill>
                  <a:schemeClr val="tx1"/>
                </a:solidFill>
                <a:latin typeface="+mn-lt"/>
                <a:ea typeface="+mn-ea"/>
                <a:cs typeface="+mn-cs"/>
              </a:rPr>
              <a:t>The shape of the transmission passband in the 1st filter plays a decisive role in the final shapes at the 8 outputs</a:t>
            </a:r>
            <a:endParaRPr lang="en-US"/>
          </a:p>
        </p:txBody>
      </p:sp>
      <p:sp>
        <p:nvSpPr>
          <p:cNvPr id="4" name="Slide Number Placeholder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570175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9490-6816-0C22-B2A5-9181AA7A3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CBCE6-45E3-B787-4634-D3256F196E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F3CFAC-34D7-27B6-9633-9AC5B20AC9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1EE7A1-F30D-21E9-078F-C7AFE2552ADD}"/>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653587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15469-60BF-136C-D04E-923CC7A31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D7FFA-5347-A773-8E4D-9E83FAD326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CDDF5-17FA-CA2E-69F1-0977530A75EF}"/>
              </a:ext>
            </a:extLst>
          </p:cNvPr>
          <p:cNvSpPr>
            <a:spLocks noGrp="1"/>
          </p:cNvSpPr>
          <p:nvPr>
            <p:ph type="body" idx="1"/>
          </p:nvPr>
        </p:nvSpPr>
        <p:spPr/>
        <p:txBody>
          <a:bodyPr/>
          <a:lstStyle/>
          <a:p>
            <a:r>
              <a:rPr lang="en-US"/>
              <a:t>En </a:t>
            </a:r>
            <a:r>
              <a:rPr lang="en-US" err="1"/>
              <a:t>esta</a:t>
            </a:r>
            <a:r>
              <a:rPr lang="en-US"/>
              <a:t> diapositive </a:t>
            </a:r>
            <a:r>
              <a:rPr lang="en-US" err="1"/>
              <a:t>queremos</a:t>
            </a:r>
            <a:r>
              <a:rPr lang="en-US"/>
              <a:t> </a:t>
            </a:r>
            <a:r>
              <a:rPr lang="en-US" err="1"/>
              <a:t>hablar</a:t>
            </a:r>
            <a:r>
              <a:rPr lang="en-US"/>
              <a:t> de las </a:t>
            </a:r>
            <a:r>
              <a:rPr lang="en-US" err="1"/>
              <a:t>convenciones</a:t>
            </a:r>
            <a:r>
              <a:rPr lang="en-US"/>
              <a:t> </a:t>
            </a:r>
            <a:r>
              <a:rPr lang="en-US" err="1"/>
              <a:t>utilizadas</a:t>
            </a:r>
            <a:r>
              <a:rPr lang="en-US"/>
              <a:t>, </a:t>
            </a:r>
            <a:r>
              <a:rPr lang="en-US" err="1"/>
              <a:t>por</a:t>
            </a:r>
            <a:r>
              <a:rPr lang="en-US"/>
              <a:t> </a:t>
            </a:r>
            <a:r>
              <a:rPr lang="en-US" err="1"/>
              <a:t>ejemplo</a:t>
            </a:r>
            <a:r>
              <a:rPr lang="en-US"/>
              <a:t> </a:t>
            </a:r>
            <a:r>
              <a:rPr lang="en-US" err="1"/>
              <a:t>los</a:t>
            </a:r>
            <a:r>
              <a:rPr lang="en-US"/>
              <a:t> </a:t>
            </a:r>
            <a:r>
              <a:rPr lang="en-US" err="1"/>
              <a:t>nombres</a:t>
            </a:r>
            <a:r>
              <a:rPr lang="en-US"/>
              <a:t> de </a:t>
            </a:r>
            <a:r>
              <a:rPr lang="en-US" err="1"/>
              <a:t>los</a:t>
            </a:r>
            <a:r>
              <a:rPr lang="en-US"/>
              <a:t> MZI y </a:t>
            </a:r>
            <a:r>
              <a:rPr lang="en-US" err="1"/>
              <a:t>que</a:t>
            </a:r>
            <a:r>
              <a:rPr lang="en-US"/>
              <a:t> </a:t>
            </a:r>
            <a:r>
              <a:rPr lang="en-US" err="1"/>
              <a:t>nuestra</a:t>
            </a:r>
            <a:r>
              <a:rPr lang="en-US"/>
              <a:t> entrada es </a:t>
            </a:r>
            <a:r>
              <a:rPr lang="en-US" err="1"/>
              <a:t>el</a:t>
            </a:r>
            <a:r>
              <a:rPr lang="en-US"/>
              <a:t> </a:t>
            </a:r>
            <a:r>
              <a:rPr lang="en-US" err="1"/>
              <a:t>puerto</a:t>
            </a:r>
            <a:r>
              <a:rPr lang="en-US"/>
              <a:t> inferior, </a:t>
            </a:r>
            <a:r>
              <a:rPr lang="en-US" err="1"/>
              <a:t>ademas</a:t>
            </a:r>
            <a:r>
              <a:rPr lang="en-US"/>
              <a:t> </a:t>
            </a:r>
            <a:r>
              <a:rPr lang="en-US" err="1"/>
              <a:t>queremos</a:t>
            </a:r>
            <a:r>
              <a:rPr lang="en-US"/>
              <a:t> </a:t>
            </a:r>
            <a:r>
              <a:rPr lang="en-US" err="1"/>
              <a:t>hablar</a:t>
            </a:r>
            <a:r>
              <a:rPr lang="en-US"/>
              <a:t> de la function de </a:t>
            </a:r>
            <a:r>
              <a:rPr lang="en-US" err="1"/>
              <a:t>cada</a:t>
            </a:r>
            <a:r>
              <a:rPr lang="en-US"/>
              <a:t> uno de </a:t>
            </a:r>
            <a:r>
              <a:rPr lang="en-US" err="1"/>
              <a:t>los</a:t>
            </a:r>
            <a:r>
              <a:rPr lang="en-US"/>
              <a:t> </a:t>
            </a:r>
            <a:r>
              <a:rPr lang="en-US" err="1"/>
              <a:t>mismos</a:t>
            </a:r>
            <a:r>
              <a:rPr lang="en-US"/>
              <a:t> </a:t>
            </a:r>
            <a:r>
              <a:rPr lang="en-US" err="1"/>
              <a:t>por</a:t>
            </a:r>
            <a:r>
              <a:rPr lang="en-US"/>
              <a:t> </a:t>
            </a:r>
            <a:r>
              <a:rPr lang="en-US" err="1"/>
              <a:t>ejemplo</a:t>
            </a:r>
            <a:r>
              <a:rPr lang="en-US"/>
              <a:t> </a:t>
            </a:r>
            <a:r>
              <a:rPr lang="en-US" err="1"/>
              <a:t>que</a:t>
            </a:r>
            <a:r>
              <a:rPr lang="en-US"/>
              <a:t> la </a:t>
            </a:r>
            <a:r>
              <a:rPr lang="en-US" err="1"/>
              <a:t>etapa</a:t>
            </a:r>
            <a:r>
              <a:rPr lang="en-US"/>
              <a:t> uno es la </a:t>
            </a:r>
            <a:r>
              <a:rPr lang="en-US" err="1"/>
              <a:t>que</a:t>
            </a:r>
            <a:r>
              <a:rPr lang="en-US"/>
              <a:t> define </a:t>
            </a:r>
            <a:r>
              <a:rPr lang="en-US" err="1"/>
              <a:t>los</a:t>
            </a:r>
            <a:r>
              <a:rPr lang="en-US"/>
              <a:t> canales, la </a:t>
            </a:r>
            <a:r>
              <a:rPr lang="en-US" err="1"/>
              <a:t>etapa</a:t>
            </a:r>
            <a:r>
              <a:rPr lang="en-US"/>
              <a:t> dos es la </a:t>
            </a:r>
            <a:r>
              <a:rPr lang="en-US" err="1"/>
              <a:t>que</a:t>
            </a:r>
            <a:r>
              <a:rPr lang="en-US"/>
              <a:t> divide </a:t>
            </a:r>
            <a:r>
              <a:rPr lang="en-US" err="1"/>
              <a:t>en</a:t>
            </a:r>
            <a:r>
              <a:rPr lang="en-US"/>
              <a:t> sub </a:t>
            </a:r>
            <a:r>
              <a:rPr lang="en-US" err="1"/>
              <a:t>grupos</a:t>
            </a:r>
            <a:r>
              <a:rPr lang="en-US"/>
              <a:t> </a:t>
            </a:r>
            <a:r>
              <a:rPr lang="en-US" err="1"/>
              <a:t>los</a:t>
            </a:r>
            <a:r>
              <a:rPr lang="en-US"/>
              <a:t> canales y la </a:t>
            </a:r>
            <a:r>
              <a:rPr lang="en-US" err="1"/>
              <a:t>etapa</a:t>
            </a:r>
            <a:r>
              <a:rPr lang="en-US"/>
              <a:t> 3 es </a:t>
            </a:r>
            <a:r>
              <a:rPr lang="en-US" err="1"/>
              <a:t>el</a:t>
            </a:r>
            <a:r>
              <a:rPr lang="en-US"/>
              <a:t> </a:t>
            </a:r>
            <a:r>
              <a:rPr lang="en-US" err="1"/>
              <a:t>filtro</a:t>
            </a:r>
            <a:r>
              <a:rPr lang="en-US"/>
              <a:t> mas </a:t>
            </a:r>
            <a:r>
              <a:rPr lang="en-US" err="1"/>
              <a:t>refinado</a:t>
            </a:r>
            <a:r>
              <a:rPr lang="en-US"/>
              <a:t> </a:t>
            </a:r>
            <a:r>
              <a:rPr lang="en-US" err="1"/>
              <a:t>que</a:t>
            </a:r>
            <a:r>
              <a:rPr lang="en-US"/>
              <a:t> </a:t>
            </a:r>
            <a:r>
              <a:rPr lang="en-US" err="1"/>
              <a:t>permite</a:t>
            </a:r>
            <a:r>
              <a:rPr lang="en-US"/>
              <a:t> </a:t>
            </a:r>
            <a:r>
              <a:rPr lang="en-US" err="1"/>
              <a:t>obtener</a:t>
            </a:r>
            <a:r>
              <a:rPr lang="en-US"/>
              <a:t> </a:t>
            </a:r>
            <a:r>
              <a:rPr lang="en-US" err="1"/>
              <a:t>cada</a:t>
            </a:r>
            <a:r>
              <a:rPr lang="en-US"/>
              <a:t> </a:t>
            </a:r>
            <a:r>
              <a:rPr lang="en-US" err="1"/>
              <a:t>una</a:t>
            </a:r>
            <a:r>
              <a:rPr lang="en-US"/>
              <a:t> de las </a:t>
            </a:r>
            <a:r>
              <a:rPr lang="en-US" err="1"/>
              <a:t>salidas</a:t>
            </a:r>
            <a:r>
              <a:rPr lang="en-US"/>
              <a:t>.</a:t>
            </a:r>
          </a:p>
          <a:p>
            <a:endParaRPr lang="en-US"/>
          </a:p>
          <a:p>
            <a:r>
              <a:rPr lang="en-US" sz="1200" b="0" i="0" u="none" strike="noStrike" kern="1200" baseline="0">
                <a:solidFill>
                  <a:schemeClr val="tx1"/>
                </a:solidFill>
                <a:latin typeface="+mn-lt"/>
                <a:ea typeface="+mn-ea"/>
                <a:cs typeface="+mn-cs"/>
              </a:rPr>
              <a:t>The shape of the transmission passband in the 1st filter plays a decisive role in the final shapes at the 8 outputs</a:t>
            </a:r>
            <a:endParaRPr lang="en-US"/>
          </a:p>
        </p:txBody>
      </p:sp>
      <p:sp>
        <p:nvSpPr>
          <p:cNvPr id="4" name="Slide Number Placeholder 3">
            <a:extLst>
              <a:ext uri="{FF2B5EF4-FFF2-40B4-BE49-F238E27FC236}">
                <a16:creationId xmlns:a16="http://schemas.microsoft.com/office/drawing/2014/main" id="{FF8BCE04-C777-F5C1-26E3-B13F61B4485C}"/>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912023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21E1-E1D6-E26A-68E7-6CE826C0C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0773B-6608-3924-41DA-104C4D01E0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56A2B-3736-3FD9-0AD9-CC9C71F528FE}"/>
              </a:ext>
            </a:extLst>
          </p:cNvPr>
          <p:cNvSpPr>
            <a:spLocks noGrp="1"/>
          </p:cNvSpPr>
          <p:nvPr>
            <p:ph type="body" idx="1"/>
          </p:nvPr>
        </p:nvSpPr>
        <p:spPr/>
        <p:txBody>
          <a:bodyPr/>
          <a:lstStyle/>
          <a:p>
            <a:r>
              <a:rPr lang="en-US"/>
              <a:t>En </a:t>
            </a:r>
            <a:r>
              <a:rPr lang="en-US" err="1"/>
              <a:t>esta</a:t>
            </a:r>
            <a:r>
              <a:rPr lang="en-US"/>
              <a:t> diapositive </a:t>
            </a:r>
            <a:r>
              <a:rPr lang="en-US" err="1"/>
              <a:t>queremos</a:t>
            </a:r>
            <a:r>
              <a:rPr lang="en-US"/>
              <a:t> </a:t>
            </a:r>
            <a:r>
              <a:rPr lang="en-US" err="1"/>
              <a:t>hablar</a:t>
            </a:r>
            <a:r>
              <a:rPr lang="en-US"/>
              <a:t> de las </a:t>
            </a:r>
            <a:r>
              <a:rPr lang="en-US" err="1"/>
              <a:t>convenciones</a:t>
            </a:r>
            <a:r>
              <a:rPr lang="en-US"/>
              <a:t> </a:t>
            </a:r>
            <a:r>
              <a:rPr lang="en-US" err="1"/>
              <a:t>utilizadas</a:t>
            </a:r>
            <a:r>
              <a:rPr lang="en-US"/>
              <a:t>, </a:t>
            </a:r>
            <a:r>
              <a:rPr lang="en-US" err="1"/>
              <a:t>por</a:t>
            </a:r>
            <a:r>
              <a:rPr lang="en-US"/>
              <a:t> </a:t>
            </a:r>
            <a:r>
              <a:rPr lang="en-US" err="1"/>
              <a:t>ejemplo</a:t>
            </a:r>
            <a:r>
              <a:rPr lang="en-US"/>
              <a:t> </a:t>
            </a:r>
            <a:r>
              <a:rPr lang="en-US" err="1"/>
              <a:t>los</a:t>
            </a:r>
            <a:r>
              <a:rPr lang="en-US"/>
              <a:t> </a:t>
            </a:r>
            <a:r>
              <a:rPr lang="en-US" err="1"/>
              <a:t>nombres</a:t>
            </a:r>
            <a:r>
              <a:rPr lang="en-US"/>
              <a:t> de </a:t>
            </a:r>
            <a:r>
              <a:rPr lang="en-US" err="1"/>
              <a:t>los</a:t>
            </a:r>
            <a:r>
              <a:rPr lang="en-US"/>
              <a:t> MZI y </a:t>
            </a:r>
            <a:r>
              <a:rPr lang="en-US" err="1"/>
              <a:t>que</a:t>
            </a:r>
            <a:r>
              <a:rPr lang="en-US"/>
              <a:t> </a:t>
            </a:r>
            <a:r>
              <a:rPr lang="en-US" err="1"/>
              <a:t>nuestra</a:t>
            </a:r>
            <a:r>
              <a:rPr lang="en-US"/>
              <a:t> entrada es </a:t>
            </a:r>
            <a:r>
              <a:rPr lang="en-US" err="1"/>
              <a:t>el</a:t>
            </a:r>
            <a:r>
              <a:rPr lang="en-US"/>
              <a:t> </a:t>
            </a:r>
            <a:r>
              <a:rPr lang="en-US" err="1"/>
              <a:t>puerto</a:t>
            </a:r>
            <a:r>
              <a:rPr lang="en-US"/>
              <a:t> inferior, </a:t>
            </a:r>
            <a:r>
              <a:rPr lang="en-US" err="1"/>
              <a:t>ademas</a:t>
            </a:r>
            <a:r>
              <a:rPr lang="en-US"/>
              <a:t> </a:t>
            </a:r>
            <a:r>
              <a:rPr lang="en-US" err="1"/>
              <a:t>queremos</a:t>
            </a:r>
            <a:r>
              <a:rPr lang="en-US"/>
              <a:t> </a:t>
            </a:r>
            <a:r>
              <a:rPr lang="en-US" err="1"/>
              <a:t>hablar</a:t>
            </a:r>
            <a:r>
              <a:rPr lang="en-US"/>
              <a:t> de la function de </a:t>
            </a:r>
            <a:r>
              <a:rPr lang="en-US" err="1"/>
              <a:t>cada</a:t>
            </a:r>
            <a:r>
              <a:rPr lang="en-US"/>
              <a:t> uno de </a:t>
            </a:r>
            <a:r>
              <a:rPr lang="en-US" err="1"/>
              <a:t>los</a:t>
            </a:r>
            <a:r>
              <a:rPr lang="en-US"/>
              <a:t> </a:t>
            </a:r>
            <a:r>
              <a:rPr lang="en-US" err="1"/>
              <a:t>mismos</a:t>
            </a:r>
            <a:r>
              <a:rPr lang="en-US"/>
              <a:t> </a:t>
            </a:r>
            <a:r>
              <a:rPr lang="en-US" err="1"/>
              <a:t>por</a:t>
            </a:r>
            <a:r>
              <a:rPr lang="en-US"/>
              <a:t> </a:t>
            </a:r>
            <a:r>
              <a:rPr lang="en-US" err="1"/>
              <a:t>ejemplo</a:t>
            </a:r>
            <a:r>
              <a:rPr lang="en-US"/>
              <a:t> </a:t>
            </a:r>
            <a:r>
              <a:rPr lang="en-US" err="1"/>
              <a:t>que</a:t>
            </a:r>
            <a:r>
              <a:rPr lang="en-US"/>
              <a:t> la </a:t>
            </a:r>
            <a:r>
              <a:rPr lang="en-US" err="1"/>
              <a:t>etapa</a:t>
            </a:r>
            <a:r>
              <a:rPr lang="en-US"/>
              <a:t> uno es la </a:t>
            </a:r>
            <a:r>
              <a:rPr lang="en-US" err="1"/>
              <a:t>que</a:t>
            </a:r>
            <a:r>
              <a:rPr lang="en-US"/>
              <a:t> define </a:t>
            </a:r>
            <a:r>
              <a:rPr lang="en-US" err="1"/>
              <a:t>los</a:t>
            </a:r>
            <a:r>
              <a:rPr lang="en-US"/>
              <a:t> canales, la </a:t>
            </a:r>
            <a:r>
              <a:rPr lang="en-US" err="1"/>
              <a:t>etapa</a:t>
            </a:r>
            <a:r>
              <a:rPr lang="en-US"/>
              <a:t> dos es la </a:t>
            </a:r>
            <a:r>
              <a:rPr lang="en-US" err="1"/>
              <a:t>que</a:t>
            </a:r>
            <a:r>
              <a:rPr lang="en-US"/>
              <a:t> divide </a:t>
            </a:r>
            <a:r>
              <a:rPr lang="en-US" err="1"/>
              <a:t>en</a:t>
            </a:r>
            <a:r>
              <a:rPr lang="en-US"/>
              <a:t> sub </a:t>
            </a:r>
            <a:r>
              <a:rPr lang="en-US" err="1"/>
              <a:t>grupos</a:t>
            </a:r>
            <a:r>
              <a:rPr lang="en-US"/>
              <a:t> </a:t>
            </a:r>
            <a:r>
              <a:rPr lang="en-US" err="1"/>
              <a:t>los</a:t>
            </a:r>
            <a:r>
              <a:rPr lang="en-US"/>
              <a:t> canales y la </a:t>
            </a:r>
            <a:r>
              <a:rPr lang="en-US" err="1"/>
              <a:t>etapa</a:t>
            </a:r>
            <a:r>
              <a:rPr lang="en-US"/>
              <a:t> 3 es </a:t>
            </a:r>
            <a:r>
              <a:rPr lang="en-US" err="1"/>
              <a:t>el</a:t>
            </a:r>
            <a:r>
              <a:rPr lang="en-US"/>
              <a:t> </a:t>
            </a:r>
            <a:r>
              <a:rPr lang="en-US" err="1"/>
              <a:t>filtro</a:t>
            </a:r>
            <a:r>
              <a:rPr lang="en-US"/>
              <a:t> mas </a:t>
            </a:r>
            <a:r>
              <a:rPr lang="en-US" err="1"/>
              <a:t>refinado</a:t>
            </a:r>
            <a:r>
              <a:rPr lang="en-US"/>
              <a:t> </a:t>
            </a:r>
            <a:r>
              <a:rPr lang="en-US" err="1"/>
              <a:t>que</a:t>
            </a:r>
            <a:r>
              <a:rPr lang="en-US"/>
              <a:t> </a:t>
            </a:r>
            <a:r>
              <a:rPr lang="en-US" err="1"/>
              <a:t>permite</a:t>
            </a:r>
            <a:r>
              <a:rPr lang="en-US"/>
              <a:t> </a:t>
            </a:r>
            <a:r>
              <a:rPr lang="en-US" err="1"/>
              <a:t>obtener</a:t>
            </a:r>
            <a:r>
              <a:rPr lang="en-US"/>
              <a:t> </a:t>
            </a:r>
            <a:r>
              <a:rPr lang="en-US" err="1"/>
              <a:t>cada</a:t>
            </a:r>
            <a:r>
              <a:rPr lang="en-US"/>
              <a:t> </a:t>
            </a:r>
            <a:r>
              <a:rPr lang="en-US" err="1"/>
              <a:t>una</a:t>
            </a:r>
            <a:r>
              <a:rPr lang="en-US"/>
              <a:t> de las </a:t>
            </a:r>
            <a:r>
              <a:rPr lang="en-US" err="1"/>
              <a:t>salidas</a:t>
            </a:r>
            <a:r>
              <a:rPr lang="en-US"/>
              <a:t>.</a:t>
            </a:r>
          </a:p>
          <a:p>
            <a:endParaRPr lang="en-US"/>
          </a:p>
          <a:p>
            <a:r>
              <a:rPr lang="en-US" sz="1200" b="0" i="0" u="none" strike="noStrike" kern="1200" baseline="0">
                <a:solidFill>
                  <a:schemeClr val="tx1"/>
                </a:solidFill>
                <a:latin typeface="+mn-lt"/>
                <a:ea typeface="+mn-ea"/>
                <a:cs typeface="+mn-cs"/>
              </a:rPr>
              <a:t>The shape of the transmission passband in the 1st filter plays a decisive role in the final shapes at the 8 outputs</a:t>
            </a:r>
            <a:endParaRPr lang="en-US"/>
          </a:p>
        </p:txBody>
      </p:sp>
      <p:sp>
        <p:nvSpPr>
          <p:cNvPr id="4" name="Slide Number Placeholder 3">
            <a:extLst>
              <a:ext uri="{FF2B5EF4-FFF2-40B4-BE49-F238E27FC236}">
                <a16:creationId xmlns:a16="http://schemas.microsoft.com/office/drawing/2014/main" id="{42974776-CFF6-2FB5-F9AB-BBB76CF47E0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3416708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3746-D7BE-4C1E-04E0-445AB4A41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87EC0-3C8B-5DE1-05A0-6A6653433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61B84-05D4-B79C-A913-1EF98C940B68}"/>
              </a:ext>
            </a:extLst>
          </p:cNvPr>
          <p:cNvSpPr>
            <a:spLocks noGrp="1"/>
          </p:cNvSpPr>
          <p:nvPr>
            <p:ph type="body" idx="1"/>
          </p:nvPr>
        </p:nvSpPr>
        <p:spPr/>
        <p:txBody>
          <a:bodyPr/>
          <a:lstStyle/>
          <a:p>
            <a:r>
              <a:rPr lang="en-US"/>
              <a:t>En </a:t>
            </a:r>
            <a:r>
              <a:rPr lang="en-US" err="1"/>
              <a:t>esta</a:t>
            </a:r>
            <a:r>
              <a:rPr lang="en-US"/>
              <a:t> diapositive </a:t>
            </a:r>
            <a:r>
              <a:rPr lang="en-US" err="1"/>
              <a:t>queremos</a:t>
            </a:r>
            <a:r>
              <a:rPr lang="en-US"/>
              <a:t> </a:t>
            </a:r>
            <a:r>
              <a:rPr lang="en-US" err="1"/>
              <a:t>hablar</a:t>
            </a:r>
            <a:r>
              <a:rPr lang="en-US"/>
              <a:t> de las </a:t>
            </a:r>
            <a:r>
              <a:rPr lang="en-US" err="1"/>
              <a:t>convenciones</a:t>
            </a:r>
            <a:r>
              <a:rPr lang="en-US"/>
              <a:t> </a:t>
            </a:r>
            <a:r>
              <a:rPr lang="en-US" err="1"/>
              <a:t>utilizadas</a:t>
            </a:r>
            <a:r>
              <a:rPr lang="en-US"/>
              <a:t>, </a:t>
            </a:r>
            <a:r>
              <a:rPr lang="en-US" err="1"/>
              <a:t>por</a:t>
            </a:r>
            <a:r>
              <a:rPr lang="en-US"/>
              <a:t> </a:t>
            </a:r>
            <a:r>
              <a:rPr lang="en-US" err="1"/>
              <a:t>ejemplo</a:t>
            </a:r>
            <a:r>
              <a:rPr lang="en-US"/>
              <a:t> </a:t>
            </a:r>
            <a:r>
              <a:rPr lang="en-US" err="1"/>
              <a:t>los</a:t>
            </a:r>
            <a:r>
              <a:rPr lang="en-US"/>
              <a:t> </a:t>
            </a:r>
            <a:r>
              <a:rPr lang="en-US" err="1"/>
              <a:t>nombres</a:t>
            </a:r>
            <a:r>
              <a:rPr lang="en-US"/>
              <a:t> de </a:t>
            </a:r>
            <a:r>
              <a:rPr lang="en-US" err="1"/>
              <a:t>los</a:t>
            </a:r>
            <a:r>
              <a:rPr lang="en-US"/>
              <a:t> MZI y </a:t>
            </a:r>
            <a:r>
              <a:rPr lang="en-US" err="1"/>
              <a:t>que</a:t>
            </a:r>
            <a:r>
              <a:rPr lang="en-US"/>
              <a:t> </a:t>
            </a:r>
            <a:r>
              <a:rPr lang="en-US" err="1"/>
              <a:t>nuestra</a:t>
            </a:r>
            <a:r>
              <a:rPr lang="en-US"/>
              <a:t> entrada es </a:t>
            </a:r>
            <a:r>
              <a:rPr lang="en-US" err="1"/>
              <a:t>el</a:t>
            </a:r>
            <a:r>
              <a:rPr lang="en-US"/>
              <a:t> </a:t>
            </a:r>
            <a:r>
              <a:rPr lang="en-US" err="1"/>
              <a:t>puerto</a:t>
            </a:r>
            <a:r>
              <a:rPr lang="en-US"/>
              <a:t> inferior, </a:t>
            </a:r>
            <a:r>
              <a:rPr lang="en-US" err="1"/>
              <a:t>ademas</a:t>
            </a:r>
            <a:r>
              <a:rPr lang="en-US"/>
              <a:t> </a:t>
            </a:r>
            <a:r>
              <a:rPr lang="en-US" err="1"/>
              <a:t>queremos</a:t>
            </a:r>
            <a:r>
              <a:rPr lang="en-US"/>
              <a:t> </a:t>
            </a:r>
            <a:r>
              <a:rPr lang="en-US" err="1"/>
              <a:t>hablar</a:t>
            </a:r>
            <a:r>
              <a:rPr lang="en-US"/>
              <a:t> de la function de </a:t>
            </a:r>
            <a:r>
              <a:rPr lang="en-US" err="1"/>
              <a:t>cada</a:t>
            </a:r>
            <a:r>
              <a:rPr lang="en-US"/>
              <a:t> uno de </a:t>
            </a:r>
            <a:r>
              <a:rPr lang="en-US" err="1"/>
              <a:t>los</a:t>
            </a:r>
            <a:r>
              <a:rPr lang="en-US"/>
              <a:t> </a:t>
            </a:r>
            <a:r>
              <a:rPr lang="en-US" err="1"/>
              <a:t>mismos</a:t>
            </a:r>
            <a:r>
              <a:rPr lang="en-US"/>
              <a:t> </a:t>
            </a:r>
            <a:r>
              <a:rPr lang="en-US" err="1"/>
              <a:t>por</a:t>
            </a:r>
            <a:r>
              <a:rPr lang="en-US"/>
              <a:t> </a:t>
            </a:r>
            <a:r>
              <a:rPr lang="en-US" err="1"/>
              <a:t>ejemplo</a:t>
            </a:r>
            <a:r>
              <a:rPr lang="en-US"/>
              <a:t> </a:t>
            </a:r>
            <a:r>
              <a:rPr lang="en-US" err="1"/>
              <a:t>que</a:t>
            </a:r>
            <a:r>
              <a:rPr lang="en-US"/>
              <a:t> la </a:t>
            </a:r>
            <a:r>
              <a:rPr lang="en-US" err="1"/>
              <a:t>etapa</a:t>
            </a:r>
            <a:r>
              <a:rPr lang="en-US"/>
              <a:t> uno es la </a:t>
            </a:r>
            <a:r>
              <a:rPr lang="en-US" err="1"/>
              <a:t>que</a:t>
            </a:r>
            <a:r>
              <a:rPr lang="en-US"/>
              <a:t> define </a:t>
            </a:r>
            <a:r>
              <a:rPr lang="en-US" err="1"/>
              <a:t>los</a:t>
            </a:r>
            <a:r>
              <a:rPr lang="en-US"/>
              <a:t> canales, la </a:t>
            </a:r>
            <a:r>
              <a:rPr lang="en-US" err="1"/>
              <a:t>etapa</a:t>
            </a:r>
            <a:r>
              <a:rPr lang="en-US"/>
              <a:t> dos es la </a:t>
            </a:r>
            <a:r>
              <a:rPr lang="en-US" err="1"/>
              <a:t>que</a:t>
            </a:r>
            <a:r>
              <a:rPr lang="en-US"/>
              <a:t> divide </a:t>
            </a:r>
            <a:r>
              <a:rPr lang="en-US" err="1"/>
              <a:t>en</a:t>
            </a:r>
            <a:r>
              <a:rPr lang="en-US"/>
              <a:t> sub </a:t>
            </a:r>
            <a:r>
              <a:rPr lang="en-US" err="1"/>
              <a:t>grupos</a:t>
            </a:r>
            <a:r>
              <a:rPr lang="en-US"/>
              <a:t> </a:t>
            </a:r>
            <a:r>
              <a:rPr lang="en-US" err="1"/>
              <a:t>los</a:t>
            </a:r>
            <a:r>
              <a:rPr lang="en-US"/>
              <a:t> canales y la </a:t>
            </a:r>
            <a:r>
              <a:rPr lang="en-US" err="1"/>
              <a:t>etapa</a:t>
            </a:r>
            <a:r>
              <a:rPr lang="en-US"/>
              <a:t> 3 es </a:t>
            </a:r>
            <a:r>
              <a:rPr lang="en-US" err="1"/>
              <a:t>el</a:t>
            </a:r>
            <a:r>
              <a:rPr lang="en-US"/>
              <a:t> </a:t>
            </a:r>
            <a:r>
              <a:rPr lang="en-US" err="1"/>
              <a:t>filtro</a:t>
            </a:r>
            <a:r>
              <a:rPr lang="en-US"/>
              <a:t> mas </a:t>
            </a:r>
            <a:r>
              <a:rPr lang="en-US" err="1"/>
              <a:t>refinado</a:t>
            </a:r>
            <a:r>
              <a:rPr lang="en-US"/>
              <a:t> </a:t>
            </a:r>
            <a:r>
              <a:rPr lang="en-US" err="1"/>
              <a:t>que</a:t>
            </a:r>
            <a:r>
              <a:rPr lang="en-US"/>
              <a:t> </a:t>
            </a:r>
            <a:r>
              <a:rPr lang="en-US" err="1"/>
              <a:t>permite</a:t>
            </a:r>
            <a:r>
              <a:rPr lang="en-US"/>
              <a:t> </a:t>
            </a:r>
            <a:r>
              <a:rPr lang="en-US" err="1"/>
              <a:t>obtener</a:t>
            </a:r>
            <a:r>
              <a:rPr lang="en-US"/>
              <a:t> </a:t>
            </a:r>
            <a:r>
              <a:rPr lang="en-US" err="1"/>
              <a:t>cada</a:t>
            </a:r>
            <a:r>
              <a:rPr lang="en-US"/>
              <a:t> </a:t>
            </a:r>
            <a:r>
              <a:rPr lang="en-US" err="1"/>
              <a:t>una</a:t>
            </a:r>
            <a:r>
              <a:rPr lang="en-US"/>
              <a:t> de las </a:t>
            </a:r>
            <a:r>
              <a:rPr lang="en-US" err="1"/>
              <a:t>salidas</a:t>
            </a:r>
            <a:r>
              <a:rPr lang="en-US"/>
              <a:t>.</a:t>
            </a:r>
          </a:p>
          <a:p>
            <a:endParaRPr lang="en-US"/>
          </a:p>
          <a:p>
            <a:r>
              <a:rPr lang="en-US" sz="1200" b="0" i="0" u="none" strike="noStrike" kern="1200" baseline="0">
                <a:solidFill>
                  <a:schemeClr val="tx1"/>
                </a:solidFill>
                <a:latin typeface="+mn-lt"/>
                <a:ea typeface="+mn-ea"/>
                <a:cs typeface="+mn-cs"/>
              </a:rPr>
              <a:t>The shape of the outputs in the 1st MZI plays a decisive role in the final shapes of the 8 outputs</a:t>
            </a:r>
            <a:endParaRPr lang="en-US"/>
          </a:p>
        </p:txBody>
      </p:sp>
      <p:sp>
        <p:nvSpPr>
          <p:cNvPr id="4" name="Slide Number Placeholder 3">
            <a:extLst>
              <a:ext uri="{FF2B5EF4-FFF2-40B4-BE49-F238E27FC236}">
                <a16:creationId xmlns:a16="http://schemas.microsoft.com/office/drawing/2014/main" id="{1C551D75-8208-EE48-85BA-2865B8851640}"/>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179751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EADEF-FA5E-AB92-ED0D-8A5197C9C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6D705B-37B6-A99F-2C63-C457B165B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A8FB6F-13C9-0201-43A4-DF49C2D46E8C}"/>
              </a:ext>
            </a:extLst>
          </p:cNvPr>
          <p:cNvSpPr>
            <a:spLocks noGrp="1"/>
          </p:cNvSpPr>
          <p:nvPr>
            <p:ph type="body" idx="1"/>
          </p:nvPr>
        </p:nvSpPr>
        <p:spPr/>
        <p:txBody>
          <a:bodyPr/>
          <a:lstStyle/>
          <a:p>
            <a:r>
              <a:rPr lang="en-US" err="1"/>
              <a:t>Que</a:t>
            </a:r>
            <a:r>
              <a:rPr lang="en-US"/>
              <a:t> </a:t>
            </a:r>
            <a:r>
              <a:rPr lang="en-US" err="1"/>
              <a:t>operaciones</a:t>
            </a:r>
            <a:r>
              <a:rPr lang="en-US"/>
              <a:t> </a:t>
            </a:r>
            <a:r>
              <a:rPr lang="en-US" err="1"/>
              <a:t>conocemos</a:t>
            </a:r>
            <a:r>
              <a:rPr lang="en-US"/>
              <a:t> </a:t>
            </a:r>
          </a:p>
          <a:p>
            <a:endParaRPr lang="en-US"/>
          </a:p>
          <a:p>
            <a:r>
              <a:rPr lang="en-US" sz="1200" b="0" i="0" u="none" strike="noStrike" kern="1200" baseline="0">
                <a:solidFill>
                  <a:schemeClr val="tx1"/>
                </a:solidFill>
                <a:latin typeface="+mn-lt"/>
                <a:ea typeface="+mn-ea"/>
                <a:cs typeface="+mn-cs"/>
              </a:rPr>
              <a:t>The shape of the transmission passband in the 1st filter plays a decisive role in the final shapes at the 8 outputs</a:t>
            </a:r>
            <a:endParaRPr lang="en-US"/>
          </a:p>
        </p:txBody>
      </p:sp>
      <p:sp>
        <p:nvSpPr>
          <p:cNvPr id="4" name="Slide Number Placeholder 3">
            <a:extLst>
              <a:ext uri="{FF2B5EF4-FFF2-40B4-BE49-F238E27FC236}">
                <a16:creationId xmlns:a16="http://schemas.microsoft.com/office/drawing/2014/main" id="{4DB75BA0-C39E-8C70-13E6-67C8092BB69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54351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CC625-FAF1-D771-BDC7-E792F8C1F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545A0-2D15-7D00-033E-DBC10C7075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A0196-D9C4-4C40-FC14-3E44DD2B9890}"/>
              </a:ext>
            </a:extLst>
          </p:cNvPr>
          <p:cNvSpPr>
            <a:spLocks noGrp="1"/>
          </p:cNvSpPr>
          <p:nvPr>
            <p:ph type="body" idx="1"/>
          </p:nvPr>
        </p:nvSpPr>
        <p:spPr/>
        <p:txBody>
          <a:bodyPr/>
          <a:lstStyle/>
          <a:p>
            <a:r>
              <a:rPr lang="en-US" err="1"/>
              <a:t>Que</a:t>
            </a:r>
            <a:r>
              <a:rPr lang="en-US"/>
              <a:t> </a:t>
            </a:r>
            <a:r>
              <a:rPr lang="en-US" err="1"/>
              <a:t>operaciones</a:t>
            </a:r>
            <a:r>
              <a:rPr lang="en-US"/>
              <a:t> </a:t>
            </a:r>
            <a:r>
              <a:rPr lang="en-US" err="1"/>
              <a:t>conocemos</a:t>
            </a:r>
            <a:r>
              <a:rPr lang="en-US"/>
              <a:t> </a:t>
            </a:r>
          </a:p>
          <a:p>
            <a:endParaRPr lang="en-US"/>
          </a:p>
          <a:p>
            <a:r>
              <a:rPr lang="en-US" sz="1200" b="0" i="0" u="none" strike="noStrike" kern="1200" baseline="0">
                <a:solidFill>
                  <a:schemeClr val="tx1"/>
                </a:solidFill>
                <a:latin typeface="+mn-lt"/>
                <a:ea typeface="+mn-ea"/>
                <a:cs typeface="+mn-cs"/>
              </a:rPr>
              <a:t>The shape of the transmission passband in the 1st filter plays a decisive role in the final shapes at the 8 outputs</a:t>
            </a:r>
            <a:endParaRPr lang="en-US"/>
          </a:p>
        </p:txBody>
      </p:sp>
      <p:sp>
        <p:nvSpPr>
          <p:cNvPr id="4" name="Slide Number Placeholder 3">
            <a:extLst>
              <a:ext uri="{FF2B5EF4-FFF2-40B4-BE49-F238E27FC236}">
                <a16:creationId xmlns:a16="http://schemas.microsoft.com/office/drawing/2014/main" id="{56AE36B6-33B7-32A8-0BFD-CCDD80F56E19}"/>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886813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 </a:t>
            </a:r>
            <a:r>
              <a:rPr lang="en-US" err="1"/>
              <a:t>esta</a:t>
            </a:r>
            <a:r>
              <a:rPr lang="en-US"/>
              <a:t> diapositive se </a:t>
            </a:r>
            <a:r>
              <a:rPr lang="en-US" err="1"/>
              <a:t>busca</a:t>
            </a:r>
            <a:r>
              <a:rPr lang="en-US"/>
              <a:t> </a:t>
            </a:r>
            <a:r>
              <a:rPr lang="en-US" err="1"/>
              <a:t>demostrar</a:t>
            </a:r>
            <a:r>
              <a:rPr lang="en-US"/>
              <a:t> la </a:t>
            </a:r>
            <a:r>
              <a:rPr lang="en-US" err="1"/>
              <a:t>salida</a:t>
            </a:r>
            <a:r>
              <a:rPr lang="en-US"/>
              <a:t> del primer MZI y la </a:t>
            </a:r>
            <a:r>
              <a:rPr lang="en-US" err="1"/>
              <a:t>salida</a:t>
            </a:r>
            <a:r>
              <a:rPr lang="en-US"/>
              <a:t> </a:t>
            </a:r>
            <a:r>
              <a:rPr lang="en-US" err="1"/>
              <a:t>objetivo</a:t>
            </a:r>
            <a:r>
              <a:rPr lang="en-US"/>
              <a:t> </a:t>
            </a:r>
            <a:r>
              <a:rPr lang="en-US" err="1"/>
              <a:t>que</a:t>
            </a:r>
            <a:r>
              <a:rPr lang="en-US"/>
              <a:t> se </a:t>
            </a:r>
            <a:r>
              <a:rPr lang="en-US" err="1"/>
              <a:t>busca</a:t>
            </a:r>
            <a:r>
              <a:rPr lang="en-US"/>
              <a:t> al pasar las </a:t>
            </a:r>
            <a:r>
              <a:rPr lang="en-US" err="1"/>
              <a:t>salidas</a:t>
            </a:r>
            <a:r>
              <a:rPr lang="en-US"/>
              <a:t> </a:t>
            </a:r>
            <a:r>
              <a:rPr lang="en-US" err="1"/>
              <a:t>por</a:t>
            </a:r>
            <a:r>
              <a:rPr lang="en-US"/>
              <a:t> </a:t>
            </a:r>
            <a:r>
              <a:rPr lang="en-US" err="1"/>
              <a:t>cada</a:t>
            </a:r>
            <a:r>
              <a:rPr lang="en-US"/>
              <a:t> </a:t>
            </a:r>
            <a:r>
              <a:rPr lang="en-US" err="1"/>
              <a:t>una</a:t>
            </a:r>
            <a:r>
              <a:rPr lang="en-US"/>
              <a:t> de las </a:t>
            </a:r>
            <a:r>
              <a:rPr lang="en-US" err="1"/>
              <a:t>etapas</a:t>
            </a:r>
            <a:endParaRPr lang="en-US"/>
          </a:p>
        </p:txBody>
      </p:sp>
      <p:sp>
        <p:nvSpPr>
          <p:cNvPr id="4" name="Slide Number Placeholder 3"/>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298714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 </a:t>
            </a:r>
            <a:r>
              <a:rPr lang="en-US" err="1"/>
              <a:t>presenta</a:t>
            </a:r>
            <a:r>
              <a:rPr lang="en-US"/>
              <a:t> </a:t>
            </a:r>
            <a:r>
              <a:rPr lang="en-US" err="1"/>
              <a:t>el</a:t>
            </a:r>
            <a:r>
              <a:rPr lang="en-US"/>
              <a:t> </a:t>
            </a:r>
            <a:r>
              <a:rPr lang="en-US" err="1"/>
              <a:t>espectro</a:t>
            </a:r>
            <a:r>
              <a:rPr lang="en-US"/>
              <a:t> </a:t>
            </a:r>
            <a:r>
              <a:rPr lang="en-US" err="1"/>
              <a:t>que</a:t>
            </a:r>
            <a:r>
              <a:rPr lang="en-US"/>
              <a:t> </a:t>
            </a:r>
            <a:r>
              <a:rPr lang="en-US" err="1"/>
              <a:t>tiene</a:t>
            </a:r>
            <a:r>
              <a:rPr lang="en-US"/>
              <a:t> </a:t>
            </a:r>
            <a:r>
              <a:rPr lang="en-US" err="1"/>
              <a:t>cada</a:t>
            </a:r>
            <a:r>
              <a:rPr lang="en-US"/>
              <a:t> </a:t>
            </a:r>
            <a:r>
              <a:rPr lang="en-US" err="1"/>
              <a:t>etapa</a:t>
            </a:r>
            <a:r>
              <a:rPr lang="en-US"/>
              <a:t> de </a:t>
            </a:r>
            <a:r>
              <a:rPr lang="en-US" err="1"/>
              <a:t>los</a:t>
            </a:r>
            <a:r>
              <a:rPr lang="en-US"/>
              <a:t> MZI</a:t>
            </a:r>
          </a:p>
          <a:p>
            <a:endParaRPr lang="en-US"/>
          </a:p>
        </p:txBody>
      </p:sp>
      <p:sp>
        <p:nvSpPr>
          <p:cNvPr id="4" name="Slide Number Placeholder 3"/>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817972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 </a:t>
            </a:r>
            <a:r>
              <a:rPr lang="en-US" err="1"/>
              <a:t>muestra</a:t>
            </a:r>
            <a:r>
              <a:rPr lang="en-US"/>
              <a:t> </a:t>
            </a:r>
            <a:r>
              <a:rPr lang="en-US" err="1"/>
              <a:t>el</a:t>
            </a:r>
            <a:r>
              <a:rPr lang="en-US"/>
              <a:t> </a:t>
            </a:r>
            <a:r>
              <a:rPr lang="en-US" err="1"/>
              <a:t>proceso</a:t>
            </a:r>
            <a:r>
              <a:rPr lang="en-US"/>
              <a:t> de </a:t>
            </a:r>
            <a:r>
              <a:rPr lang="en-US" err="1"/>
              <a:t>construccion</a:t>
            </a:r>
            <a:r>
              <a:rPr lang="en-US"/>
              <a:t> de </a:t>
            </a:r>
            <a:r>
              <a:rPr lang="en-US" err="1"/>
              <a:t>cada</a:t>
            </a:r>
            <a:r>
              <a:rPr lang="en-US"/>
              <a:t> </a:t>
            </a:r>
            <a:r>
              <a:rPr lang="en-US" err="1"/>
              <a:t>una</a:t>
            </a:r>
            <a:r>
              <a:rPr lang="en-US"/>
              <a:t> de las </a:t>
            </a:r>
            <a:r>
              <a:rPr lang="en-US" err="1"/>
              <a:t>ventanas</a:t>
            </a:r>
            <a:r>
              <a:rPr lang="en-US"/>
              <a:t> </a:t>
            </a:r>
            <a:r>
              <a:rPr lang="en-US" err="1"/>
              <a:t>desplazando</a:t>
            </a:r>
            <a:r>
              <a:rPr lang="en-US"/>
              <a:t> la function de </a:t>
            </a:r>
            <a:r>
              <a:rPr lang="en-US" err="1"/>
              <a:t>transferencia</a:t>
            </a:r>
            <a:r>
              <a:rPr lang="en-US"/>
              <a:t> de </a:t>
            </a:r>
            <a:r>
              <a:rPr lang="en-US" err="1"/>
              <a:t>los</a:t>
            </a:r>
            <a:r>
              <a:rPr lang="en-US"/>
              <a:t> MZI</a:t>
            </a:r>
          </a:p>
          <a:p>
            <a:endParaRPr lang="en-US"/>
          </a:p>
          <a:p>
            <a:r>
              <a:rPr lang="en-US"/>
              <a:t>The thermal phase shifter is used to adjust the desired spectral window. </a:t>
            </a:r>
          </a:p>
          <a:p>
            <a:r>
              <a:rPr lang="en-US"/>
              <a:t>Due to the complementary nature of the bar and cross ports, selecting a transmission window at one output automatically results in the corresponding complementary response at the other port.</a:t>
            </a:r>
          </a:p>
        </p:txBody>
      </p:sp>
      <p:sp>
        <p:nvSpPr>
          <p:cNvPr id="4" name="Slide Number Placeholder 3"/>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365635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2F181-72F0-45D6-CAA9-91EE0B675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6F532-F564-C789-E377-5001FF01E1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E20E6-45B4-A2E0-3323-1A1075010E6D}"/>
              </a:ext>
            </a:extLst>
          </p:cNvPr>
          <p:cNvSpPr>
            <a:spLocks noGrp="1"/>
          </p:cNvSpPr>
          <p:nvPr>
            <p:ph type="body" idx="1"/>
          </p:nvPr>
        </p:nvSpPr>
        <p:spPr/>
        <p:txBody>
          <a:bodyPr/>
          <a:lstStyle/>
          <a:p>
            <a:r>
              <a:rPr lang="en-US"/>
              <a:t>Se </a:t>
            </a:r>
            <a:r>
              <a:rPr lang="en-US" err="1"/>
              <a:t>muestra</a:t>
            </a:r>
            <a:r>
              <a:rPr lang="en-US"/>
              <a:t> </a:t>
            </a:r>
            <a:r>
              <a:rPr lang="en-US" err="1"/>
              <a:t>el</a:t>
            </a:r>
            <a:r>
              <a:rPr lang="en-US"/>
              <a:t> </a:t>
            </a:r>
            <a:r>
              <a:rPr lang="en-US" err="1"/>
              <a:t>proceso</a:t>
            </a:r>
            <a:r>
              <a:rPr lang="en-US"/>
              <a:t> de </a:t>
            </a:r>
            <a:r>
              <a:rPr lang="en-US" err="1"/>
              <a:t>construccion</a:t>
            </a:r>
            <a:r>
              <a:rPr lang="en-US"/>
              <a:t> de </a:t>
            </a:r>
            <a:r>
              <a:rPr lang="en-US" err="1"/>
              <a:t>cada</a:t>
            </a:r>
            <a:r>
              <a:rPr lang="en-US"/>
              <a:t> </a:t>
            </a:r>
            <a:r>
              <a:rPr lang="en-US" err="1"/>
              <a:t>una</a:t>
            </a:r>
            <a:r>
              <a:rPr lang="en-US"/>
              <a:t> de las </a:t>
            </a:r>
            <a:r>
              <a:rPr lang="en-US" err="1"/>
              <a:t>ventanas</a:t>
            </a:r>
            <a:r>
              <a:rPr lang="en-US"/>
              <a:t> </a:t>
            </a:r>
            <a:r>
              <a:rPr lang="en-US" err="1"/>
              <a:t>desplazando</a:t>
            </a:r>
            <a:r>
              <a:rPr lang="en-US"/>
              <a:t> la function de </a:t>
            </a:r>
            <a:r>
              <a:rPr lang="en-US" err="1"/>
              <a:t>transferencia</a:t>
            </a:r>
            <a:r>
              <a:rPr lang="en-US"/>
              <a:t> de </a:t>
            </a:r>
            <a:r>
              <a:rPr lang="en-US" err="1"/>
              <a:t>los</a:t>
            </a:r>
            <a:r>
              <a:rPr lang="en-US"/>
              <a:t> MZI</a:t>
            </a:r>
          </a:p>
          <a:p>
            <a:endParaRPr lang="en-US"/>
          </a:p>
          <a:p>
            <a:r>
              <a:rPr lang="en-US"/>
              <a:t>The thermal phase shifter is used to adjust the desired spectral window. </a:t>
            </a:r>
          </a:p>
          <a:p>
            <a:r>
              <a:rPr lang="en-US"/>
              <a:t>Due to the complementary nature of the bar and cross ports, selecting a transmission window at one output automatically results in the corresponding complementary response at the other port.</a:t>
            </a:r>
          </a:p>
        </p:txBody>
      </p:sp>
      <p:sp>
        <p:nvSpPr>
          <p:cNvPr id="4" name="Slide Number Placeholder 3">
            <a:extLst>
              <a:ext uri="{FF2B5EF4-FFF2-40B4-BE49-F238E27FC236}">
                <a16:creationId xmlns:a16="http://schemas.microsoft.com/office/drawing/2014/main" id="{45E9292B-2D37-F5E9-9C61-1A65AAF2F560}"/>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3141825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Aqui se </a:t>
            </a:r>
            <a:r>
              <a:rPr lang="en-US" err="1"/>
              <a:t>presenta</a:t>
            </a:r>
            <a:r>
              <a:rPr lang="en-US"/>
              <a:t> </a:t>
            </a:r>
            <a:r>
              <a:rPr lang="en-US" err="1"/>
              <a:t>una</a:t>
            </a:r>
            <a:r>
              <a:rPr lang="en-US"/>
              <a:t> table con las </a:t>
            </a:r>
            <a:r>
              <a:rPr lang="en-US" err="1"/>
              <a:t>fases</a:t>
            </a:r>
            <a:r>
              <a:rPr lang="en-US"/>
              <a:t> </a:t>
            </a:r>
            <a:r>
              <a:rPr lang="en-US" err="1"/>
              <a:t>usadas</a:t>
            </a:r>
            <a:r>
              <a:rPr lang="en-US"/>
              <a:t> y </a:t>
            </a:r>
            <a:r>
              <a:rPr lang="en-US" err="1"/>
              <a:t>el</a:t>
            </a:r>
            <a:r>
              <a:rPr lang="en-US"/>
              <a:t> </a:t>
            </a:r>
            <a:r>
              <a:rPr lang="en-US" err="1"/>
              <a:t>desplazamiento</a:t>
            </a:r>
            <a:r>
              <a:rPr lang="en-US"/>
              <a:t> </a:t>
            </a:r>
            <a:r>
              <a:rPr lang="en-US" err="1"/>
              <a:t>en</a:t>
            </a:r>
            <a:r>
              <a:rPr lang="en-US"/>
              <a:t> nm </a:t>
            </a:r>
            <a:r>
              <a:rPr lang="en-US" err="1"/>
              <a:t>que</a:t>
            </a:r>
            <a:r>
              <a:rPr lang="en-US"/>
              <a:t> genera </a:t>
            </a:r>
            <a:r>
              <a:rPr lang="en-US" err="1"/>
              <a:t>en</a:t>
            </a:r>
            <a:r>
              <a:rPr lang="en-US"/>
              <a:t> </a:t>
            </a:r>
            <a:r>
              <a:rPr lang="en-US" err="1"/>
              <a:t>cada</a:t>
            </a:r>
            <a:r>
              <a:rPr lang="en-US"/>
              <a:t> uno de </a:t>
            </a:r>
            <a:r>
              <a:rPr lang="en-US" err="1"/>
              <a:t>los</a:t>
            </a:r>
            <a:r>
              <a:rPr lang="en-US"/>
              <a:t> </a:t>
            </a:r>
            <a:r>
              <a:rPr lang="en-US" err="1"/>
              <a:t>picos</a:t>
            </a:r>
            <a:endParaRPr lang="en-US"/>
          </a:p>
        </p:txBody>
      </p:sp>
      <p:sp>
        <p:nvSpPr>
          <p:cNvPr id="4" name="Slide Number Placeholder 3"/>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776608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30F63-C82C-1186-5BBF-4BFBCF4EA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613B8-EB32-C5A2-200A-BFC2490243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301E8-777A-D5DC-581D-A6D84503F4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53AA48-240A-8E39-2E4A-F6166DCC779B}"/>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2495715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svg"/><Relationship Id="rId1" Type="http://schemas.openxmlformats.org/officeDocument/2006/relationships/slideMaster" Target="../slideMasters/slideMaster2.xml"/><Relationship Id="rId5" Type="http://schemas.openxmlformats.org/officeDocument/2006/relationships/image" Target="../media/image3.svg"/><Relationship Id="rId4"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4.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8.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9.sv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8.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9.sv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0.svg"/><Relationship Id="rId1" Type="http://schemas.openxmlformats.org/officeDocument/2006/relationships/slideMaster" Target="../slideMasters/slideMaster2.xml"/><Relationship Id="rId5" Type="http://schemas.openxmlformats.org/officeDocument/2006/relationships/image" Target="../media/image3.svg"/><Relationship Id="rId4" Type="http://schemas.openxmlformats.org/officeDocument/2006/relationships/image" Target="../media/image10.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Master" Target="../slideMasters/slideMaster2.xml"/><Relationship Id="rId5" Type="http://schemas.openxmlformats.org/officeDocument/2006/relationships/image" Target="../media/image17.svg"/><Relationship Id="rId4" Type="http://schemas.openxmlformats.org/officeDocument/2006/relationships/image" Target="../media/image16.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3.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24.sv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0.1. MODESOLVER</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0.1. MODESOLVER</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0.1. MODESOLVER</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Porta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0E8D5BC9-0A5A-7D60-1F7E-FC9F5D3F796D}"/>
              </a:ext>
            </a:extLst>
          </p:cNvPr>
          <p:cNvSpPr>
            <a:spLocks noGrp="1" noRot="1" noMove="1" noResize="1" noEditPoints="1" noAdjustHandles="1" noChangeArrowheads="1" noChangeShapeType="1"/>
          </p:cNvSpPr>
          <p:nvPr userDrawn="1"/>
        </p:nvSpPr>
        <p:spPr>
          <a:xfrm>
            <a:off x="0" y="0"/>
            <a:ext cx="72758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BE995529-AC8C-6F3F-0617-2D992A8F9529}"/>
              </a:ext>
            </a:extLst>
          </p:cNvPr>
          <p:cNvSpPr>
            <a:spLocks noGrp="1" noRot="1" noMove="1" noResize="1" noEditPoints="1" noAdjustHandles="1" noChangeArrowheads="1" noChangeShapeType="1"/>
          </p:cNvSpPr>
          <p:nvPr userDrawn="1"/>
        </p:nvSpPr>
        <p:spPr>
          <a:xfrm>
            <a:off x="0" y="4326194"/>
            <a:ext cx="12192000" cy="25318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itle 1">
            <a:extLst>
              <a:ext uri="{FF2B5EF4-FFF2-40B4-BE49-F238E27FC236}">
                <a16:creationId xmlns:a16="http://schemas.microsoft.com/office/drawing/2014/main" id="{B11A6A15-6E39-4FFA-B5DC-89EB633E6DC2}"/>
              </a:ext>
            </a:extLst>
          </p:cNvPr>
          <p:cNvSpPr>
            <a:spLocks noGrp="1"/>
          </p:cNvSpPr>
          <p:nvPr>
            <p:ph type="ctrTitle" hasCustomPrompt="1"/>
          </p:nvPr>
        </p:nvSpPr>
        <p:spPr>
          <a:xfrm>
            <a:off x="2670690" y="4437060"/>
            <a:ext cx="8783891" cy="1035242"/>
          </a:xfrm>
        </p:spPr>
        <p:txBody>
          <a:bodyPr anchor="b">
            <a:no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9A169311-3201-45EC-B973-82EC27DA529A}"/>
              </a:ext>
            </a:extLst>
          </p:cNvPr>
          <p:cNvSpPr>
            <a:spLocks noGrp="1"/>
          </p:cNvSpPr>
          <p:nvPr>
            <p:ph type="subTitle" idx="1" hasCustomPrompt="1"/>
          </p:nvPr>
        </p:nvSpPr>
        <p:spPr>
          <a:xfrm>
            <a:off x="2670690" y="5557938"/>
            <a:ext cx="8783891" cy="648930"/>
          </a:xfrm>
        </p:spPr>
        <p:txBody>
          <a:bodyPr>
            <a:noAutofit/>
          </a:bodyPr>
          <a:lstStyle>
            <a:lvl1pPr marL="0" indent="0" algn="l">
              <a:buNone/>
              <a:defRPr sz="1800" cap="all" spc="2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Marcador de posición de imagen 9">
            <a:extLst>
              <a:ext uri="{FF2B5EF4-FFF2-40B4-BE49-F238E27FC236}">
                <a16:creationId xmlns:a16="http://schemas.microsoft.com/office/drawing/2014/main" id="{F2AC6392-CC7C-A70F-0349-B7FD86E685C9}"/>
              </a:ext>
            </a:extLst>
          </p:cNvPr>
          <p:cNvSpPr>
            <a:spLocks noGrp="1"/>
          </p:cNvSpPr>
          <p:nvPr>
            <p:ph type="pic" sz="quarter" idx="10"/>
          </p:nvPr>
        </p:nvSpPr>
        <p:spPr>
          <a:xfrm>
            <a:off x="0" y="0"/>
            <a:ext cx="12192000" cy="4189159"/>
          </a:xfrm>
          <a:solidFill>
            <a:schemeClr val="bg1">
              <a:lumMod val="95000"/>
            </a:schemeClr>
          </a:solidFill>
        </p:spPr>
        <p:txBody>
          <a:bodyPr/>
          <a:lstStyle/>
          <a:p>
            <a:r>
              <a:rPr lang="es-ES"/>
              <a:t>Haga clic en el icono para agregar una imagen</a:t>
            </a:r>
          </a:p>
        </p:txBody>
      </p:sp>
      <p:pic>
        <p:nvPicPr>
          <p:cNvPr id="14" name="Gráfico 13">
            <a:extLst>
              <a:ext uri="{FF2B5EF4-FFF2-40B4-BE49-F238E27FC236}">
                <a16:creationId xmlns:a16="http://schemas.microsoft.com/office/drawing/2014/main" id="{26C03CC8-B8EE-B882-3B30-FE5902C531A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5447" y="4460825"/>
            <a:ext cx="1979122" cy="1777593"/>
          </a:xfrm>
          <a:prstGeom prst="rect">
            <a:avLst/>
          </a:prstGeom>
        </p:spPr>
      </p:pic>
      <p:pic>
        <p:nvPicPr>
          <p:cNvPr id="4" name="Gráfico 3">
            <a:extLst>
              <a:ext uri="{FF2B5EF4-FFF2-40B4-BE49-F238E27FC236}">
                <a16:creationId xmlns:a16="http://schemas.microsoft.com/office/drawing/2014/main" id="{8CEDB2DB-CB9C-6AB8-73C9-CA22420FC9C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extLst>
      <p:ext uri="{BB962C8B-B14F-4D97-AF65-F5344CB8AC3E}">
        <p14:creationId xmlns:p14="http://schemas.microsoft.com/office/powerpoint/2010/main" val="2398818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ierre">
    <p:spTree>
      <p:nvGrpSpPr>
        <p:cNvPr id="1" name=""/>
        <p:cNvGrpSpPr/>
        <p:nvPr/>
      </p:nvGrpSpPr>
      <p:grpSpPr>
        <a:xfrm>
          <a:off x="0" y="0"/>
          <a:ext cx="0" cy="0"/>
          <a:chOff x="0" y="0"/>
          <a:chExt cx="0" cy="0"/>
        </a:xfrm>
      </p:grpSpPr>
      <p:sp>
        <p:nvSpPr>
          <p:cNvPr id="18" name="Marcador de posición de imagen 17">
            <a:extLst>
              <a:ext uri="{FF2B5EF4-FFF2-40B4-BE49-F238E27FC236}">
                <a16:creationId xmlns:a16="http://schemas.microsoft.com/office/drawing/2014/main" id="{D6E15131-3626-6631-FA4C-0AE9DFF5EC85}"/>
              </a:ext>
            </a:extLst>
          </p:cNvPr>
          <p:cNvSpPr>
            <a:spLocks noGrp="1"/>
          </p:cNvSpPr>
          <p:nvPr>
            <p:ph type="pic" sz="quarter" idx="12"/>
          </p:nvPr>
        </p:nvSpPr>
        <p:spPr>
          <a:xfrm>
            <a:off x="3944938" y="2636874"/>
            <a:ext cx="8247062" cy="1584290"/>
          </a:xfrm>
          <a:solidFill>
            <a:schemeClr val="bg1">
              <a:lumMod val="95000"/>
            </a:schemeClr>
          </a:solidFill>
        </p:spPr>
        <p:txBody>
          <a:bodyPr/>
          <a:lstStyle/>
          <a:p>
            <a:r>
              <a:rPr lang="es-ES"/>
              <a:t>Haga clic en el icono para agregar una imagen</a:t>
            </a:r>
          </a:p>
        </p:txBody>
      </p:sp>
      <p:sp>
        <p:nvSpPr>
          <p:cNvPr id="6" name="Rectángulo 5">
            <a:extLst>
              <a:ext uri="{FF2B5EF4-FFF2-40B4-BE49-F238E27FC236}">
                <a16:creationId xmlns:a16="http://schemas.microsoft.com/office/drawing/2014/main" id="{D140D154-980A-6ECA-F1FB-DFB71AD3458C}"/>
              </a:ext>
            </a:extLst>
          </p:cNvPr>
          <p:cNvSpPr/>
          <p:nvPr userDrawn="1"/>
        </p:nvSpPr>
        <p:spPr>
          <a:xfrm>
            <a:off x="-1" y="2636874"/>
            <a:ext cx="3944680" cy="15842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Gráfico 10">
            <a:extLst>
              <a:ext uri="{FF2B5EF4-FFF2-40B4-BE49-F238E27FC236}">
                <a16:creationId xmlns:a16="http://schemas.microsoft.com/office/drawing/2014/main" id="{CA87DEB5-0212-6EFE-055E-2C0224DEB287}"/>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0860" y="2952687"/>
            <a:ext cx="2402958" cy="952623"/>
          </a:xfrm>
          <a:prstGeom prst="rect">
            <a:avLst/>
          </a:prstGeom>
        </p:spPr>
      </p:pic>
      <p:sp>
        <p:nvSpPr>
          <p:cNvPr id="12" name="Título 11">
            <a:extLst>
              <a:ext uri="{FF2B5EF4-FFF2-40B4-BE49-F238E27FC236}">
                <a16:creationId xmlns:a16="http://schemas.microsoft.com/office/drawing/2014/main" id="{E22C444D-6747-DF9F-E2F2-123ED088AB4B}"/>
              </a:ext>
            </a:extLst>
          </p:cNvPr>
          <p:cNvSpPr>
            <a:spLocks noGrp="1"/>
          </p:cNvSpPr>
          <p:nvPr>
            <p:ph type="title" hasCustomPrompt="1"/>
          </p:nvPr>
        </p:nvSpPr>
        <p:spPr>
          <a:xfrm>
            <a:off x="4433996" y="3038249"/>
            <a:ext cx="3324005" cy="781493"/>
          </a:xfrm>
        </p:spPr>
        <p:txBody>
          <a:bodyPr/>
          <a:lstStyle>
            <a:lvl1pPr>
              <a:defRPr>
                <a:solidFill>
                  <a:schemeClr val="bg1"/>
                </a:solidFill>
              </a:defRPr>
            </a:lvl1pPr>
          </a:lstStyle>
          <a:p>
            <a:r>
              <a:rPr lang="es-ES"/>
              <a:t>Gracias</a:t>
            </a:r>
          </a:p>
        </p:txBody>
      </p:sp>
      <p:sp>
        <p:nvSpPr>
          <p:cNvPr id="10" name="CuadroTexto 9">
            <a:extLst>
              <a:ext uri="{FF2B5EF4-FFF2-40B4-BE49-F238E27FC236}">
                <a16:creationId xmlns:a16="http://schemas.microsoft.com/office/drawing/2014/main" id="{FA66CF81-0867-3026-DCC8-E407F57969D0}"/>
              </a:ext>
            </a:extLst>
          </p:cNvPr>
          <p:cNvSpPr txBox="1"/>
          <p:nvPr userDrawn="1"/>
        </p:nvSpPr>
        <p:spPr>
          <a:xfrm>
            <a:off x="2967132" y="6226722"/>
            <a:ext cx="6257732" cy="297582"/>
          </a:xfrm>
          <a:prstGeom prst="rect">
            <a:avLst/>
          </a:prstGeom>
          <a:noFill/>
        </p:spPr>
        <p:txBody>
          <a:bodyPr wrap="square">
            <a:spAutoFit/>
          </a:bodyPr>
          <a:lstStyle/>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s-ES" sz="1200" b="0" i="0" u="none" strike="noStrike" kern="1200" cap="none" spc="0" normalizeH="0" baseline="0" noProof="0">
                <a:ln>
                  <a:noFill/>
                </a:ln>
                <a:solidFill>
                  <a:schemeClr val="accent3"/>
                </a:solidFill>
                <a:effectLst/>
                <a:uLnTx/>
                <a:uFillTx/>
                <a:latin typeface="IBM Plex Sans" panose="020B0503050203000203" pitchFamily="34" charset="0"/>
                <a:ea typeface="+mn-ea"/>
                <a:cs typeface="+mn-cs"/>
              </a:rPr>
              <a:t>pic-chair.upv.es        Tel. 963 54 26 74       TSI-069100-2023-0002</a:t>
            </a:r>
          </a:p>
        </p:txBody>
      </p:sp>
      <p:pic>
        <p:nvPicPr>
          <p:cNvPr id="736" name="Gráfico 735">
            <a:extLst>
              <a:ext uri="{FF2B5EF4-FFF2-40B4-BE49-F238E27FC236}">
                <a16:creationId xmlns:a16="http://schemas.microsoft.com/office/drawing/2014/main" id="{877AC549-B02D-D898-7086-95A022F06D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77277" y="5624549"/>
            <a:ext cx="6037446" cy="401501"/>
          </a:xfrm>
          <a:prstGeom prst="rect">
            <a:avLst/>
          </a:prstGeom>
        </p:spPr>
      </p:pic>
    </p:spTree>
    <p:extLst>
      <p:ext uri="{BB962C8B-B14F-4D97-AF65-F5344CB8AC3E}">
        <p14:creationId xmlns:p14="http://schemas.microsoft.com/office/powerpoint/2010/main" val="681280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0E8D5BC9-0A5A-7D60-1F7E-FC9F5D3F796D}"/>
              </a:ext>
            </a:extLst>
          </p:cNvPr>
          <p:cNvSpPr>
            <a:spLocks noGrp="1" noRot="1" noMove="1" noResize="1" noEditPoints="1" noAdjustHandles="1" noChangeArrowheads="1" noChangeShapeType="1"/>
          </p:cNvSpPr>
          <p:nvPr userDrawn="1"/>
        </p:nvSpPr>
        <p:spPr>
          <a:xfrm>
            <a:off x="0" y="0"/>
            <a:ext cx="72758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BE995529-AC8C-6F3F-0617-2D992A8F9529}"/>
              </a:ext>
            </a:extLst>
          </p:cNvPr>
          <p:cNvSpPr>
            <a:spLocks noGrp="1" noRot="1" noMove="1" noResize="1" noEditPoints="1" noAdjustHandles="1" noChangeArrowheads="1" noChangeShapeType="1"/>
          </p:cNvSpPr>
          <p:nvPr userDrawn="1"/>
        </p:nvSpPr>
        <p:spPr>
          <a:xfrm>
            <a:off x="0" y="4326194"/>
            <a:ext cx="12192000" cy="25318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itle 1">
            <a:extLst>
              <a:ext uri="{FF2B5EF4-FFF2-40B4-BE49-F238E27FC236}">
                <a16:creationId xmlns:a16="http://schemas.microsoft.com/office/drawing/2014/main" id="{B11A6A15-6E39-4FFA-B5DC-89EB633E6DC2}"/>
              </a:ext>
            </a:extLst>
          </p:cNvPr>
          <p:cNvSpPr>
            <a:spLocks noGrp="1"/>
          </p:cNvSpPr>
          <p:nvPr>
            <p:ph type="ctrTitle" hasCustomPrompt="1"/>
          </p:nvPr>
        </p:nvSpPr>
        <p:spPr>
          <a:xfrm>
            <a:off x="2670690" y="4437060"/>
            <a:ext cx="8783891" cy="1035242"/>
          </a:xfrm>
        </p:spPr>
        <p:txBody>
          <a:bodyPr anchor="b">
            <a:no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9A169311-3201-45EC-B973-82EC27DA529A}"/>
              </a:ext>
            </a:extLst>
          </p:cNvPr>
          <p:cNvSpPr>
            <a:spLocks noGrp="1"/>
          </p:cNvSpPr>
          <p:nvPr>
            <p:ph type="subTitle" idx="1" hasCustomPrompt="1"/>
          </p:nvPr>
        </p:nvSpPr>
        <p:spPr>
          <a:xfrm>
            <a:off x="2670690" y="5557938"/>
            <a:ext cx="8783891" cy="648930"/>
          </a:xfrm>
        </p:spPr>
        <p:txBody>
          <a:bodyPr>
            <a:noAutofit/>
          </a:bodyPr>
          <a:lstStyle>
            <a:lvl1pPr marL="0" indent="0" algn="l">
              <a:buNone/>
              <a:defRPr sz="1800" cap="all" spc="2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Marcador de posición de imagen 9">
            <a:extLst>
              <a:ext uri="{FF2B5EF4-FFF2-40B4-BE49-F238E27FC236}">
                <a16:creationId xmlns:a16="http://schemas.microsoft.com/office/drawing/2014/main" id="{F2AC6392-CC7C-A70F-0349-B7FD86E685C9}"/>
              </a:ext>
            </a:extLst>
          </p:cNvPr>
          <p:cNvSpPr>
            <a:spLocks noGrp="1"/>
          </p:cNvSpPr>
          <p:nvPr>
            <p:ph type="pic" sz="quarter" idx="10"/>
          </p:nvPr>
        </p:nvSpPr>
        <p:spPr>
          <a:xfrm>
            <a:off x="0" y="0"/>
            <a:ext cx="12192000" cy="4189159"/>
          </a:xfrm>
          <a:solidFill>
            <a:schemeClr val="bg1">
              <a:lumMod val="95000"/>
            </a:schemeClr>
          </a:solidFill>
        </p:spPr>
        <p:txBody>
          <a:bodyPr/>
          <a:lstStyle/>
          <a:p>
            <a:r>
              <a:rPr lang="es-ES"/>
              <a:t>Haga clic en el icono para agregar una imagen</a:t>
            </a:r>
          </a:p>
        </p:txBody>
      </p:sp>
      <p:pic>
        <p:nvPicPr>
          <p:cNvPr id="14" name="Gráfico 13">
            <a:extLst>
              <a:ext uri="{FF2B5EF4-FFF2-40B4-BE49-F238E27FC236}">
                <a16:creationId xmlns:a16="http://schemas.microsoft.com/office/drawing/2014/main" id="{26C03CC8-B8EE-B882-3B30-FE5902C531A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5447" y="4460825"/>
            <a:ext cx="1979122" cy="1777593"/>
          </a:xfrm>
          <a:prstGeom prst="rect">
            <a:avLst/>
          </a:prstGeom>
        </p:spPr>
      </p:pic>
      <p:pic>
        <p:nvPicPr>
          <p:cNvPr id="4" name="Gráfico 3">
            <a:extLst>
              <a:ext uri="{FF2B5EF4-FFF2-40B4-BE49-F238E27FC236}">
                <a16:creationId xmlns:a16="http://schemas.microsoft.com/office/drawing/2014/main" id="{8CEDB2DB-CB9C-6AB8-73C9-CA22420FC9C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extLst>
      <p:ext uri="{BB962C8B-B14F-4D97-AF65-F5344CB8AC3E}">
        <p14:creationId xmlns:p14="http://schemas.microsoft.com/office/powerpoint/2010/main" val="1577099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rtada 2">
    <p:bg>
      <p:bgRef idx="1001">
        <a:schemeClr val="bg1"/>
      </p:bgRef>
    </p:bg>
    <p:spTree>
      <p:nvGrpSpPr>
        <p:cNvPr id="1" name=""/>
        <p:cNvGrpSpPr/>
        <p:nvPr/>
      </p:nvGrpSpPr>
      <p:grpSpPr>
        <a:xfrm>
          <a:off x="0" y="0"/>
          <a:ext cx="0" cy="0"/>
          <a:chOff x="0" y="0"/>
          <a:chExt cx="0" cy="0"/>
        </a:xfrm>
      </p:grpSpPr>
      <p:pic>
        <p:nvPicPr>
          <p:cNvPr id="16" name="Gráfico 15">
            <a:extLst>
              <a:ext uri="{FF2B5EF4-FFF2-40B4-BE49-F238E27FC236}">
                <a16:creationId xmlns:a16="http://schemas.microsoft.com/office/drawing/2014/main" id="{33A15E39-D014-F095-FEEC-42A5059730B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06438" y="1419928"/>
            <a:ext cx="1979122" cy="1777593"/>
          </a:xfrm>
          <a:prstGeom prst="rect">
            <a:avLst/>
          </a:prstGeom>
        </p:spPr>
      </p:pic>
      <p:sp>
        <p:nvSpPr>
          <p:cNvPr id="3" name="Título 1">
            <a:extLst>
              <a:ext uri="{FF2B5EF4-FFF2-40B4-BE49-F238E27FC236}">
                <a16:creationId xmlns:a16="http://schemas.microsoft.com/office/drawing/2014/main" id="{676415C8-C58F-73B7-8CD3-CEF89C85F5AC}"/>
              </a:ext>
            </a:extLst>
          </p:cNvPr>
          <p:cNvSpPr>
            <a:spLocks noGrp="1"/>
          </p:cNvSpPr>
          <p:nvPr>
            <p:ph type="title" hasCustomPrompt="1"/>
          </p:nvPr>
        </p:nvSpPr>
        <p:spPr>
          <a:xfrm>
            <a:off x="3213099" y="3411232"/>
            <a:ext cx="5961381" cy="868682"/>
          </a:xfrm>
        </p:spPr>
        <p:txBody>
          <a:bodyPr/>
          <a:lstStyle>
            <a:lvl1pPr algn="ctr">
              <a:defRPr sz="4800"/>
            </a:lvl1pPr>
          </a:lstStyle>
          <a:p>
            <a:r>
              <a:rPr lang="es-ES"/>
              <a:t>Formación PIC-UPV</a:t>
            </a:r>
          </a:p>
        </p:txBody>
      </p:sp>
      <p:sp>
        <p:nvSpPr>
          <p:cNvPr id="5" name="Marcador de texto 4">
            <a:extLst>
              <a:ext uri="{FF2B5EF4-FFF2-40B4-BE49-F238E27FC236}">
                <a16:creationId xmlns:a16="http://schemas.microsoft.com/office/drawing/2014/main" id="{5A84B3A4-3057-2E4B-2AFA-0C76C19B1A59}"/>
              </a:ext>
            </a:extLst>
          </p:cNvPr>
          <p:cNvSpPr>
            <a:spLocks noGrp="1"/>
          </p:cNvSpPr>
          <p:nvPr>
            <p:ph type="body" sz="quarter" idx="10" hasCustomPrompt="1"/>
          </p:nvPr>
        </p:nvSpPr>
        <p:spPr>
          <a:xfrm>
            <a:off x="3213099" y="4353721"/>
            <a:ext cx="5973763" cy="649287"/>
          </a:xfrm>
        </p:spPr>
        <p:txBody>
          <a:bodyPr/>
          <a:lstStyle>
            <a:lvl1pPr marL="0" indent="0">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a:ln>
                  <a:noFill/>
                </a:ln>
                <a:solidFill>
                  <a:srgbClr val="000000"/>
                </a:solidFill>
                <a:effectLst/>
                <a:uLnTx/>
                <a:uFillTx/>
                <a:latin typeface="IBM Plex Sans"/>
                <a:ea typeface="+mn-ea"/>
                <a:cs typeface="+mn-cs"/>
              </a:rPr>
              <a:t>Estrategia y guía docente</a:t>
            </a:r>
          </a:p>
          <a:p>
            <a:pPr lvl="0"/>
            <a:endParaRPr lang="es-ES"/>
          </a:p>
        </p:txBody>
      </p:sp>
      <p:pic>
        <p:nvPicPr>
          <p:cNvPr id="6" name="Gráfico 5">
            <a:extLst>
              <a:ext uri="{FF2B5EF4-FFF2-40B4-BE49-F238E27FC236}">
                <a16:creationId xmlns:a16="http://schemas.microsoft.com/office/drawing/2014/main" id="{56873E1A-2574-3AFE-BD0B-BDD5818BD85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1441" r="39312"/>
          <a:stretch/>
        </p:blipFill>
        <p:spPr>
          <a:xfrm rot="16200000">
            <a:off x="-864566" y="3914508"/>
            <a:ext cx="3072395" cy="1379744"/>
          </a:xfrm>
          <a:prstGeom prst="rect">
            <a:avLst/>
          </a:prstGeom>
        </p:spPr>
      </p:pic>
      <p:pic>
        <p:nvPicPr>
          <p:cNvPr id="7" name="Gráfico 6">
            <a:extLst>
              <a:ext uri="{FF2B5EF4-FFF2-40B4-BE49-F238E27FC236}">
                <a16:creationId xmlns:a16="http://schemas.microsoft.com/office/drawing/2014/main" id="{9A6ABBE1-71F2-083C-CEF6-44002AC4EE34}"/>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6933" t="50000" r="61358"/>
          <a:stretch/>
        </p:blipFill>
        <p:spPr>
          <a:xfrm rot="5400000">
            <a:off x="9429639" y="4095642"/>
            <a:ext cx="3186333" cy="2338388"/>
          </a:xfrm>
          <a:prstGeom prst="rect">
            <a:avLst/>
          </a:prstGeom>
          <a:effectLst>
            <a:outerShdw blurRad="317500" sx="102000" sy="102000" algn="ctr" rotWithShape="0">
              <a:prstClr val="black">
                <a:alpha val="16000"/>
              </a:prstClr>
            </a:outerShdw>
          </a:effectLst>
        </p:spPr>
      </p:pic>
      <p:pic>
        <p:nvPicPr>
          <p:cNvPr id="8" name="Gráfico 7">
            <a:extLst>
              <a:ext uri="{FF2B5EF4-FFF2-40B4-BE49-F238E27FC236}">
                <a16:creationId xmlns:a16="http://schemas.microsoft.com/office/drawing/2014/main" id="{29F75B50-4702-8B05-819D-D652400E70B4}"/>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t="26347" r="57409"/>
          <a:stretch/>
        </p:blipFill>
        <p:spPr>
          <a:xfrm rot="16200000">
            <a:off x="-417664" y="417659"/>
            <a:ext cx="4279919" cy="3444590"/>
          </a:xfrm>
          <a:prstGeom prst="rect">
            <a:avLst/>
          </a:prstGeom>
          <a:effectLst>
            <a:outerShdw blurRad="393700" sx="102000" sy="102000" algn="ctr" rotWithShape="0">
              <a:prstClr val="black">
                <a:alpha val="18000"/>
              </a:prstClr>
            </a:outerShdw>
          </a:effectLst>
        </p:spPr>
      </p:pic>
      <p:pic>
        <p:nvPicPr>
          <p:cNvPr id="9" name="Gráfico 8">
            <a:extLst>
              <a:ext uri="{FF2B5EF4-FFF2-40B4-BE49-F238E27FC236}">
                <a16:creationId xmlns:a16="http://schemas.microsoft.com/office/drawing/2014/main" id="{BBBAEC65-9692-584A-C41D-EACF5154D70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1441" r="53811"/>
          <a:stretch/>
        </p:blipFill>
        <p:spPr>
          <a:xfrm>
            <a:off x="9853610" y="-3"/>
            <a:ext cx="2338390" cy="1379744"/>
          </a:xfrm>
          <a:prstGeom prst="rect">
            <a:avLst/>
          </a:prstGeom>
        </p:spPr>
      </p:pic>
      <p:pic>
        <p:nvPicPr>
          <p:cNvPr id="13" name="Gráfico 12">
            <a:extLst>
              <a:ext uri="{FF2B5EF4-FFF2-40B4-BE49-F238E27FC236}">
                <a16:creationId xmlns:a16="http://schemas.microsoft.com/office/drawing/2014/main" id="{445DC7E0-50EA-A93B-751C-3AFA676BC90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891211" y="6245585"/>
            <a:ext cx="6409575" cy="363174"/>
          </a:xfrm>
          <a:prstGeom prst="rect">
            <a:avLst/>
          </a:prstGeom>
        </p:spPr>
      </p:pic>
    </p:spTree>
    <p:extLst>
      <p:ext uri="{BB962C8B-B14F-4D97-AF65-F5344CB8AC3E}">
        <p14:creationId xmlns:p14="http://schemas.microsoft.com/office/powerpoint/2010/main" val="5227917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ción 1.2">
    <p:spTree>
      <p:nvGrpSpPr>
        <p:cNvPr id="1" name=""/>
        <p:cNvGrpSpPr/>
        <p:nvPr/>
      </p:nvGrpSpPr>
      <p:grpSpPr>
        <a:xfrm>
          <a:off x="0" y="0"/>
          <a:ext cx="0" cy="0"/>
          <a:chOff x="0" y="0"/>
          <a:chExt cx="0" cy="0"/>
        </a:xfrm>
      </p:grpSpPr>
      <p:sp>
        <p:nvSpPr>
          <p:cNvPr id="5" name="Marcador de posición de imagen 4">
            <a:extLst>
              <a:ext uri="{FF2B5EF4-FFF2-40B4-BE49-F238E27FC236}">
                <a16:creationId xmlns:a16="http://schemas.microsoft.com/office/drawing/2014/main" id="{FCFF16A7-138E-649C-B5D3-8A6640BFA84D}"/>
              </a:ext>
            </a:extLst>
          </p:cNvPr>
          <p:cNvSpPr>
            <a:spLocks noGrp="1"/>
          </p:cNvSpPr>
          <p:nvPr>
            <p:ph type="pic" sz="quarter" idx="11"/>
          </p:nvPr>
        </p:nvSpPr>
        <p:spPr>
          <a:xfrm>
            <a:off x="0" y="0"/>
            <a:ext cx="12182475" cy="6858000"/>
          </a:xfrm>
        </p:spPr>
        <p:txBody>
          <a:bodyPr/>
          <a:lstStyle/>
          <a:p>
            <a:r>
              <a:rPr lang="es-ES"/>
              <a:t>Haga clic en el icono para agregar una imagen</a:t>
            </a:r>
          </a:p>
        </p:txBody>
      </p:sp>
      <p:sp>
        <p:nvSpPr>
          <p:cNvPr id="18" name="Título 17">
            <a:extLst>
              <a:ext uri="{FF2B5EF4-FFF2-40B4-BE49-F238E27FC236}">
                <a16:creationId xmlns:a16="http://schemas.microsoft.com/office/drawing/2014/main" id="{FB225DC6-1039-45B4-CEA7-C7A1A0904662}"/>
              </a:ext>
            </a:extLst>
          </p:cNvPr>
          <p:cNvSpPr>
            <a:spLocks noGrp="1"/>
          </p:cNvSpPr>
          <p:nvPr>
            <p:ph type="title" hasCustomPrompt="1"/>
          </p:nvPr>
        </p:nvSpPr>
        <p:spPr>
          <a:xfrm>
            <a:off x="2760243" y="2677885"/>
            <a:ext cx="6671511" cy="685800"/>
          </a:xfrm>
        </p:spPr>
        <p:txBody>
          <a:bodyPr>
            <a:noAutofit/>
          </a:bodyPr>
          <a:lstStyle>
            <a:lvl1pPr algn="ctr">
              <a:defRPr sz="4400" b="0">
                <a:solidFill>
                  <a:schemeClr val="bg1"/>
                </a:solidFill>
                <a:latin typeface="+mn-lt"/>
              </a:defRPr>
            </a:lvl1pPr>
          </a:lstStyle>
          <a:p>
            <a:r>
              <a:rPr lang="es-ES"/>
              <a:t>Nombre del título</a:t>
            </a:r>
          </a:p>
        </p:txBody>
      </p:sp>
      <p:sp>
        <p:nvSpPr>
          <p:cNvPr id="25" name="Marcador de texto 24">
            <a:extLst>
              <a:ext uri="{FF2B5EF4-FFF2-40B4-BE49-F238E27FC236}">
                <a16:creationId xmlns:a16="http://schemas.microsoft.com/office/drawing/2014/main" id="{FDA79E0A-E187-CB77-DBAD-F737DAC0CDCB}"/>
              </a:ext>
            </a:extLst>
          </p:cNvPr>
          <p:cNvSpPr>
            <a:spLocks noGrp="1"/>
          </p:cNvSpPr>
          <p:nvPr>
            <p:ph type="body" sz="quarter" idx="10" hasCustomPrompt="1"/>
          </p:nvPr>
        </p:nvSpPr>
        <p:spPr>
          <a:xfrm>
            <a:off x="2760662" y="3442063"/>
            <a:ext cx="6670675" cy="685800"/>
          </a:xfrm>
        </p:spPr>
        <p:txBody>
          <a:bodyPr anchor="ctr">
            <a:noAutofit/>
          </a:bodyPr>
          <a:lstStyle>
            <a:lvl1pPr marL="0" indent="0" algn="ctr">
              <a:spcBef>
                <a:spcPts val="600"/>
              </a:spcBef>
              <a:buNone/>
              <a:defRPr sz="4400">
                <a:solidFill>
                  <a:schemeClr val="bg1"/>
                </a:solidFill>
                <a:latin typeface="+mj-lt"/>
              </a:defRPr>
            </a:lvl1pPr>
          </a:lstStyle>
          <a:p>
            <a:pPr lvl="0"/>
            <a:r>
              <a:rPr lang="es-ES"/>
              <a:t>de la sección&gt;</a:t>
            </a:r>
          </a:p>
        </p:txBody>
      </p:sp>
      <p:sp>
        <p:nvSpPr>
          <p:cNvPr id="10" name="Marcador de gráfico 8">
            <a:extLst>
              <a:ext uri="{FF2B5EF4-FFF2-40B4-BE49-F238E27FC236}">
                <a16:creationId xmlns:a16="http://schemas.microsoft.com/office/drawing/2014/main" id="{90D04B03-9EF3-9ABE-F608-8742B919D38F}"/>
              </a:ext>
            </a:extLst>
          </p:cNvPr>
          <p:cNvSpPr>
            <a:spLocks noGrp="1"/>
          </p:cNvSpPr>
          <p:nvPr>
            <p:ph type="chart" sz="quarter" idx="13"/>
          </p:nvPr>
        </p:nvSpPr>
        <p:spPr>
          <a:xfrm>
            <a:off x="10364711" y="2891108"/>
            <a:ext cx="1817764" cy="945154"/>
          </a:xfrm>
          <a:custGeom>
            <a:avLst/>
            <a:gdLst>
              <a:gd name="connsiteX0" fmla="*/ 0 w 4156964"/>
              <a:gd name="connsiteY0" fmla="*/ 383096 h 2298530"/>
              <a:gd name="connsiteX1" fmla="*/ 383096 w 4156964"/>
              <a:gd name="connsiteY1" fmla="*/ 0 h 2298530"/>
              <a:gd name="connsiteX2" fmla="*/ 3773868 w 4156964"/>
              <a:gd name="connsiteY2" fmla="*/ 0 h 2298530"/>
              <a:gd name="connsiteX3" fmla="*/ 4156964 w 4156964"/>
              <a:gd name="connsiteY3" fmla="*/ 383096 h 2298530"/>
              <a:gd name="connsiteX4" fmla="*/ 4156964 w 4156964"/>
              <a:gd name="connsiteY4" fmla="*/ 1915434 h 2298530"/>
              <a:gd name="connsiteX5" fmla="*/ 3773868 w 4156964"/>
              <a:gd name="connsiteY5" fmla="*/ 2298530 h 2298530"/>
              <a:gd name="connsiteX6" fmla="*/ 383096 w 4156964"/>
              <a:gd name="connsiteY6" fmla="*/ 2298530 h 2298530"/>
              <a:gd name="connsiteX7" fmla="*/ 0 w 4156964"/>
              <a:gd name="connsiteY7" fmla="*/ 1915434 h 2298530"/>
              <a:gd name="connsiteX8" fmla="*/ 0 w 4156964"/>
              <a:gd name="connsiteY8" fmla="*/ 383096 h 2298530"/>
              <a:gd name="connsiteX0" fmla="*/ 971668 w 5128632"/>
              <a:gd name="connsiteY0" fmla="*/ 383096 h 2322914"/>
              <a:gd name="connsiteX1" fmla="*/ 1354764 w 5128632"/>
              <a:gd name="connsiteY1" fmla="*/ 0 h 2322914"/>
              <a:gd name="connsiteX2" fmla="*/ 4745536 w 5128632"/>
              <a:gd name="connsiteY2" fmla="*/ 0 h 2322914"/>
              <a:gd name="connsiteX3" fmla="*/ 5128632 w 5128632"/>
              <a:gd name="connsiteY3" fmla="*/ 383096 h 2322914"/>
              <a:gd name="connsiteX4" fmla="*/ 5128632 w 5128632"/>
              <a:gd name="connsiteY4" fmla="*/ 1915434 h 2322914"/>
              <a:gd name="connsiteX5" fmla="*/ 4745536 w 5128632"/>
              <a:gd name="connsiteY5" fmla="*/ 2298530 h 2322914"/>
              <a:gd name="connsiteX6" fmla="*/ 25836 w 5128632"/>
              <a:gd name="connsiteY6" fmla="*/ 2322914 h 2322914"/>
              <a:gd name="connsiteX7" fmla="*/ 971668 w 5128632"/>
              <a:gd name="connsiteY7" fmla="*/ 1915434 h 2322914"/>
              <a:gd name="connsiteX8" fmla="*/ 971668 w 5128632"/>
              <a:gd name="connsiteY8" fmla="*/ 383096 h 2322914"/>
              <a:gd name="connsiteX0" fmla="*/ 1219200 w 5376164"/>
              <a:gd name="connsiteY0" fmla="*/ 383096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219200 w 5376164"/>
              <a:gd name="connsiteY8" fmla="*/ 383096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143713 w 5434789"/>
              <a:gd name="connsiteY0" fmla="*/ 419672 h 2322914"/>
              <a:gd name="connsiteX1" fmla="*/ 1660921 w 5434789"/>
              <a:gd name="connsiteY1" fmla="*/ 0 h 2322914"/>
              <a:gd name="connsiteX2" fmla="*/ 5051693 w 5434789"/>
              <a:gd name="connsiteY2" fmla="*/ 0 h 2322914"/>
              <a:gd name="connsiteX3" fmla="*/ 5434789 w 5434789"/>
              <a:gd name="connsiteY3" fmla="*/ 383096 h 2322914"/>
              <a:gd name="connsiteX4" fmla="*/ 5434789 w 5434789"/>
              <a:gd name="connsiteY4" fmla="*/ 1915434 h 2322914"/>
              <a:gd name="connsiteX5" fmla="*/ 5051693 w 5434789"/>
              <a:gd name="connsiteY5" fmla="*/ 2298530 h 2322914"/>
              <a:gd name="connsiteX6" fmla="*/ 331993 w 5434789"/>
              <a:gd name="connsiteY6" fmla="*/ 2322914 h 2322914"/>
              <a:gd name="connsiteX7" fmla="*/ 58625 w 5434789"/>
              <a:gd name="connsiteY7" fmla="*/ 1964202 h 2322914"/>
              <a:gd name="connsiteX8" fmla="*/ 1143713 w 5434789"/>
              <a:gd name="connsiteY8" fmla="*/ 419672 h 2322914"/>
              <a:gd name="connsiteX0" fmla="*/ 1163828 w 5454904"/>
              <a:gd name="connsiteY0" fmla="*/ 419672 h 2323175"/>
              <a:gd name="connsiteX1" fmla="*/ 1681036 w 5454904"/>
              <a:gd name="connsiteY1" fmla="*/ 0 h 2323175"/>
              <a:gd name="connsiteX2" fmla="*/ 5071808 w 5454904"/>
              <a:gd name="connsiteY2" fmla="*/ 0 h 2323175"/>
              <a:gd name="connsiteX3" fmla="*/ 5454904 w 5454904"/>
              <a:gd name="connsiteY3" fmla="*/ 383096 h 2323175"/>
              <a:gd name="connsiteX4" fmla="*/ 5454904 w 5454904"/>
              <a:gd name="connsiteY4" fmla="*/ 1915434 h 2323175"/>
              <a:gd name="connsiteX5" fmla="*/ 5071808 w 5454904"/>
              <a:gd name="connsiteY5" fmla="*/ 2298530 h 2323175"/>
              <a:gd name="connsiteX6" fmla="*/ 352108 w 5454904"/>
              <a:gd name="connsiteY6" fmla="*/ 2322914 h 2323175"/>
              <a:gd name="connsiteX7" fmla="*/ 78740 w 5454904"/>
              <a:gd name="connsiteY7" fmla="*/ 1964202 h 2323175"/>
              <a:gd name="connsiteX8" fmla="*/ 1163828 w 5454904"/>
              <a:gd name="connsiteY8" fmla="*/ 419672 h 2323175"/>
              <a:gd name="connsiteX0" fmla="*/ 1118296 w 5409372"/>
              <a:gd name="connsiteY0" fmla="*/ 419672 h 2323017"/>
              <a:gd name="connsiteX1" fmla="*/ 1635504 w 5409372"/>
              <a:gd name="connsiteY1" fmla="*/ 0 h 2323017"/>
              <a:gd name="connsiteX2" fmla="*/ 5026276 w 5409372"/>
              <a:gd name="connsiteY2" fmla="*/ 0 h 2323017"/>
              <a:gd name="connsiteX3" fmla="*/ 5409372 w 5409372"/>
              <a:gd name="connsiteY3" fmla="*/ 383096 h 2323017"/>
              <a:gd name="connsiteX4" fmla="*/ 5409372 w 5409372"/>
              <a:gd name="connsiteY4" fmla="*/ 1915434 h 2323017"/>
              <a:gd name="connsiteX5" fmla="*/ 5026276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502229"/>
              <a:gd name="connsiteY0" fmla="*/ 419672 h 2323017"/>
              <a:gd name="connsiteX1" fmla="*/ 1635504 w 5502229"/>
              <a:gd name="connsiteY1" fmla="*/ 0 h 2323017"/>
              <a:gd name="connsiteX2" fmla="*/ 5407781 w 5502229"/>
              <a:gd name="connsiteY2" fmla="*/ 6056 h 2323017"/>
              <a:gd name="connsiteX3" fmla="*/ 5409372 w 5502229"/>
              <a:gd name="connsiteY3" fmla="*/ 383096 h 2323017"/>
              <a:gd name="connsiteX4" fmla="*/ 5409372 w 5502229"/>
              <a:gd name="connsiteY4" fmla="*/ 1915434 h 2323017"/>
              <a:gd name="connsiteX5" fmla="*/ 5026276 w 5502229"/>
              <a:gd name="connsiteY5" fmla="*/ 2298530 h 2323017"/>
              <a:gd name="connsiteX6" fmla="*/ 306576 w 5502229"/>
              <a:gd name="connsiteY6" fmla="*/ 2322914 h 2323017"/>
              <a:gd name="connsiteX7" fmla="*/ 33208 w 5502229"/>
              <a:gd name="connsiteY7" fmla="*/ 1964202 h 2323017"/>
              <a:gd name="connsiteX8" fmla="*/ 1118296 w 5502229"/>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026276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497784"/>
              <a:gd name="connsiteY0" fmla="*/ 419672 h 2323017"/>
              <a:gd name="connsiteX1" fmla="*/ 1635504 w 5497784"/>
              <a:gd name="connsiteY1" fmla="*/ 0 h 2323017"/>
              <a:gd name="connsiteX2" fmla="*/ 5407781 w 5497784"/>
              <a:gd name="connsiteY2" fmla="*/ 6056 h 2323017"/>
              <a:gd name="connsiteX3" fmla="*/ 5409372 w 5497784"/>
              <a:gd name="connsiteY3" fmla="*/ 383096 h 2323017"/>
              <a:gd name="connsiteX4" fmla="*/ 5409372 w 5497784"/>
              <a:gd name="connsiteY4" fmla="*/ 1915434 h 2323017"/>
              <a:gd name="connsiteX5" fmla="*/ 5401725 w 5497784"/>
              <a:gd name="connsiteY5" fmla="*/ 2298530 h 2323017"/>
              <a:gd name="connsiteX6" fmla="*/ 306576 w 5497784"/>
              <a:gd name="connsiteY6" fmla="*/ 2322914 h 2323017"/>
              <a:gd name="connsiteX7" fmla="*/ 33208 w 5497784"/>
              <a:gd name="connsiteY7" fmla="*/ 1964202 h 2323017"/>
              <a:gd name="connsiteX8" fmla="*/ 1118296 w 5497784"/>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1725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419892"/>
              <a:gd name="connsiteY0" fmla="*/ 419672 h 2323017"/>
              <a:gd name="connsiteX1" fmla="*/ 1635504 w 5419892"/>
              <a:gd name="connsiteY1" fmla="*/ 0 h 2323017"/>
              <a:gd name="connsiteX2" fmla="*/ 5407781 w 5419892"/>
              <a:gd name="connsiteY2" fmla="*/ 6056 h 2323017"/>
              <a:gd name="connsiteX3" fmla="*/ 5409372 w 5419892"/>
              <a:gd name="connsiteY3" fmla="*/ 383096 h 2323017"/>
              <a:gd name="connsiteX4" fmla="*/ 5409372 w 5419892"/>
              <a:gd name="connsiteY4" fmla="*/ 1915434 h 2323017"/>
              <a:gd name="connsiteX5" fmla="*/ 5419892 w 5419892"/>
              <a:gd name="connsiteY5" fmla="*/ 2298530 h 2323017"/>
              <a:gd name="connsiteX6" fmla="*/ 306576 w 5419892"/>
              <a:gd name="connsiteY6" fmla="*/ 2322914 h 2323017"/>
              <a:gd name="connsiteX7" fmla="*/ 33208 w 5419892"/>
              <a:gd name="connsiteY7" fmla="*/ 1964202 h 2323017"/>
              <a:gd name="connsiteX8" fmla="*/ 1118296 w 5419892"/>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761753 w 5409372"/>
              <a:gd name="connsiteY0" fmla="*/ 334328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802883 w 5450502"/>
              <a:gd name="connsiteY0" fmla="*/ 334328 h 2314855"/>
              <a:gd name="connsiteX1" fmla="*/ 1236645 w 5450502"/>
              <a:gd name="connsiteY1" fmla="*/ 0 h 2314855"/>
              <a:gd name="connsiteX2" fmla="*/ 5448911 w 5450502"/>
              <a:gd name="connsiteY2" fmla="*/ 6056 h 2314855"/>
              <a:gd name="connsiteX3" fmla="*/ 5450502 w 5450502"/>
              <a:gd name="connsiteY3" fmla="*/ 383096 h 2314855"/>
              <a:gd name="connsiteX4" fmla="*/ 5450502 w 5450502"/>
              <a:gd name="connsiteY4" fmla="*/ 1915434 h 2314855"/>
              <a:gd name="connsiteX5" fmla="*/ 5446333 w 5450502"/>
              <a:gd name="connsiteY5" fmla="*/ 2294857 h 2314855"/>
              <a:gd name="connsiteX6" fmla="*/ 225788 w 5450502"/>
              <a:gd name="connsiteY6" fmla="*/ 2314749 h 2314855"/>
              <a:gd name="connsiteX7" fmla="*/ 74338 w 5450502"/>
              <a:gd name="connsiteY7" fmla="*/ 1964202 h 2314855"/>
              <a:gd name="connsiteX8" fmla="*/ 802883 w 5450502"/>
              <a:gd name="connsiteY8" fmla="*/ 334328 h 2314855"/>
              <a:gd name="connsiteX0" fmla="*/ 754090 w 5401709"/>
              <a:gd name="connsiteY0" fmla="*/ 334328 h 2314749"/>
              <a:gd name="connsiteX1" fmla="*/ 1187852 w 5401709"/>
              <a:gd name="connsiteY1" fmla="*/ 0 h 2314749"/>
              <a:gd name="connsiteX2" fmla="*/ 5400118 w 5401709"/>
              <a:gd name="connsiteY2" fmla="*/ 6056 h 2314749"/>
              <a:gd name="connsiteX3" fmla="*/ 5401709 w 5401709"/>
              <a:gd name="connsiteY3" fmla="*/ 383096 h 2314749"/>
              <a:gd name="connsiteX4" fmla="*/ 5401709 w 5401709"/>
              <a:gd name="connsiteY4" fmla="*/ 1915434 h 2314749"/>
              <a:gd name="connsiteX5" fmla="*/ 5397540 w 5401709"/>
              <a:gd name="connsiteY5" fmla="*/ 2294857 h 2314749"/>
              <a:gd name="connsiteX6" fmla="*/ 176995 w 5401709"/>
              <a:gd name="connsiteY6" fmla="*/ 2314749 h 2314749"/>
              <a:gd name="connsiteX7" fmla="*/ 25545 w 5401709"/>
              <a:gd name="connsiteY7" fmla="*/ 1964202 h 2314749"/>
              <a:gd name="connsiteX8" fmla="*/ 754090 w 5401709"/>
              <a:gd name="connsiteY8" fmla="*/ 334328 h 2314749"/>
              <a:gd name="connsiteX0" fmla="*/ 765026 w 5412645"/>
              <a:gd name="connsiteY0" fmla="*/ 334328 h 2314749"/>
              <a:gd name="connsiteX1" fmla="*/ 1198788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765026 w 5412645"/>
              <a:gd name="connsiteY8" fmla="*/ 334328 h 2314749"/>
              <a:gd name="connsiteX0" fmla="*/ 531501 w 5412645"/>
              <a:gd name="connsiteY0" fmla="*/ 334328 h 2314749"/>
              <a:gd name="connsiteX1" fmla="*/ 1198788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41151 h 2321572"/>
              <a:gd name="connsiteX1" fmla="*/ 769952 w 5412645"/>
              <a:gd name="connsiteY1" fmla="*/ 0 h 2321572"/>
              <a:gd name="connsiteX2" fmla="*/ 5411054 w 5412645"/>
              <a:gd name="connsiteY2" fmla="*/ 12879 h 2321572"/>
              <a:gd name="connsiteX3" fmla="*/ 5412645 w 5412645"/>
              <a:gd name="connsiteY3" fmla="*/ 389919 h 2321572"/>
              <a:gd name="connsiteX4" fmla="*/ 5412645 w 5412645"/>
              <a:gd name="connsiteY4" fmla="*/ 1922257 h 2321572"/>
              <a:gd name="connsiteX5" fmla="*/ 5408476 w 5412645"/>
              <a:gd name="connsiteY5" fmla="*/ 2301680 h 2321572"/>
              <a:gd name="connsiteX6" fmla="*/ 187931 w 5412645"/>
              <a:gd name="connsiteY6" fmla="*/ 2321572 h 2321572"/>
              <a:gd name="connsiteX7" fmla="*/ 36481 w 5412645"/>
              <a:gd name="connsiteY7" fmla="*/ 1971025 h 2321572"/>
              <a:gd name="connsiteX8" fmla="*/ 531501 w 5412645"/>
              <a:gd name="connsiteY8" fmla="*/ 341151 h 2321572"/>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2720748 w 5412645"/>
              <a:gd name="connsiteY2" fmla="*/ 6057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2720748 w 5412645"/>
              <a:gd name="connsiteY2" fmla="*/ 6057 h 2314749"/>
              <a:gd name="connsiteX3" fmla="*/ 2734191 w 5412645"/>
              <a:gd name="connsiteY3" fmla="*/ 577829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2720748 w 5412645"/>
              <a:gd name="connsiteY2" fmla="*/ 6057 h 2314749"/>
              <a:gd name="connsiteX3" fmla="*/ 2734191 w 5412645"/>
              <a:gd name="connsiteY3" fmla="*/ 577829 h 2314749"/>
              <a:gd name="connsiteX4" fmla="*/ 5412645 w 5412645"/>
              <a:gd name="connsiteY4" fmla="*/ 1915434 h 2314749"/>
              <a:gd name="connsiteX5" fmla="*/ 2730022 w 5412645"/>
              <a:gd name="connsiteY5" fmla="*/ 2294858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2734191"/>
              <a:gd name="connsiteY0" fmla="*/ 334328 h 2314749"/>
              <a:gd name="connsiteX1" fmla="*/ 876100 w 2734191"/>
              <a:gd name="connsiteY1" fmla="*/ 0 h 2314749"/>
              <a:gd name="connsiteX2" fmla="*/ 2720748 w 2734191"/>
              <a:gd name="connsiteY2" fmla="*/ 6057 h 2314749"/>
              <a:gd name="connsiteX3" fmla="*/ 2734191 w 2734191"/>
              <a:gd name="connsiteY3" fmla="*/ 577829 h 2314749"/>
              <a:gd name="connsiteX4" fmla="*/ 2722340 w 2734191"/>
              <a:gd name="connsiteY4" fmla="*/ 1584385 h 2314749"/>
              <a:gd name="connsiteX5" fmla="*/ 2730022 w 2734191"/>
              <a:gd name="connsiteY5" fmla="*/ 2294858 h 2314749"/>
              <a:gd name="connsiteX6" fmla="*/ 187931 w 2734191"/>
              <a:gd name="connsiteY6" fmla="*/ 2314749 h 2314749"/>
              <a:gd name="connsiteX7" fmla="*/ 36481 w 2734191"/>
              <a:gd name="connsiteY7" fmla="*/ 1964202 h 2314749"/>
              <a:gd name="connsiteX8" fmla="*/ 531501 w 2734191"/>
              <a:gd name="connsiteY8" fmla="*/ 334328 h 2314749"/>
              <a:gd name="connsiteX0" fmla="*/ 531501 w 2730022"/>
              <a:gd name="connsiteY0" fmla="*/ 334328 h 2314749"/>
              <a:gd name="connsiteX1" fmla="*/ 876100 w 2730022"/>
              <a:gd name="connsiteY1" fmla="*/ 0 h 2314749"/>
              <a:gd name="connsiteX2" fmla="*/ 2720748 w 2730022"/>
              <a:gd name="connsiteY2" fmla="*/ 6057 h 2314749"/>
              <a:gd name="connsiteX3" fmla="*/ 2709411 w 2730022"/>
              <a:gd name="connsiteY3" fmla="*/ 577829 h 2314749"/>
              <a:gd name="connsiteX4" fmla="*/ 2722340 w 2730022"/>
              <a:gd name="connsiteY4" fmla="*/ 1584385 h 2314749"/>
              <a:gd name="connsiteX5" fmla="*/ 2730022 w 2730022"/>
              <a:gd name="connsiteY5" fmla="*/ 2294858 h 2314749"/>
              <a:gd name="connsiteX6" fmla="*/ 187931 w 2730022"/>
              <a:gd name="connsiteY6" fmla="*/ 2314749 h 2314749"/>
              <a:gd name="connsiteX7" fmla="*/ 36481 w 2730022"/>
              <a:gd name="connsiteY7" fmla="*/ 1964202 h 2314749"/>
              <a:gd name="connsiteX8" fmla="*/ 531501 w 2730022"/>
              <a:gd name="connsiteY8" fmla="*/ 334328 h 2314749"/>
              <a:gd name="connsiteX0" fmla="*/ 531501 w 2730022"/>
              <a:gd name="connsiteY0" fmla="*/ 334328 h 2314749"/>
              <a:gd name="connsiteX1" fmla="*/ 876100 w 2730022"/>
              <a:gd name="connsiteY1" fmla="*/ 0 h 2314749"/>
              <a:gd name="connsiteX2" fmla="*/ 2720748 w 2730022"/>
              <a:gd name="connsiteY2" fmla="*/ 6057 h 2314749"/>
              <a:gd name="connsiteX3" fmla="*/ 2709411 w 2730022"/>
              <a:gd name="connsiteY3" fmla="*/ 577829 h 2314749"/>
              <a:gd name="connsiteX4" fmla="*/ 2703755 w 2730022"/>
              <a:gd name="connsiteY4" fmla="*/ 1584385 h 2314749"/>
              <a:gd name="connsiteX5" fmla="*/ 2730022 w 2730022"/>
              <a:gd name="connsiteY5" fmla="*/ 2294858 h 2314749"/>
              <a:gd name="connsiteX6" fmla="*/ 187931 w 2730022"/>
              <a:gd name="connsiteY6" fmla="*/ 2314749 h 2314749"/>
              <a:gd name="connsiteX7" fmla="*/ 36481 w 2730022"/>
              <a:gd name="connsiteY7" fmla="*/ 1964202 h 2314749"/>
              <a:gd name="connsiteX8" fmla="*/ 531501 w 2730022"/>
              <a:gd name="connsiteY8" fmla="*/ 334328 h 2314749"/>
              <a:gd name="connsiteX0" fmla="*/ 531501 w 2720748"/>
              <a:gd name="connsiteY0" fmla="*/ 334328 h 2314749"/>
              <a:gd name="connsiteX1" fmla="*/ 876100 w 2720748"/>
              <a:gd name="connsiteY1" fmla="*/ 0 h 2314749"/>
              <a:gd name="connsiteX2" fmla="*/ 2720748 w 2720748"/>
              <a:gd name="connsiteY2" fmla="*/ 6057 h 2314749"/>
              <a:gd name="connsiteX3" fmla="*/ 2709411 w 2720748"/>
              <a:gd name="connsiteY3" fmla="*/ 577829 h 2314749"/>
              <a:gd name="connsiteX4" fmla="*/ 2703755 w 2720748"/>
              <a:gd name="connsiteY4" fmla="*/ 1584385 h 2314749"/>
              <a:gd name="connsiteX5" fmla="*/ 2705242 w 2720748"/>
              <a:gd name="connsiteY5" fmla="*/ 2305038 h 2314749"/>
              <a:gd name="connsiteX6" fmla="*/ 187931 w 2720748"/>
              <a:gd name="connsiteY6" fmla="*/ 2314749 h 2314749"/>
              <a:gd name="connsiteX7" fmla="*/ 36481 w 2720748"/>
              <a:gd name="connsiteY7" fmla="*/ 1964202 h 2314749"/>
              <a:gd name="connsiteX8" fmla="*/ 531501 w 2720748"/>
              <a:gd name="connsiteY8" fmla="*/ 334328 h 2314749"/>
              <a:gd name="connsiteX0" fmla="*/ 531501 w 2709411"/>
              <a:gd name="connsiteY0" fmla="*/ 334328 h 2314749"/>
              <a:gd name="connsiteX1" fmla="*/ 876100 w 2709411"/>
              <a:gd name="connsiteY1" fmla="*/ 0 h 2314749"/>
              <a:gd name="connsiteX2" fmla="*/ 2704522 w 2709411"/>
              <a:gd name="connsiteY2" fmla="*/ 11391 h 2314749"/>
              <a:gd name="connsiteX3" fmla="*/ 2709411 w 2709411"/>
              <a:gd name="connsiteY3" fmla="*/ 577829 h 2314749"/>
              <a:gd name="connsiteX4" fmla="*/ 2703755 w 2709411"/>
              <a:gd name="connsiteY4" fmla="*/ 1584385 h 2314749"/>
              <a:gd name="connsiteX5" fmla="*/ 2705242 w 2709411"/>
              <a:gd name="connsiteY5" fmla="*/ 2305038 h 2314749"/>
              <a:gd name="connsiteX6" fmla="*/ 187931 w 2709411"/>
              <a:gd name="connsiteY6" fmla="*/ 2314749 h 2314749"/>
              <a:gd name="connsiteX7" fmla="*/ 36481 w 2709411"/>
              <a:gd name="connsiteY7" fmla="*/ 1964202 h 2314749"/>
              <a:gd name="connsiteX8" fmla="*/ 531501 w 2709411"/>
              <a:gd name="connsiteY8" fmla="*/ 334328 h 231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9411" h="2314749">
                <a:moveTo>
                  <a:pt x="531501" y="334328"/>
                </a:moveTo>
                <a:cubicBezTo>
                  <a:pt x="607839" y="147486"/>
                  <a:pt x="664522" y="0"/>
                  <a:pt x="876100" y="0"/>
                </a:cubicBezTo>
                <a:lnTo>
                  <a:pt x="2704522" y="11391"/>
                </a:lnTo>
                <a:cubicBezTo>
                  <a:pt x="2704153" y="374729"/>
                  <a:pt x="2709411" y="366251"/>
                  <a:pt x="2709411" y="577829"/>
                </a:cubicBezTo>
                <a:cubicBezTo>
                  <a:pt x="2707526" y="913348"/>
                  <a:pt x="2705640" y="1248866"/>
                  <a:pt x="2703755" y="1584385"/>
                </a:cubicBezTo>
                <a:cubicBezTo>
                  <a:pt x="2703755" y="1795963"/>
                  <a:pt x="2704873" y="1996201"/>
                  <a:pt x="2705242" y="2305038"/>
                </a:cubicBezTo>
                <a:lnTo>
                  <a:pt x="187931" y="2314749"/>
                </a:lnTo>
                <a:cubicBezTo>
                  <a:pt x="38118" y="2312641"/>
                  <a:pt x="-55531" y="2221900"/>
                  <a:pt x="36481" y="1964202"/>
                </a:cubicBezTo>
                <a:cubicBezTo>
                  <a:pt x="257590" y="1236950"/>
                  <a:pt x="256315" y="1234842"/>
                  <a:pt x="531501" y="334328"/>
                </a:cubicBezTo>
                <a:close/>
              </a:path>
            </a:pathLst>
          </a:custGeom>
          <a:solidFill>
            <a:schemeClr val="bg1"/>
          </a:solidFill>
        </p:spPr>
        <p:txBody>
          <a:bodyPr/>
          <a:lstStyle>
            <a:lvl1pPr marL="0" indent="0">
              <a:buNone/>
              <a:defRPr/>
            </a:lvl1pPr>
          </a:lstStyle>
          <a:p>
            <a:r>
              <a:rPr lang="es-ES"/>
              <a:t>Haga clic en el icono para agregar un gráfico</a:t>
            </a:r>
          </a:p>
        </p:txBody>
      </p:sp>
      <p:sp>
        <p:nvSpPr>
          <p:cNvPr id="12" name="Marcador de gráfico 8">
            <a:extLst>
              <a:ext uri="{FF2B5EF4-FFF2-40B4-BE49-F238E27FC236}">
                <a16:creationId xmlns:a16="http://schemas.microsoft.com/office/drawing/2014/main" id="{68E7B55F-E0F9-A415-834A-8F908C9E0F81}"/>
              </a:ext>
            </a:extLst>
          </p:cNvPr>
          <p:cNvSpPr>
            <a:spLocks noGrp="1"/>
          </p:cNvSpPr>
          <p:nvPr>
            <p:ph type="chart" sz="quarter" idx="14"/>
          </p:nvPr>
        </p:nvSpPr>
        <p:spPr>
          <a:xfrm rot="10800000">
            <a:off x="-2491" y="2891108"/>
            <a:ext cx="1817764" cy="945154"/>
          </a:xfrm>
          <a:custGeom>
            <a:avLst/>
            <a:gdLst>
              <a:gd name="connsiteX0" fmla="*/ 0 w 4156964"/>
              <a:gd name="connsiteY0" fmla="*/ 383096 h 2298530"/>
              <a:gd name="connsiteX1" fmla="*/ 383096 w 4156964"/>
              <a:gd name="connsiteY1" fmla="*/ 0 h 2298530"/>
              <a:gd name="connsiteX2" fmla="*/ 3773868 w 4156964"/>
              <a:gd name="connsiteY2" fmla="*/ 0 h 2298530"/>
              <a:gd name="connsiteX3" fmla="*/ 4156964 w 4156964"/>
              <a:gd name="connsiteY3" fmla="*/ 383096 h 2298530"/>
              <a:gd name="connsiteX4" fmla="*/ 4156964 w 4156964"/>
              <a:gd name="connsiteY4" fmla="*/ 1915434 h 2298530"/>
              <a:gd name="connsiteX5" fmla="*/ 3773868 w 4156964"/>
              <a:gd name="connsiteY5" fmla="*/ 2298530 h 2298530"/>
              <a:gd name="connsiteX6" fmla="*/ 383096 w 4156964"/>
              <a:gd name="connsiteY6" fmla="*/ 2298530 h 2298530"/>
              <a:gd name="connsiteX7" fmla="*/ 0 w 4156964"/>
              <a:gd name="connsiteY7" fmla="*/ 1915434 h 2298530"/>
              <a:gd name="connsiteX8" fmla="*/ 0 w 4156964"/>
              <a:gd name="connsiteY8" fmla="*/ 383096 h 2298530"/>
              <a:gd name="connsiteX0" fmla="*/ 971668 w 5128632"/>
              <a:gd name="connsiteY0" fmla="*/ 383096 h 2322914"/>
              <a:gd name="connsiteX1" fmla="*/ 1354764 w 5128632"/>
              <a:gd name="connsiteY1" fmla="*/ 0 h 2322914"/>
              <a:gd name="connsiteX2" fmla="*/ 4745536 w 5128632"/>
              <a:gd name="connsiteY2" fmla="*/ 0 h 2322914"/>
              <a:gd name="connsiteX3" fmla="*/ 5128632 w 5128632"/>
              <a:gd name="connsiteY3" fmla="*/ 383096 h 2322914"/>
              <a:gd name="connsiteX4" fmla="*/ 5128632 w 5128632"/>
              <a:gd name="connsiteY4" fmla="*/ 1915434 h 2322914"/>
              <a:gd name="connsiteX5" fmla="*/ 4745536 w 5128632"/>
              <a:gd name="connsiteY5" fmla="*/ 2298530 h 2322914"/>
              <a:gd name="connsiteX6" fmla="*/ 25836 w 5128632"/>
              <a:gd name="connsiteY6" fmla="*/ 2322914 h 2322914"/>
              <a:gd name="connsiteX7" fmla="*/ 971668 w 5128632"/>
              <a:gd name="connsiteY7" fmla="*/ 1915434 h 2322914"/>
              <a:gd name="connsiteX8" fmla="*/ 971668 w 5128632"/>
              <a:gd name="connsiteY8" fmla="*/ 383096 h 2322914"/>
              <a:gd name="connsiteX0" fmla="*/ 1219200 w 5376164"/>
              <a:gd name="connsiteY0" fmla="*/ 383096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219200 w 5376164"/>
              <a:gd name="connsiteY8" fmla="*/ 383096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143713 w 5434789"/>
              <a:gd name="connsiteY0" fmla="*/ 419672 h 2322914"/>
              <a:gd name="connsiteX1" fmla="*/ 1660921 w 5434789"/>
              <a:gd name="connsiteY1" fmla="*/ 0 h 2322914"/>
              <a:gd name="connsiteX2" fmla="*/ 5051693 w 5434789"/>
              <a:gd name="connsiteY2" fmla="*/ 0 h 2322914"/>
              <a:gd name="connsiteX3" fmla="*/ 5434789 w 5434789"/>
              <a:gd name="connsiteY3" fmla="*/ 383096 h 2322914"/>
              <a:gd name="connsiteX4" fmla="*/ 5434789 w 5434789"/>
              <a:gd name="connsiteY4" fmla="*/ 1915434 h 2322914"/>
              <a:gd name="connsiteX5" fmla="*/ 5051693 w 5434789"/>
              <a:gd name="connsiteY5" fmla="*/ 2298530 h 2322914"/>
              <a:gd name="connsiteX6" fmla="*/ 331993 w 5434789"/>
              <a:gd name="connsiteY6" fmla="*/ 2322914 h 2322914"/>
              <a:gd name="connsiteX7" fmla="*/ 58625 w 5434789"/>
              <a:gd name="connsiteY7" fmla="*/ 1964202 h 2322914"/>
              <a:gd name="connsiteX8" fmla="*/ 1143713 w 5434789"/>
              <a:gd name="connsiteY8" fmla="*/ 419672 h 2322914"/>
              <a:gd name="connsiteX0" fmla="*/ 1163828 w 5454904"/>
              <a:gd name="connsiteY0" fmla="*/ 419672 h 2323175"/>
              <a:gd name="connsiteX1" fmla="*/ 1681036 w 5454904"/>
              <a:gd name="connsiteY1" fmla="*/ 0 h 2323175"/>
              <a:gd name="connsiteX2" fmla="*/ 5071808 w 5454904"/>
              <a:gd name="connsiteY2" fmla="*/ 0 h 2323175"/>
              <a:gd name="connsiteX3" fmla="*/ 5454904 w 5454904"/>
              <a:gd name="connsiteY3" fmla="*/ 383096 h 2323175"/>
              <a:gd name="connsiteX4" fmla="*/ 5454904 w 5454904"/>
              <a:gd name="connsiteY4" fmla="*/ 1915434 h 2323175"/>
              <a:gd name="connsiteX5" fmla="*/ 5071808 w 5454904"/>
              <a:gd name="connsiteY5" fmla="*/ 2298530 h 2323175"/>
              <a:gd name="connsiteX6" fmla="*/ 352108 w 5454904"/>
              <a:gd name="connsiteY6" fmla="*/ 2322914 h 2323175"/>
              <a:gd name="connsiteX7" fmla="*/ 78740 w 5454904"/>
              <a:gd name="connsiteY7" fmla="*/ 1964202 h 2323175"/>
              <a:gd name="connsiteX8" fmla="*/ 1163828 w 5454904"/>
              <a:gd name="connsiteY8" fmla="*/ 419672 h 2323175"/>
              <a:gd name="connsiteX0" fmla="*/ 1118296 w 5409372"/>
              <a:gd name="connsiteY0" fmla="*/ 419672 h 2323017"/>
              <a:gd name="connsiteX1" fmla="*/ 1635504 w 5409372"/>
              <a:gd name="connsiteY1" fmla="*/ 0 h 2323017"/>
              <a:gd name="connsiteX2" fmla="*/ 5026276 w 5409372"/>
              <a:gd name="connsiteY2" fmla="*/ 0 h 2323017"/>
              <a:gd name="connsiteX3" fmla="*/ 5409372 w 5409372"/>
              <a:gd name="connsiteY3" fmla="*/ 383096 h 2323017"/>
              <a:gd name="connsiteX4" fmla="*/ 5409372 w 5409372"/>
              <a:gd name="connsiteY4" fmla="*/ 1915434 h 2323017"/>
              <a:gd name="connsiteX5" fmla="*/ 5026276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502229"/>
              <a:gd name="connsiteY0" fmla="*/ 419672 h 2323017"/>
              <a:gd name="connsiteX1" fmla="*/ 1635504 w 5502229"/>
              <a:gd name="connsiteY1" fmla="*/ 0 h 2323017"/>
              <a:gd name="connsiteX2" fmla="*/ 5407781 w 5502229"/>
              <a:gd name="connsiteY2" fmla="*/ 6056 h 2323017"/>
              <a:gd name="connsiteX3" fmla="*/ 5409372 w 5502229"/>
              <a:gd name="connsiteY3" fmla="*/ 383096 h 2323017"/>
              <a:gd name="connsiteX4" fmla="*/ 5409372 w 5502229"/>
              <a:gd name="connsiteY4" fmla="*/ 1915434 h 2323017"/>
              <a:gd name="connsiteX5" fmla="*/ 5026276 w 5502229"/>
              <a:gd name="connsiteY5" fmla="*/ 2298530 h 2323017"/>
              <a:gd name="connsiteX6" fmla="*/ 306576 w 5502229"/>
              <a:gd name="connsiteY6" fmla="*/ 2322914 h 2323017"/>
              <a:gd name="connsiteX7" fmla="*/ 33208 w 5502229"/>
              <a:gd name="connsiteY7" fmla="*/ 1964202 h 2323017"/>
              <a:gd name="connsiteX8" fmla="*/ 1118296 w 5502229"/>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026276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497784"/>
              <a:gd name="connsiteY0" fmla="*/ 419672 h 2323017"/>
              <a:gd name="connsiteX1" fmla="*/ 1635504 w 5497784"/>
              <a:gd name="connsiteY1" fmla="*/ 0 h 2323017"/>
              <a:gd name="connsiteX2" fmla="*/ 5407781 w 5497784"/>
              <a:gd name="connsiteY2" fmla="*/ 6056 h 2323017"/>
              <a:gd name="connsiteX3" fmla="*/ 5409372 w 5497784"/>
              <a:gd name="connsiteY3" fmla="*/ 383096 h 2323017"/>
              <a:gd name="connsiteX4" fmla="*/ 5409372 w 5497784"/>
              <a:gd name="connsiteY4" fmla="*/ 1915434 h 2323017"/>
              <a:gd name="connsiteX5" fmla="*/ 5401725 w 5497784"/>
              <a:gd name="connsiteY5" fmla="*/ 2298530 h 2323017"/>
              <a:gd name="connsiteX6" fmla="*/ 306576 w 5497784"/>
              <a:gd name="connsiteY6" fmla="*/ 2322914 h 2323017"/>
              <a:gd name="connsiteX7" fmla="*/ 33208 w 5497784"/>
              <a:gd name="connsiteY7" fmla="*/ 1964202 h 2323017"/>
              <a:gd name="connsiteX8" fmla="*/ 1118296 w 5497784"/>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1725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419892"/>
              <a:gd name="connsiteY0" fmla="*/ 419672 h 2323017"/>
              <a:gd name="connsiteX1" fmla="*/ 1635504 w 5419892"/>
              <a:gd name="connsiteY1" fmla="*/ 0 h 2323017"/>
              <a:gd name="connsiteX2" fmla="*/ 5407781 w 5419892"/>
              <a:gd name="connsiteY2" fmla="*/ 6056 h 2323017"/>
              <a:gd name="connsiteX3" fmla="*/ 5409372 w 5419892"/>
              <a:gd name="connsiteY3" fmla="*/ 383096 h 2323017"/>
              <a:gd name="connsiteX4" fmla="*/ 5409372 w 5419892"/>
              <a:gd name="connsiteY4" fmla="*/ 1915434 h 2323017"/>
              <a:gd name="connsiteX5" fmla="*/ 5419892 w 5419892"/>
              <a:gd name="connsiteY5" fmla="*/ 2298530 h 2323017"/>
              <a:gd name="connsiteX6" fmla="*/ 306576 w 5419892"/>
              <a:gd name="connsiteY6" fmla="*/ 2322914 h 2323017"/>
              <a:gd name="connsiteX7" fmla="*/ 33208 w 5419892"/>
              <a:gd name="connsiteY7" fmla="*/ 1964202 h 2323017"/>
              <a:gd name="connsiteX8" fmla="*/ 1118296 w 5419892"/>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761753 w 5409372"/>
              <a:gd name="connsiteY0" fmla="*/ 334328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802883 w 5450502"/>
              <a:gd name="connsiteY0" fmla="*/ 334328 h 2314855"/>
              <a:gd name="connsiteX1" fmla="*/ 1236645 w 5450502"/>
              <a:gd name="connsiteY1" fmla="*/ 0 h 2314855"/>
              <a:gd name="connsiteX2" fmla="*/ 5448911 w 5450502"/>
              <a:gd name="connsiteY2" fmla="*/ 6056 h 2314855"/>
              <a:gd name="connsiteX3" fmla="*/ 5450502 w 5450502"/>
              <a:gd name="connsiteY3" fmla="*/ 383096 h 2314855"/>
              <a:gd name="connsiteX4" fmla="*/ 5450502 w 5450502"/>
              <a:gd name="connsiteY4" fmla="*/ 1915434 h 2314855"/>
              <a:gd name="connsiteX5" fmla="*/ 5446333 w 5450502"/>
              <a:gd name="connsiteY5" fmla="*/ 2294857 h 2314855"/>
              <a:gd name="connsiteX6" fmla="*/ 225788 w 5450502"/>
              <a:gd name="connsiteY6" fmla="*/ 2314749 h 2314855"/>
              <a:gd name="connsiteX7" fmla="*/ 74338 w 5450502"/>
              <a:gd name="connsiteY7" fmla="*/ 1964202 h 2314855"/>
              <a:gd name="connsiteX8" fmla="*/ 802883 w 5450502"/>
              <a:gd name="connsiteY8" fmla="*/ 334328 h 2314855"/>
              <a:gd name="connsiteX0" fmla="*/ 754090 w 5401709"/>
              <a:gd name="connsiteY0" fmla="*/ 334328 h 2314749"/>
              <a:gd name="connsiteX1" fmla="*/ 1187852 w 5401709"/>
              <a:gd name="connsiteY1" fmla="*/ 0 h 2314749"/>
              <a:gd name="connsiteX2" fmla="*/ 5400118 w 5401709"/>
              <a:gd name="connsiteY2" fmla="*/ 6056 h 2314749"/>
              <a:gd name="connsiteX3" fmla="*/ 5401709 w 5401709"/>
              <a:gd name="connsiteY3" fmla="*/ 383096 h 2314749"/>
              <a:gd name="connsiteX4" fmla="*/ 5401709 w 5401709"/>
              <a:gd name="connsiteY4" fmla="*/ 1915434 h 2314749"/>
              <a:gd name="connsiteX5" fmla="*/ 5397540 w 5401709"/>
              <a:gd name="connsiteY5" fmla="*/ 2294857 h 2314749"/>
              <a:gd name="connsiteX6" fmla="*/ 176995 w 5401709"/>
              <a:gd name="connsiteY6" fmla="*/ 2314749 h 2314749"/>
              <a:gd name="connsiteX7" fmla="*/ 25545 w 5401709"/>
              <a:gd name="connsiteY7" fmla="*/ 1964202 h 2314749"/>
              <a:gd name="connsiteX8" fmla="*/ 754090 w 5401709"/>
              <a:gd name="connsiteY8" fmla="*/ 334328 h 2314749"/>
              <a:gd name="connsiteX0" fmla="*/ 765026 w 5412645"/>
              <a:gd name="connsiteY0" fmla="*/ 334328 h 2314749"/>
              <a:gd name="connsiteX1" fmla="*/ 1198788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765026 w 5412645"/>
              <a:gd name="connsiteY8" fmla="*/ 334328 h 2314749"/>
              <a:gd name="connsiteX0" fmla="*/ 531501 w 5412645"/>
              <a:gd name="connsiteY0" fmla="*/ 334328 h 2314749"/>
              <a:gd name="connsiteX1" fmla="*/ 1198788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41151 h 2321572"/>
              <a:gd name="connsiteX1" fmla="*/ 769952 w 5412645"/>
              <a:gd name="connsiteY1" fmla="*/ 0 h 2321572"/>
              <a:gd name="connsiteX2" fmla="*/ 5411054 w 5412645"/>
              <a:gd name="connsiteY2" fmla="*/ 12879 h 2321572"/>
              <a:gd name="connsiteX3" fmla="*/ 5412645 w 5412645"/>
              <a:gd name="connsiteY3" fmla="*/ 389919 h 2321572"/>
              <a:gd name="connsiteX4" fmla="*/ 5412645 w 5412645"/>
              <a:gd name="connsiteY4" fmla="*/ 1922257 h 2321572"/>
              <a:gd name="connsiteX5" fmla="*/ 5408476 w 5412645"/>
              <a:gd name="connsiteY5" fmla="*/ 2301680 h 2321572"/>
              <a:gd name="connsiteX6" fmla="*/ 187931 w 5412645"/>
              <a:gd name="connsiteY6" fmla="*/ 2321572 h 2321572"/>
              <a:gd name="connsiteX7" fmla="*/ 36481 w 5412645"/>
              <a:gd name="connsiteY7" fmla="*/ 1971025 h 2321572"/>
              <a:gd name="connsiteX8" fmla="*/ 531501 w 5412645"/>
              <a:gd name="connsiteY8" fmla="*/ 341151 h 2321572"/>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2720748 w 5412645"/>
              <a:gd name="connsiteY2" fmla="*/ 6057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2720748 w 5412645"/>
              <a:gd name="connsiteY2" fmla="*/ 6057 h 2314749"/>
              <a:gd name="connsiteX3" fmla="*/ 2734191 w 5412645"/>
              <a:gd name="connsiteY3" fmla="*/ 577829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2720748 w 5412645"/>
              <a:gd name="connsiteY2" fmla="*/ 6057 h 2314749"/>
              <a:gd name="connsiteX3" fmla="*/ 2734191 w 5412645"/>
              <a:gd name="connsiteY3" fmla="*/ 577829 h 2314749"/>
              <a:gd name="connsiteX4" fmla="*/ 5412645 w 5412645"/>
              <a:gd name="connsiteY4" fmla="*/ 1915434 h 2314749"/>
              <a:gd name="connsiteX5" fmla="*/ 2730022 w 5412645"/>
              <a:gd name="connsiteY5" fmla="*/ 2294858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2734191"/>
              <a:gd name="connsiteY0" fmla="*/ 334328 h 2314749"/>
              <a:gd name="connsiteX1" fmla="*/ 876100 w 2734191"/>
              <a:gd name="connsiteY1" fmla="*/ 0 h 2314749"/>
              <a:gd name="connsiteX2" fmla="*/ 2720748 w 2734191"/>
              <a:gd name="connsiteY2" fmla="*/ 6057 h 2314749"/>
              <a:gd name="connsiteX3" fmla="*/ 2734191 w 2734191"/>
              <a:gd name="connsiteY3" fmla="*/ 577829 h 2314749"/>
              <a:gd name="connsiteX4" fmla="*/ 2722340 w 2734191"/>
              <a:gd name="connsiteY4" fmla="*/ 1584385 h 2314749"/>
              <a:gd name="connsiteX5" fmla="*/ 2730022 w 2734191"/>
              <a:gd name="connsiteY5" fmla="*/ 2294858 h 2314749"/>
              <a:gd name="connsiteX6" fmla="*/ 187931 w 2734191"/>
              <a:gd name="connsiteY6" fmla="*/ 2314749 h 2314749"/>
              <a:gd name="connsiteX7" fmla="*/ 36481 w 2734191"/>
              <a:gd name="connsiteY7" fmla="*/ 1964202 h 2314749"/>
              <a:gd name="connsiteX8" fmla="*/ 531501 w 2734191"/>
              <a:gd name="connsiteY8" fmla="*/ 334328 h 2314749"/>
              <a:gd name="connsiteX0" fmla="*/ 531501 w 2730022"/>
              <a:gd name="connsiteY0" fmla="*/ 334328 h 2314749"/>
              <a:gd name="connsiteX1" fmla="*/ 876100 w 2730022"/>
              <a:gd name="connsiteY1" fmla="*/ 0 h 2314749"/>
              <a:gd name="connsiteX2" fmla="*/ 2720748 w 2730022"/>
              <a:gd name="connsiteY2" fmla="*/ 6057 h 2314749"/>
              <a:gd name="connsiteX3" fmla="*/ 2709411 w 2730022"/>
              <a:gd name="connsiteY3" fmla="*/ 577829 h 2314749"/>
              <a:gd name="connsiteX4" fmla="*/ 2722340 w 2730022"/>
              <a:gd name="connsiteY4" fmla="*/ 1584385 h 2314749"/>
              <a:gd name="connsiteX5" fmla="*/ 2730022 w 2730022"/>
              <a:gd name="connsiteY5" fmla="*/ 2294858 h 2314749"/>
              <a:gd name="connsiteX6" fmla="*/ 187931 w 2730022"/>
              <a:gd name="connsiteY6" fmla="*/ 2314749 h 2314749"/>
              <a:gd name="connsiteX7" fmla="*/ 36481 w 2730022"/>
              <a:gd name="connsiteY7" fmla="*/ 1964202 h 2314749"/>
              <a:gd name="connsiteX8" fmla="*/ 531501 w 2730022"/>
              <a:gd name="connsiteY8" fmla="*/ 334328 h 2314749"/>
              <a:gd name="connsiteX0" fmla="*/ 531501 w 2730022"/>
              <a:gd name="connsiteY0" fmla="*/ 334328 h 2314749"/>
              <a:gd name="connsiteX1" fmla="*/ 876100 w 2730022"/>
              <a:gd name="connsiteY1" fmla="*/ 0 h 2314749"/>
              <a:gd name="connsiteX2" fmla="*/ 2720748 w 2730022"/>
              <a:gd name="connsiteY2" fmla="*/ 6057 h 2314749"/>
              <a:gd name="connsiteX3" fmla="*/ 2709411 w 2730022"/>
              <a:gd name="connsiteY3" fmla="*/ 577829 h 2314749"/>
              <a:gd name="connsiteX4" fmla="*/ 2703755 w 2730022"/>
              <a:gd name="connsiteY4" fmla="*/ 1584385 h 2314749"/>
              <a:gd name="connsiteX5" fmla="*/ 2730022 w 2730022"/>
              <a:gd name="connsiteY5" fmla="*/ 2294858 h 2314749"/>
              <a:gd name="connsiteX6" fmla="*/ 187931 w 2730022"/>
              <a:gd name="connsiteY6" fmla="*/ 2314749 h 2314749"/>
              <a:gd name="connsiteX7" fmla="*/ 36481 w 2730022"/>
              <a:gd name="connsiteY7" fmla="*/ 1964202 h 2314749"/>
              <a:gd name="connsiteX8" fmla="*/ 531501 w 2730022"/>
              <a:gd name="connsiteY8" fmla="*/ 334328 h 2314749"/>
              <a:gd name="connsiteX0" fmla="*/ 531501 w 2720748"/>
              <a:gd name="connsiteY0" fmla="*/ 334328 h 2314749"/>
              <a:gd name="connsiteX1" fmla="*/ 876100 w 2720748"/>
              <a:gd name="connsiteY1" fmla="*/ 0 h 2314749"/>
              <a:gd name="connsiteX2" fmla="*/ 2720748 w 2720748"/>
              <a:gd name="connsiteY2" fmla="*/ 6057 h 2314749"/>
              <a:gd name="connsiteX3" fmla="*/ 2709411 w 2720748"/>
              <a:gd name="connsiteY3" fmla="*/ 577829 h 2314749"/>
              <a:gd name="connsiteX4" fmla="*/ 2703755 w 2720748"/>
              <a:gd name="connsiteY4" fmla="*/ 1584385 h 2314749"/>
              <a:gd name="connsiteX5" fmla="*/ 2705242 w 2720748"/>
              <a:gd name="connsiteY5" fmla="*/ 2305038 h 2314749"/>
              <a:gd name="connsiteX6" fmla="*/ 187931 w 2720748"/>
              <a:gd name="connsiteY6" fmla="*/ 2314749 h 2314749"/>
              <a:gd name="connsiteX7" fmla="*/ 36481 w 2720748"/>
              <a:gd name="connsiteY7" fmla="*/ 1964202 h 2314749"/>
              <a:gd name="connsiteX8" fmla="*/ 531501 w 2720748"/>
              <a:gd name="connsiteY8" fmla="*/ 334328 h 2314749"/>
              <a:gd name="connsiteX0" fmla="*/ 531501 w 2709411"/>
              <a:gd name="connsiteY0" fmla="*/ 334328 h 2314749"/>
              <a:gd name="connsiteX1" fmla="*/ 876100 w 2709411"/>
              <a:gd name="connsiteY1" fmla="*/ 0 h 2314749"/>
              <a:gd name="connsiteX2" fmla="*/ 2704522 w 2709411"/>
              <a:gd name="connsiteY2" fmla="*/ 11391 h 2314749"/>
              <a:gd name="connsiteX3" fmla="*/ 2709411 w 2709411"/>
              <a:gd name="connsiteY3" fmla="*/ 577829 h 2314749"/>
              <a:gd name="connsiteX4" fmla="*/ 2703755 w 2709411"/>
              <a:gd name="connsiteY4" fmla="*/ 1584385 h 2314749"/>
              <a:gd name="connsiteX5" fmla="*/ 2705242 w 2709411"/>
              <a:gd name="connsiteY5" fmla="*/ 2305038 h 2314749"/>
              <a:gd name="connsiteX6" fmla="*/ 187931 w 2709411"/>
              <a:gd name="connsiteY6" fmla="*/ 2314749 h 2314749"/>
              <a:gd name="connsiteX7" fmla="*/ 36481 w 2709411"/>
              <a:gd name="connsiteY7" fmla="*/ 1964202 h 2314749"/>
              <a:gd name="connsiteX8" fmla="*/ 531501 w 2709411"/>
              <a:gd name="connsiteY8" fmla="*/ 334328 h 231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9411" h="2314749">
                <a:moveTo>
                  <a:pt x="531501" y="334328"/>
                </a:moveTo>
                <a:cubicBezTo>
                  <a:pt x="607839" y="147486"/>
                  <a:pt x="664522" y="0"/>
                  <a:pt x="876100" y="0"/>
                </a:cubicBezTo>
                <a:lnTo>
                  <a:pt x="2704522" y="11391"/>
                </a:lnTo>
                <a:cubicBezTo>
                  <a:pt x="2704153" y="374729"/>
                  <a:pt x="2709411" y="366251"/>
                  <a:pt x="2709411" y="577829"/>
                </a:cubicBezTo>
                <a:cubicBezTo>
                  <a:pt x="2707526" y="913348"/>
                  <a:pt x="2705640" y="1248866"/>
                  <a:pt x="2703755" y="1584385"/>
                </a:cubicBezTo>
                <a:cubicBezTo>
                  <a:pt x="2703755" y="1795963"/>
                  <a:pt x="2704873" y="1996201"/>
                  <a:pt x="2705242" y="2305038"/>
                </a:cubicBezTo>
                <a:lnTo>
                  <a:pt x="187931" y="2314749"/>
                </a:lnTo>
                <a:cubicBezTo>
                  <a:pt x="38118" y="2312641"/>
                  <a:pt x="-55531" y="2221900"/>
                  <a:pt x="36481" y="1964202"/>
                </a:cubicBezTo>
                <a:cubicBezTo>
                  <a:pt x="257590" y="1236950"/>
                  <a:pt x="256315" y="1234842"/>
                  <a:pt x="531501" y="334328"/>
                </a:cubicBezTo>
                <a:close/>
              </a:path>
            </a:pathLst>
          </a:custGeom>
          <a:solidFill>
            <a:schemeClr val="bg1"/>
          </a:solidFill>
        </p:spPr>
        <p:txBody>
          <a:bodyPr/>
          <a:lstStyle>
            <a:lvl1pPr marL="0" indent="0">
              <a:buNone/>
              <a:defRPr/>
            </a:lvl1pPr>
          </a:lstStyle>
          <a:p>
            <a:r>
              <a:rPr lang="es-ES"/>
              <a:t>Haga clic en el icono para agregar un gráfico</a:t>
            </a:r>
          </a:p>
        </p:txBody>
      </p:sp>
    </p:spTree>
    <p:extLst>
      <p:ext uri="{BB962C8B-B14F-4D97-AF65-F5344CB8AC3E}">
        <p14:creationId xmlns:p14="http://schemas.microsoft.com/office/powerpoint/2010/main" val="2500394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ción 2.1">
    <p:spTree>
      <p:nvGrpSpPr>
        <p:cNvPr id="1" name=""/>
        <p:cNvGrpSpPr/>
        <p:nvPr/>
      </p:nvGrpSpPr>
      <p:grpSpPr>
        <a:xfrm>
          <a:off x="0" y="0"/>
          <a:ext cx="0" cy="0"/>
          <a:chOff x="0" y="0"/>
          <a:chExt cx="0" cy="0"/>
        </a:xfrm>
      </p:grpSpPr>
      <p:sp>
        <p:nvSpPr>
          <p:cNvPr id="3" name="Marcador de posición de imagen 8">
            <a:extLst>
              <a:ext uri="{FF2B5EF4-FFF2-40B4-BE49-F238E27FC236}">
                <a16:creationId xmlns:a16="http://schemas.microsoft.com/office/drawing/2014/main" id="{C56E93CF-E232-4959-C59E-4F0A3B77C667}"/>
              </a:ext>
            </a:extLst>
          </p:cNvPr>
          <p:cNvSpPr>
            <a:spLocks noGrp="1" noRot="1" noMove="1" noResize="1" noEditPoints="1" noAdjustHandles="1" noChangeArrowheads="1" noChangeShapeType="1"/>
          </p:cNvSpPr>
          <p:nvPr>
            <p:ph type="pic" sz="quarter" idx="12"/>
          </p:nvPr>
        </p:nvSpPr>
        <p:spPr>
          <a:xfrm>
            <a:off x="-155" y="0"/>
            <a:ext cx="8001155" cy="6858000"/>
          </a:xfrm>
          <a:solidFill>
            <a:schemeClr val="bg1">
              <a:lumMod val="85000"/>
              <a:lumOff val="15000"/>
            </a:schemeClr>
          </a:solidFill>
        </p:spPr>
        <p:txBody>
          <a:bodyPr/>
          <a:lstStyle/>
          <a:p>
            <a:r>
              <a:rPr lang="es-ES"/>
              <a:t>Haga clic en el icono para agregar una imagen</a:t>
            </a:r>
          </a:p>
        </p:txBody>
      </p:sp>
      <p:sp>
        <p:nvSpPr>
          <p:cNvPr id="4" name="Marcador de gráfico 8">
            <a:extLst>
              <a:ext uri="{FF2B5EF4-FFF2-40B4-BE49-F238E27FC236}">
                <a16:creationId xmlns:a16="http://schemas.microsoft.com/office/drawing/2014/main" id="{E704860D-572C-1E4E-8584-6721B446D6BD}"/>
              </a:ext>
            </a:extLst>
          </p:cNvPr>
          <p:cNvSpPr>
            <a:spLocks noGrp="1" noRot="1" noMove="1" noResize="1" noEditPoints="1" noAdjustHandles="1" noChangeArrowheads="1" noChangeShapeType="1"/>
          </p:cNvSpPr>
          <p:nvPr>
            <p:ph type="chart" sz="quarter" idx="13"/>
          </p:nvPr>
        </p:nvSpPr>
        <p:spPr>
          <a:xfrm>
            <a:off x="3867150" y="2267491"/>
            <a:ext cx="8324850" cy="2314749"/>
          </a:xfrm>
          <a:custGeom>
            <a:avLst/>
            <a:gdLst>
              <a:gd name="connsiteX0" fmla="*/ 0 w 4156964"/>
              <a:gd name="connsiteY0" fmla="*/ 383096 h 2298530"/>
              <a:gd name="connsiteX1" fmla="*/ 383096 w 4156964"/>
              <a:gd name="connsiteY1" fmla="*/ 0 h 2298530"/>
              <a:gd name="connsiteX2" fmla="*/ 3773868 w 4156964"/>
              <a:gd name="connsiteY2" fmla="*/ 0 h 2298530"/>
              <a:gd name="connsiteX3" fmla="*/ 4156964 w 4156964"/>
              <a:gd name="connsiteY3" fmla="*/ 383096 h 2298530"/>
              <a:gd name="connsiteX4" fmla="*/ 4156964 w 4156964"/>
              <a:gd name="connsiteY4" fmla="*/ 1915434 h 2298530"/>
              <a:gd name="connsiteX5" fmla="*/ 3773868 w 4156964"/>
              <a:gd name="connsiteY5" fmla="*/ 2298530 h 2298530"/>
              <a:gd name="connsiteX6" fmla="*/ 383096 w 4156964"/>
              <a:gd name="connsiteY6" fmla="*/ 2298530 h 2298530"/>
              <a:gd name="connsiteX7" fmla="*/ 0 w 4156964"/>
              <a:gd name="connsiteY7" fmla="*/ 1915434 h 2298530"/>
              <a:gd name="connsiteX8" fmla="*/ 0 w 4156964"/>
              <a:gd name="connsiteY8" fmla="*/ 383096 h 2298530"/>
              <a:gd name="connsiteX0" fmla="*/ 971668 w 5128632"/>
              <a:gd name="connsiteY0" fmla="*/ 383096 h 2322914"/>
              <a:gd name="connsiteX1" fmla="*/ 1354764 w 5128632"/>
              <a:gd name="connsiteY1" fmla="*/ 0 h 2322914"/>
              <a:gd name="connsiteX2" fmla="*/ 4745536 w 5128632"/>
              <a:gd name="connsiteY2" fmla="*/ 0 h 2322914"/>
              <a:gd name="connsiteX3" fmla="*/ 5128632 w 5128632"/>
              <a:gd name="connsiteY3" fmla="*/ 383096 h 2322914"/>
              <a:gd name="connsiteX4" fmla="*/ 5128632 w 5128632"/>
              <a:gd name="connsiteY4" fmla="*/ 1915434 h 2322914"/>
              <a:gd name="connsiteX5" fmla="*/ 4745536 w 5128632"/>
              <a:gd name="connsiteY5" fmla="*/ 2298530 h 2322914"/>
              <a:gd name="connsiteX6" fmla="*/ 25836 w 5128632"/>
              <a:gd name="connsiteY6" fmla="*/ 2322914 h 2322914"/>
              <a:gd name="connsiteX7" fmla="*/ 971668 w 5128632"/>
              <a:gd name="connsiteY7" fmla="*/ 1915434 h 2322914"/>
              <a:gd name="connsiteX8" fmla="*/ 971668 w 5128632"/>
              <a:gd name="connsiteY8" fmla="*/ 383096 h 2322914"/>
              <a:gd name="connsiteX0" fmla="*/ 1219200 w 5376164"/>
              <a:gd name="connsiteY0" fmla="*/ 383096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219200 w 5376164"/>
              <a:gd name="connsiteY8" fmla="*/ 383096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143713 w 5434789"/>
              <a:gd name="connsiteY0" fmla="*/ 419672 h 2322914"/>
              <a:gd name="connsiteX1" fmla="*/ 1660921 w 5434789"/>
              <a:gd name="connsiteY1" fmla="*/ 0 h 2322914"/>
              <a:gd name="connsiteX2" fmla="*/ 5051693 w 5434789"/>
              <a:gd name="connsiteY2" fmla="*/ 0 h 2322914"/>
              <a:gd name="connsiteX3" fmla="*/ 5434789 w 5434789"/>
              <a:gd name="connsiteY3" fmla="*/ 383096 h 2322914"/>
              <a:gd name="connsiteX4" fmla="*/ 5434789 w 5434789"/>
              <a:gd name="connsiteY4" fmla="*/ 1915434 h 2322914"/>
              <a:gd name="connsiteX5" fmla="*/ 5051693 w 5434789"/>
              <a:gd name="connsiteY5" fmla="*/ 2298530 h 2322914"/>
              <a:gd name="connsiteX6" fmla="*/ 331993 w 5434789"/>
              <a:gd name="connsiteY6" fmla="*/ 2322914 h 2322914"/>
              <a:gd name="connsiteX7" fmla="*/ 58625 w 5434789"/>
              <a:gd name="connsiteY7" fmla="*/ 1964202 h 2322914"/>
              <a:gd name="connsiteX8" fmla="*/ 1143713 w 5434789"/>
              <a:gd name="connsiteY8" fmla="*/ 419672 h 2322914"/>
              <a:gd name="connsiteX0" fmla="*/ 1163828 w 5454904"/>
              <a:gd name="connsiteY0" fmla="*/ 419672 h 2323175"/>
              <a:gd name="connsiteX1" fmla="*/ 1681036 w 5454904"/>
              <a:gd name="connsiteY1" fmla="*/ 0 h 2323175"/>
              <a:gd name="connsiteX2" fmla="*/ 5071808 w 5454904"/>
              <a:gd name="connsiteY2" fmla="*/ 0 h 2323175"/>
              <a:gd name="connsiteX3" fmla="*/ 5454904 w 5454904"/>
              <a:gd name="connsiteY3" fmla="*/ 383096 h 2323175"/>
              <a:gd name="connsiteX4" fmla="*/ 5454904 w 5454904"/>
              <a:gd name="connsiteY4" fmla="*/ 1915434 h 2323175"/>
              <a:gd name="connsiteX5" fmla="*/ 5071808 w 5454904"/>
              <a:gd name="connsiteY5" fmla="*/ 2298530 h 2323175"/>
              <a:gd name="connsiteX6" fmla="*/ 352108 w 5454904"/>
              <a:gd name="connsiteY6" fmla="*/ 2322914 h 2323175"/>
              <a:gd name="connsiteX7" fmla="*/ 78740 w 5454904"/>
              <a:gd name="connsiteY7" fmla="*/ 1964202 h 2323175"/>
              <a:gd name="connsiteX8" fmla="*/ 1163828 w 5454904"/>
              <a:gd name="connsiteY8" fmla="*/ 419672 h 2323175"/>
              <a:gd name="connsiteX0" fmla="*/ 1118296 w 5409372"/>
              <a:gd name="connsiteY0" fmla="*/ 419672 h 2323017"/>
              <a:gd name="connsiteX1" fmla="*/ 1635504 w 5409372"/>
              <a:gd name="connsiteY1" fmla="*/ 0 h 2323017"/>
              <a:gd name="connsiteX2" fmla="*/ 5026276 w 5409372"/>
              <a:gd name="connsiteY2" fmla="*/ 0 h 2323017"/>
              <a:gd name="connsiteX3" fmla="*/ 5409372 w 5409372"/>
              <a:gd name="connsiteY3" fmla="*/ 383096 h 2323017"/>
              <a:gd name="connsiteX4" fmla="*/ 5409372 w 5409372"/>
              <a:gd name="connsiteY4" fmla="*/ 1915434 h 2323017"/>
              <a:gd name="connsiteX5" fmla="*/ 5026276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502229"/>
              <a:gd name="connsiteY0" fmla="*/ 419672 h 2323017"/>
              <a:gd name="connsiteX1" fmla="*/ 1635504 w 5502229"/>
              <a:gd name="connsiteY1" fmla="*/ 0 h 2323017"/>
              <a:gd name="connsiteX2" fmla="*/ 5407781 w 5502229"/>
              <a:gd name="connsiteY2" fmla="*/ 6056 h 2323017"/>
              <a:gd name="connsiteX3" fmla="*/ 5409372 w 5502229"/>
              <a:gd name="connsiteY3" fmla="*/ 383096 h 2323017"/>
              <a:gd name="connsiteX4" fmla="*/ 5409372 w 5502229"/>
              <a:gd name="connsiteY4" fmla="*/ 1915434 h 2323017"/>
              <a:gd name="connsiteX5" fmla="*/ 5026276 w 5502229"/>
              <a:gd name="connsiteY5" fmla="*/ 2298530 h 2323017"/>
              <a:gd name="connsiteX6" fmla="*/ 306576 w 5502229"/>
              <a:gd name="connsiteY6" fmla="*/ 2322914 h 2323017"/>
              <a:gd name="connsiteX7" fmla="*/ 33208 w 5502229"/>
              <a:gd name="connsiteY7" fmla="*/ 1964202 h 2323017"/>
              <a:gd name="connsiteX8" fmla="*/ 1118296 w 5502229"/>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026276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497784"/>
              <a:gd name="connsiteY0" fmla="*/ 419672 h 2323017"/>
              <a:gd name="connsiteX1" fmla="*/ 1635504 w 5497784"/>
              <a:gd name="connsiteY1" fmla="*/ 0 h 2323017"/>
              <a:gd name="connsiteX2" fmla="*/ 5407781 w 5497784"/>
              <a:gd name="connsiteY2" fmla="*/ 6056 h 2323017"/>
              <a:gd name="connsiteX3" fmla="*/ 5409372 w 5497784"/>
              <a:gd name="connsiteY3" fmla="*/ 383096 h 2323017"/>
              <a:gd name="connsiteX4" fmla="*/ 5409372 w 5497784"/>
              <a:gd name="connsiteY4" fmla="*/ 1915434 h 2323017"/>
              <a:gd name="connsiteX5" fmla="*/ 5401725 w 5497784"/>
              <a:gd name="connsiteY5" fmla="*/ 2298530 h 2323017"/>
              <a:gd name="connsiteX6" fmla="*/ 306576 w 5497784"/>
              <a:gd name="connsiteY6" fmla="*/ 2322914 h 2323017"/>
              <a:gd name="connsiteX7" fmla="*/ 33208 w 5497784"/>
              <a:gd name="connsiteY7" fmla="*/ 1964202 h 2323017"/>
              <a:gd name="connsiteX8" fmla="*/ 1118296 w 5497784"/>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1725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419892"/>
              <a:gd name="connsiteY0" fmla="*/ 419672 h 2323017"/>
              <a:gd name="connsiteX1" fmla="*/ 1635504 w 5419892"/>
              <a:gd name="connsiteY1" fmla="*/ 0 h 2323017"/>
              <a:gd name="connsiteX2" fmla="*/ 5407781 w 5419892"/>
              <a:gd name="connsiteY2" fmla="*/ 6056 h 2323017"/>
              <a:gd name="connsiteX3" fmla="*/ 5409372 w 5419892"/>
              <a:gd name="connsiteY3" fmla="*/ 383096 h 2323017"/>
              <a:gd name="connsiteX4" fmla="*/ 5409372 w 5419892"/>
              <a:gd name="connsiteY4" fmla="*/ 1915434 h 2323017"/>
              <a:gd name="connsiteX5" fmla="*/ 5419892 w 5419892"/>
              <a:gd name="connsiteY5" fmla="*/ 2298530 h 2323017"/>
              <a:gd name="connsiteX6" fmla="*/ 306576 w 5419892"/>
              <a:gd name="connsiteY6" fmla="*/ 2322914 h 2323017"/>
              <a:gd name="connsiteX7" fmla="*/ 33208 w 5419892"/>
              <a:gd name="connsiteY7" fmla="*/ 1964202 h 2323017"/>
              <a:gd name="connsiteX8" fmla="*/ 1118296 w 5419892"/>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761753 w 5409372"/>
              <a:gd name="connsiteY0" fmla="*/ 334328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802883 w 5450502"/>
              <a:gd name="connsiteY0" fmla="*/ 334328 h 2314855"/>
              <a:gd name="connsiteX1" fmla="*/ 1236645 w 5450502"/>
              <a:gd name="connsiteY1" fmla="*/ 0 h 2314855"/>
              <a:gd name="connsiteX2" fmla="*/ 5448911 w 5450502"/>
              <a:gd name="connsiteY2" fmla="*/ 6056 h 2314855"/>
              <a:gd name="connsiteX3" fmla="*/ 5450502 w 5450502"/>
              <a:gd name="connsiteY3" fmla="*/ 383096 h 2314855"/>
              <a:gd name="connsiteX4" fmla="*/ 5450502 w 5450502"/>
              <a:gd name="connsiteY4" fmla="*/ 1915434 h 2314855"/>
              <a:gd name="connsiteX5" fmla="*/ 5446333 w 5450502"/>
              <a:gd name="connsiteY5" fmla="*/ 2294857 h 2314855"/>
              <a:gd name="connsiteX6" fmla="*/ 225788 w 5450502"/>
              <a:gd name="connsiteY6" fmla="*/ 2314749 h 2314855"/>
              <a:gd name="connsiteX7" fmla="*/ 74338 w 5450502"/>
              <a:gd name="connsiteY7" fmla="*/ 1964202 h 2314855"/>
              <a:gd name="connsiteX8" fmla="*/ 802883 w 5450502"/>
              <a:gd name="connsiteY8" fmla="*/ 334328 h 2314855"/>
              <a:gd name="connsiteX0" fmla="*/ 754090 w 5401709"/>
              <a:gd name="connsiteY0" fmla="*/ 334328 h 2314749"/>
              <a:gd name="connsiteX1" fmla="*/ 1187852 w 5401709"/>
              <a:gd name="connsiteY1" fmla="*/ 0 h 2314749"/>
              <a:gd name="connsiteX2" fmla="*/ 5400118 w 5401709"/>
              <a:gd name="connsiteY2" fmla="*/ 6056 h 2314749"/>
              <a:gd name="connsiteX3" fmla="*/ 5401709 w 5401709"/>
              <a:gd name="connsiteY3" fmla="*/ 383096 h 2314749"/>
              <a:gd name="connsiteX4" fmla="*/ 5401709 w 5401709"/>
              <a:gd name="connsiteY4" fmla="*/ 1915434 h 2314749"/>
              <a:gd name="connsiteX5" fmla="*/ 5397540 w 5401709"/>
              <a:gd name="connsiteY5" fmla="*/ 2294857 h 2314749"/>
              <a:gd name="connsiteX6" fmla="*/ 176995 w 5401709"/>
              <a:gd name="connsiteY6" fmla="*/ 2314749 h 2314749"/>
              <a:gd name="connsiteX7" fmla="*/ 25545 w 5401709"/>
              <a:gd name="connsiteY7" fmla="*/ 1964202 h 2314749"/>
              <a:gd name="connsiteX8" fmla="*/ 754090 w 5401709"/>
              <a:gd name="connsiteY8" fmla="*/ 334328 h 2314749"/>
              <a:gd name="connsiteX0" fmla="*/ 765026 w 5412645"/>
              <a:gd name="connsiteY0" fmla="*/ 334328 h 2314749"/>
              <a:gd name="connsiteX1" fmla="*/ 1198788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765026 w 5412645"/>
              <a:gd name="connsiteY8" fmla="*/ 334328 h 2314749"/>
              <a:gd name="connsiteX0" fmla="*/ 531501 w 5412645"/>
              <a:gd name="connsiteY0" fmla="*/ 334328 h 2314749"/>
              <a:gd name="connsiteX1" fmla="*/ 1198788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41151 h 2321572"/>
              <a:gd name="connsiteX1" fmla="*/ 769952 w 5412645"/>
              <a:gd name="connsiteY1" fmla="*/ 0 h 2321572"/>
              <a:gd name="connsiteX2" fmla="*/ 5411054 w 5412645"/>
              <a:gd name="connsiteY2" fmla="*/ 12879 h 2321572"/>
              <a:gd name="connsiteX3" fmla="*/ 5412645 w 5412645"/>
              <a:gd name="connsiteY3" fmla="*/ 389919 h 2321572"/>
              <a:gd name="connsiteX4" fmla="*/ 5412645 w 5412645"/>
              <a:gd name="connsiteY4" fmla="*/ 1922257 h 2321572"/>
              <a:gd name="connsiteX5" fmla="*/ 5408476 w 5412645"/>
              <a:gd name="connsiteY5" fmla="*/ 2301680 h 2321572"/>
              <a:gd name="connsiteX6" fmla="*/ 187931 w 5412645"/>
              <a:gd name="connsiteY6" fmla="*/ 2321572 h 2321572"/>
              <a:gd name="connsiteX7" fmla="*/ 36481 w 5412645"/>
              <a:gd name="connsiteY7" fmla="*/ 1971025 h 2321572"/>
              <a:gd name="connsiteX8" fmla="*/ 531501 w 5412645"/>
              <a:gd name="connsiteY8" fmla="*/ 341151 h 2321572"/>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2645" h="2314749">
                <a:moveTo>
                  <a:pt x="531501" y="334328"/>
                </a:moveTo>
                <a:cubicBezTo>
                  <a:pt x="607839" y="147486"/>
                  <a:pt x="664522" y="0"/>
                  <a:pt x="876100" y="0"/>
                </a:cubicBezTo>
                <a:lnTo>
                  <a:pt x="5411054" y="6056"/>
                </a:lnTo>
                <a:cubicBezTo>
                  <a:pt x="5410685" y="369394"/>
                  <a:pt x="5412645" y="171518"/>
                  <a:pt x="5412645" y="383096"/>
                </a:cubicBezTo>
                <a:lnTo>
                  <a:pt x="5412645" y="1915434"/>
                </a:lnTo>
                <a:cubicBezTo>
                  <a:pt x="5412645" y="2127012"/>
                  <a:pt x="5408107" y="1986020"/>
                  <a:pt x="5408476" y="2294857"/>
                </a:cubicBezTo>
                <a:lnTo>
                  <a:pt x="187931" y="2314749"/>
                </a:lnTo>
                <a:cubicBezTo>
                  <a:pt x="38118" y="2312641"/>
                  <a:pt x="-55531" y="2221900"/>
                  <a:pt x="36481" y="1964202"/>
                </a:cubicBezTo>
                <a:cubicBezTo>
                  <a:pt x="257590" y="1236950"/>
                  <a:pt x="256315" y="1234842"/>
                  <a:pt x="531501" y="334328"/>
                </a:cubicBezTo>
                <a:close/>
              </a:path>
            </a:pathLst>
          </a:custGeom>
          <a:solidFill>
            <a:schemeClr val="tx1"/>
          </a:solidFill>
        </p:spPr>
        <p:txBody>
          <a:bodyPr/>
          <a:lstStyle/>
          <a:p>
            <a:r>
              <a:rPr lang="es-ES"/>
              <a:t>Haga clic en el icono para agregar un gráfico</a:t>
            </a:r>
          </a:p>
        </p:txBody>
      </p:sp>
      <p:sp>
        <p:nvSpPr>
          <p:cNvPr id="5" name="Título 2">
            <a:extLst>
              <a:ext uri="{FF2B5EF4-FFF2-40B4-BE49-F238E27FC236}">
                <a16:creationId xmlns:a16="http://schemas.microsoft.com/office/drawing/2014/main" id="{130DA983-BC90-8C24-96A0-F18539955862}"/>
              </a:ext>
            </a:extLst>
          </p:cNvPr>
          <p:cNvSpPr>
            <a:spLocks noGrp="1"/>
          </p:cNvSpPr>
          <p:nvPr>
            <p:ph type="title"/>
          </p:nvPr>
        </p:nvSpPr>
        <p:spPr>
          <a:xfrm>
            <a:off x="5162550" y="2887391"/>
            <a:ext cx="6286500" cy="685800"/>
          </a:xfrm>
        </p:spPr>
        <p:txBody>
          <a:bodyPr/>
          <a:lstStyle>
            <a:lvl1pPr>
              <a:defRPr>
                <a:solidFill>
                  <a:schemeClr val="bg1"/>
                </a:solidFill>
              </a:defRPr>
            </a:lvl1pPr>
          </a:lstStyle>
          <a:p>
            <a:r>
              <a:rPr lang="es-ES" sz="4400">
                <a:solidFill>
                  <a:schemeClr val="bg1"/>
                </a:solidFill>
              </a:rPr>
              <a:t>Haga clic para modificar el estilo de título del patrón</a:t>
            </a:r>
          </a:p>
        </p:txBody>
      </p:sp>
      <p:sp>
        <p:nvSpPr>
          <p:cNvPr id="6" name="Marcador de texto 18">
            <a:extLst>
              <a:ext uri="{FF2B5EF4-FFF2-40B4-BE49-F238E27FC236}">
                <a16:creationId xmlns:a16="http://schemas.microsoft.com/office/drawing/2014/main" id="{9F51C3AF-EEC7-502E-DB94-DA901BB55D13}"/>
              </a:ext>
            </a:extLst>
          </p:cNvPr>
          <p:cNvSpPr>
            <a:spLocks noGrp="1"/>
          </p:cNvSpPr>
          <p:nvPr>
            <p:ph type="body" sz="quarter" idx="4294967295"/>
          </p:nvPr>
        </p:nvSpPr>
        <p:spPr>
          <a:xfrm>
            <a:off x="5163106" y="3539131"/>
            <a:ext cx="6285712" cy="370511"/>
          </a:xfrm>
        </p:spPr>
        <p:txBody>
          <a:bodyPr/>
          <a:lstStyle>
            <a:lvl1pPr marL="228600" indent="-228600">
              <a:defRPr sz="2800"/>
            </a:lvl1pPr>
          </a:lstStyle>
          <a:p>
            <a:pPr marL="0" lvl="0" indent="0">
              <a:buNone/>
            </a:pPr>
            <a:r>
              <a:rPr lang="es-ES" sz="2800">
                <a:solidFill>
                  <a:schemeClr val="accent2">
                    <a:lumMod val="50000"/>
                    <a:lumOff val="50000"/>
                  </a:schemeClr>
                </a:solidFill>
              </a:rPr>
              <a:t>Haga clic para modificar los estilos de texto del patrón</a:t>
            </a:r>
          </a:p>
          <a:p>
            <a:pPr marL="0" lvl="1" indent="0">
              <a:buNone/>
            </a:pPr>
            <a:r>
              <a:rPr lang="es-ES" sz="2800">
                <a:solidFill>
                  <a:schemeClr val="accent2">
                    <a:lumMod val="50000"/>
                    <a:lumOff val="50000"/>
                  </a:schemeClr>
                </a:solidFill>
              </a:rPr>
              <a:t>Segundo nivel</a:t>
            </a:r>
          </a:p>
        </p:txBody>
      </p:sp>
      <p:pic>
        <p:nvPicPr>
          <p:cNvPr id="9" name="Marcador de contenido 11">
            <a:extLst>
              <a:ext uri="{FF2B5EF4-FFF2-40B4-BE49-F238E27FC236}">
                <a16:creationId xmlns:a16="http://schemas.microsoft.com/office/drawing/2014/main" id="{43FDB972-196D-347B-C8F4-D5C01BF8F7F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58467" y="295725"/>
            <a:ext cx="1129593" cy="447813"/>
          </a:xfrm>
          <a:prstGeom prst="rect">
            <a:avLst/>
          </a:prstGeom>
        </p:spPr>
      </p:pic>
      <p:pic>
        <p:nvPicPr>
          <p:cNvPr id="8" name="Gráfico 7">
            <a:extLst>
              <a:ext uri="{FF2B5EF4-FFF2-40B4-BE49-F238E27FC236}">
                <a16:creationId xmlns:a16="http://schemas.microsoft.com/office/drawing/2014/main" id="{44E05A2D-8270-EA57-4560-BD84E6F757B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808098" y="5859425"/>
            <a:ext cx="3103982" cy="757949"/>
          </a:xfrm>
          <a:prstGeom prst="rect">
            <a:avLst/>
          </a:prstGeom>
        </p:spPr>
      </p:pic>
    </p:spTree>
    <p:extLst>
      <p:ext uri="{BB962C8B-B14F-4D97-AF65-F5344CB8AC3E}">
        <p14:creationId xmlns:p14="http://schemas.microsoft.com/office/powerpoint/2010/main" val="3745250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ción 2.2">
    <p:bg>
      <p:bgRef idx="1001">
        <a:schemeClr val="bg1"/>
      </p:bgRef>
    </p:bg>
    <p:spTree>
      <p:nvGrpSpPr>
        <p:cNvPr id="1" name=""/>
        <p:cNvGrpSpPr/>
        <p:nvPr/>
      </p:nvGrpSpPr>
      <p:grpSpPr>
        <a:xfrm>
          <a:off x="0" y="0"/>
          <a:ext cx="0" cy="0"/>
          <a:chOff x="0" y="0"/>
          <a:chExt cx="0" cy="0"/>
        </a:xfrm>
      </p:grpSpPr>
      <p:sp>
        <p:nvSpPr>
          <p:cNvPr id="10" name="Marcador de posición de imagen 8">
            <a:extLst>
              <a:ext uri="{FF2B5EF4-FFF2-40B4-BE49-F238E27FC236}">
                <a16:creationId xmlns:a16="http://schemas.microsoft.com/office/drawing/2014/main" id="{BE13BFC4-02C2-20B8-BD92-C7912187E616}"/>
              </a:ext>
            </a:extLst>
          </p:cNvPr>
          <p:cNvSpPr>
            <a:spLocks noGrp="1" noRot="1" noMove="1" noResize="1" noEditPoints="1" noAdjustHandles="1" noChangeArrowheads="1" noChangeShapeType="1"/>
          </p:cNvSpPr>
          <p:nvPr>
            <p:ph type="pic" sz="quarter" idx="12"/>
          </p:nvPr>
        </p:nvSpPr>
        <p:spPr>
          <a:xfrm>
            <a:off x="-155" y="0"/>
            <a:ext cx="8001155" cy="6858000"/>
          </a:xfrm>
          <a:solidFill>
            <a:schemeClr val="bg1">
              <a:lumMod val="85000"/>
              <a:lumOff val="15000"/>
            </a:schemeClr>
          </a:solidFill>
        </p:spPr>
        <p:txBody>
          <a:bodyPr/>
          <a:lstStyle/>
          <a:p>
            <a:r>
              <a:rPr lang="es-ES"/>
              <a:t>Haga clic en el icono para agregar una imagen</a:t>
            </a:r>
          </a:p>
        </p:txBody>
      </p:sp>
      <p:sp>
        <p:nvSpPr>
          <p:cNvPr id="9" name="Marcador de gráfico 8">
            <a:extLst>
              <a:ext uri="{FF2B5EF4-FFF2-40B4-BE49-F238E27FC236}">
                <a16:creationId xmlns:a16="http://schemas.microsoft.com/office/drawing/2014/main" id="{19A22B94-9EFC-83AA-407C-2BFCA26BB368}"/>
              </a:ext>
            </a:extLst>
          </p:cNvPr>
          <p:cNvSpPr>
            <a:spLocks noGrp="1" noRot="1" noMove="1" noResize="1" noEditPoints="1" noAdjustHandles="1" noChangeArrowheads="1" noChangeShapeType="1"/>
          </p:cNvSpPr>
          <p:nvPr>
            <p:ph type="chart" sz="quarter" idx="13"/>
          </p:nvPr>
        </p:nvSpPr>
        <p:spPr>
          <a:xfrm>
            <a:off x="3867150" y="2267491"/>
            <a:ext cx="8324850" cy="2314749"/>
          </a:xfrm>
          <a:custGeom>
            <a:avLst/>
            <a:gdLst>
              <a:gd name="connsiteX0" fmla="*/ 0 w 4156964"/>
              <a:gd name="connsiteY0" fmla="*/ 383096 h 2298530"/>
              <a:gd name="connsiteX1" fmla="*/ 383096 w 4156964"/>
              <a:gd name="connsiteY1" fmla="*/ 0 h 2298530"/>
              <a:gd name="connsiteX2" fmla="*/ 3773868 w 4156964"/>
              <a:gd name="connsiteY2" fmla="*/ 0 h 2298530"/>
              <a:gd name="connsiteX3" fmla="*/ 4156964 w 4156964"/>
              <a:gd name="connsiteY3" fmla="*/ 383096 h 2298530"/>
              <a:gd name="connsiteX4" fmla="*/ 4156964 w 4156964"/>
              <a:gd name="connsiteY4" fmla="*/ 1915434 h 2298530"/>
              <a:gd name="connsiteX5" fmla="*/ 3773868 w 4156964"/>
              <a:gd name="connsiteY5" fmla="*/ 2298530 h 2298530"/>
              <a:gd name="connsiteX6" fmla="*/ 383096 w 4156964"/>
              <a:gd name="connsiteY6" fmla="*/ 2298530 h 2298530"/>
              <a:gd name="connsiteX7" fmla="*/ 0 w 4156964"/>
              <a:gd name="connsiteY7" fmla="*/ 1915434 h 2298530"/>
              <a:gd name="connsiteX8" fmla="*/ 0 w 4156964"/>
              <a:gd name="connsiteY8" fmla="*/ 383096 h 2298530"/>
              <a:gd name="connsiteX0" fmla="*/ 971668 w 5128632"/>
              <a:gd name="connsiteY0" fmla="*/ 383096 h 2322914"/>
              <a:gd name="connsiteX1" fmla="*/ 1354764 w 5128632"/>
              <a:gd name="connsiteY1" fmla="*/ 0 h 2322914"/>
              <a:gd name="connsiteX2" fmla="*/ 4745536 w 5128632"/>
              <a:gd name="connsiteY2" fmla="*/ 0 h 2322914"/>
              <a:gd name="connsiteX3" fmla="*/ 5128632 w 5128632"/>
              <a:gd name="connsiteY3" fmla="*/ 383096 h 2322914"/>
              <a:gd name="connsiteX4" fmla="*/ 5128632 w 5128632"/>
              <a:gd name="connsiteY4" fmla="*/ 1915434 h 2322914"/>
              <a:gd name="connsiteX5" fmla="*/ 4745536 w 5128632"/>
              <a:gd name="connsiteY5" fmla="*/ 2298530 h 2322914"/>
              <a:gd name="connsiteX6" fmla="*/ 25836 w 5128632"/>
              <a:gd name="connsiteY6" fmla="*/ 2322914 h 2322914"/>
              <a:gd name="connsiteX7" fmla="*/ 971668 w 5128632"/>
              <a:gd name="connsiteY7" fmla="*/ 1915434 h 2322914"/>
              <a:gd name="connsiteX8" fmla="*/ 971668 w 5128632"/>
              <a:gd name="connsiteY8" fmla="*/ 383096 h 2322914"/>
              <a:gd name="connsiteX0" fmla="*/ 1219200 w 5376164"/>
              <a:gd name="connsiteY0" fmla="*/ 383096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219200 w 5376164"/>
              <a:gd name="connsiteY8" fmla="*/ 383096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085088 w 5376164"/>
              <a:gd name="connsiteY0" fmla="*/ 419672 h 2322914"/>
              <a:gd name="connsiteX1" fmla="*/ 1602296 w 5376164"/>
              <a:gd name="connsiteY1" fmla="*/ 0 h 2322914"/>
              <a:gd name="connsiteX2" fmla="*/ 4993068 w 5376164"/>
              <a:gd name="connsiteY2" fmla="*/ 0 h 2322914"/>
              <a:gd name="connsiteX3" fmla="*/ 5376164 w 5376164"/>
              <a:gd name="connsiteY3" fmla="*/ 383096 h 2322914"/>
              <a:gd name="connsiteX4" fmla="*/ 5376164 w 5376164"/>
              <a:gd name="connsiteY4" fmla="*/ 1915434 h 2322914"/>
              <a:gd name="connsiteX5" fmla="*/ 4993068 w 5376164"/>
              <a:gd name="connsiteY5" fmla="*/ 2298530 h 2322914"/>
              <a:gd name="connsiteX6" fmla="*/ 273368 w 5376164"/>
              <a:gd name="connsiteY6" fmla="*/ 2322914 h 2322914"/>
              <a:gd name="connsiteX7" fmla="*/ 0 w 5376164"/>
              <a:gd name="connsiteY7" fmla="*/ 1964202 h 2322914"/>
              <a:gd name="connsiteX8" fmla="*/ 1085088 w 5376164"/>
              <a:gd name="connsiteY8" fmla="*/ 419672 h 2322914"/>
              <a:gd name="connsiteX0" fmla="*/ 1143713 w 5434789"/>
              <a:gd name="connsiteY0" fmla="*/ 419672 h 2322914"/>
              <a:gd name="connsiteX1" fmla="*/ 1660921 w 5434789"/>
              <a:gd name="connsiteY1" fmla="*/ 0 h 2322914"/>
              <a:gd name="connsiteX2" fmla="*/ 5051693 w 5434789"/>
              <a:gd name="connsiteY2" fmla="*/ 0 h 2322914"/>
              <a:gd name="connsiteX3" fmla="*/ 5434789 w 5434789"/>
              <a:gd name="connsiteY3" fmla="*/ 383096 h 2322914"/>
              <a:gd name="connsiteX4" fmla="*/ 5434789 w 5434789"/>
              <a:gd name="connsiteY4" fmla="*/ 1915434 h 2322914"/>
              <a:gd name="connsiteX5" fmla="*/ 5051693 w 5434789"/>
              <a:gd name="connsiteY5" fmla="*/ 2298530 h 2322914"/>
              <a:gd name="connsiteX6" fmla="*/ 331993 w 5434789"/>
              <a:gd name="connsiteY6" fmla="*/ 2322914 h 2322914"/>
              <a:gd name="connsiteX7" fmla="*/ 58625 w 5434789"/>
              <a:gd name="connsiteY7" fmla="*/ 1964202 h 2322914"/>
              <a:gd name="connsiteX8" fmla="*/ 1143713 w 5434789"/>
              <a:gd name="connsiteY8" fmla="*/ 419672 h 2322914"/>
              <a:gd name="connsiteX0" fmla="*/ 1163828 w 5454904"/>
              <a:gd name="connsiteY0" fmla="*/ 419672 h 2323175"/>
              <a:gd name="connsiteX1" fmla="*/ 1681036 w 5454904"/>
              <a:gd name="connsiteY1" fmla="*/ 0 h 2323175"/>
              <a:gd name="connsiteX2" fmla="*/ 5071808 w 5454904"/>
              <a:gd name="connsiteY2" fmla="*/ 0 h 2323175"/>
              <a:gd name="connsiteX3" fmla="*/ 5454904 w 5454904"/>
              <a:gd name="connsiteY3" fmla="*/ 383096 h 2323175"/>
              <a:gd name="connsiteX4" fmla="*/ 5454904 w 5454904"/>
              <a:gd name="connsiteY4" fmla="*/ 1915434 h 2323175"/>
              <a:gd name="connsiteX5" fmla="*/ 5071808 w 5454904"/>
              <a:gd name="connsiteY5" fmla="*/ 2298530 h 2323175"/>
              <a:gd name="connsiteX6" fmla="*/ 352108 w 5454904"/>
              <a:gd name="connsiteY6" fmla="*/ 2322914 h 2323175"/>
              <a:gd name="connsiteX7" fmla="*/ 78740 w 5454904"/>
              <a:gd name="connsiteY7" fmla="*/ 1964202 h 2323175"/>
              <a:gd name="connsiteX8" fmla="*/ 1163828 w 5454904"/>
              <a:gd name="connsiteY8" fmla="*/ 419672 h 2323175"/>
              <a:gd name="connsiteX0" fmla="*/ 1118296 w 5409372"/>
              <a:gd name="connsiteY0" fmla="*/ 419672 h 2323017"/>
              <a:gd name="connsiteX1" fmla="*/ 1635504 w 5409372"/>
              <a:gd name="connsiteY1" fmla="*/ 0 h 2323017"/>
              <a:gd name="connsiteX2" fmla="*/ 5026276 w 5409372"/>
              <a:gd name="connsiteY2" fmla="*/ 0 h 2323017"/>
              <a:gd name="connsiteX3" fmla="*/ 5409372 w 5409372"/>
              <a:gd name="connsiteY3" fmla="*/ 383096 h 2323017"/>
              <a:gd name="connsiteX4" fmla="*/ 5409372 w 5409372"/>
              <a:gd name="connsiteY4" fmla="*/ 1915434 h 2323017"/>
              <a:gd name="connsiteX5" fmla="*/ 5026276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502229"/>
              <a:gd name="connsiteY0" fmla="*/ 419672 h 2323017"/>
              <a:gd name="connsiteX1" fmla="*/ 1635504 w 5502229"/>
              <a:gd name="connsiteY1" fmla="*/ 0 h 2323017"/>
              <a:gd name="connsiteX2" fmla="*/ 5407781 w 5502229"/>
              <a:gd name="connsiteY2" fmla="*/ 6056 h 2323017"/>
              <a:gd name="connsiteX3" fmla="*/ 5409372 w 5502229"/>
              <a:gd name="connsiteY3" fmla="*/ 383096 h 2323017"/>
              <a:gd name="connsiteX4" fmla="*/ 5409372 w 5502229"/>
              <a:gd name="connsiteY4" fmla="*/ 1915434 h 2323017"/>
              <a:gd name="connsiteX5" fmla="*/ 5026276 w 5502229"/>
              <a:gd name="connsiteY5" fmla="*/ 2298530 h 2323017"/>
              <a:gd name="connsiteX6" fmla="*/ 306576 w 5502229"/>
              <a:gd name="connsiteY6" fmla="*/ 2322914 h 2323017"/>
              <a:gd name="connsiteX7" fmla="*/ 33208 w 5502229"/>
              <a:gd name="connsiteY7" fmla="*/ 1964202 h 2323017"/>
              <a:gd name="connsiteX8" fmla="*/ 1118296 w 5502229"/>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026276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497784"/>
              <a:gd name="connsiteY0" fmla="*/ 419672 h 2323017"/>
              <a:gd name="connsiteX1" fmla="*/ 1635504 w 5497784"/>
              <a:gd name="connsiteY1" fmla="*/ 0 h 2323017"/>
              <a:gd name="connsiteX2" fmla="*/ 5407781 w 5497784"/>
              <a:gd name="connsiteY2" fmla="*/ 6056 h 2323017"/>
              <a:gd name="connsiteX3" fmla="*/ 5409372 w 5497784"/>
              <a:gd name="connsiteY3" fmla="*/ 383096 h 2323017"/>
              <a:gd name="connsiteX4" fmla="*/ 5409372 w 5497784"/>
              <a:gd name="connsiteY4" fmla="*/ 1915434 h 2323017"/>
              <a:gd name="connsiteX5" fmla="*/ 5401725 w 5497784"/>
              <a:gd name="connsiteY5" fmla="*/ 2298530 h 2323017"/>
              <a:gd name="connsiteX6" fmla="*/ 306576 w 5497784"/>
              <a:gd name="connsiteY6" fmla="*/ 2322914 h 2323017"/>
              <a:gd name="connsiteX7" fmla="*/ 33208 w 5497784"/>
              <a:gd name="connsiteY7" fmla="*/ 1964202 h 2323017"/>
              <a:gd name="connsiteX8" fmla="*/ 1118296 w 5497784"/>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1725 w 5409372"/>
              <a:gd name="connsiteY5" fmla="*/ 2298530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1118296 w 5419892"/>
              <a:gd name="connsiteY0" fmla="*/ 419672 h 2323017"/>
              <a:gd name="connsiteX1" fmla="*/ 1635504 w 5419892"/>
              <a:gd name="connsiteY1" fmla="*/ 0 h 2323017"/>
              <a:gd name="connsiteX2" fmla="*/ 5407781 w 5419892"/>
              <a:gd name="connsiteY2" fmla="*/ 6056 h 2323017"/>
              <a:gd name="connsiteX3" fmla="*/ 5409372 w 5419892"/>
              <a:gd name="connsiteY3" fmla="*/ 383096 h 2323017"/>
              <a:gd name="connsiteX4" fmla="*/ 5409372 w 5419892"/>
              <a:gd name="connsiteY4" fmla="*/ 1915434 h 2323017"/>
              <a:gd name="connsiteX5" fmla="*/ 5419892 w 5419892"/>
              <a:gd name="connsiteY5" fmla="*/ 2298530 h 2323017"/>
              <a:gd name="connsiteX6" fmla="*/ 306576 w 5419892"/>
              <a:gd name="connsiteY6" fmla="*/ 2322914 h 2323017"/>
              <a:gd name="connsiteX7" fmla="*/ 33208 w 5419892"/>
              <a:gd name="connsiteY7" fmla="*/ 1964202 h 2323017"/>
              <a:gd name="connsiteX8" fmla="*/ 1118296 w 5419892"/>
              <a:gd name="connsiteY8" fmla="*/ 419672 h 2323017"/>
              <a:gd name="connsiteX0" fmla="*/ 1118296 w 5409372"/>
              <a:gd name="connsiteY0" fmla="*/ 419672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1118296 w 5409372"/>
              <a:gd name="connsiteY8" fmla="*/ 419672 h 2323017"/>
              <a:gd name="connsiteX0" fmla="*/ 761753 w 5409372"/>
              <a:gd name="connsiteY0" fmla="*/ 334328 h 2323017"/>
              <a:gd name="connsiteX1" fmla="*/ 1635504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761753 w 5409372"/>
              <a:gd name="connsiteY0" fmla="*/ 334328 h 2323017"/>
              <a:gd name="connsiteX1" fmla="*/ 1195515 w 5409372"/>
              <a:gd name="connsiteY1" fmla="*/ 0 h 2323017"/>
              <a:gd name="connsiteX2" fmla="*/ 5407781 w 5409372"/>
              <a:gd name="connsiteY2" fmla="*/ 6056 h 2323017"/>
              <a:gd name="connsiteX3" fmla="*/ 5409372 w 5409372"/>
              <a:gd name="connsiteY3" fmla="*/ 383096 h 2323017"/>
              <a:gd name="connsiteX4" fmla="*/ 5409372 w 5409372"/>
              <a:gd name="connsiteY4" fmla="*/ 1915434 h 2323017"/>
              <a:gd name="connsiteX5" fmla="*/ 5405203 w 5409372"/>
              <a:gd name="connsiteY5" fmla="*/ 2294857 h 2323017"/>
              <a:gd name="connsiteX6" fmla="*/ 306576 w 5409372"/>
              <a:gd name="connsiteY6" fmla="*/ 2322914 h 2323017"/>
              <a:gd name="connsiteX7" fmla="*/ 33208 w 5409372"/>
              <a:gd name="connsiteY7" fmla="*/ 1964202 h 2323017"/>
              <a:gd name="connsiteX8" fmla="*/ 761753 w 5409372"/>
              <a:gd name="connsiteY8" fmla="*/ 334328 h 2323017"/>
              <a:gd name="connsiteX0" fmla="*/ 802883 w 5450502"/>
              <a:gd name="connsiteY0" fmla="*/ 334328 h 2314855"/>
              <a:gd name="connsiteX1" fmla="*/ 1236645 w 5450502"/>
              <a:gd name="connsiteY1" fmla="*/ 0 h 2314855"/>
              <a:gd name="connsiteX2" fmla="*/ 5448911 w 5450502"/>
              <a:gd name="connsiteY2" fmla="*/ 6056 h 2314855"/>
              <a:gd name="connsiteX3" fmla="*/ 5450502 w 5450502"/>
              <a:gd name="connsiteY3" fmla="*/ 383096 h 2314855"/>
              <a:gd name="connsiteX4" fmla="*/ 5450502 w 5450502"/>
              <a:gd name="connsiteY4" fmla="*/ 1915434 h 2314855"/>
              <a:gd name="connsiteX5" fmla="*/ 5446333 w 5450502"/>
              <a:gd name="connsiteY5" fmla="*/ 2294857 h 2314855"/>
              <a:gd name="connsiteX6" fmla="*/ 225788 w 5450502"/>
              <a:gd name="connsiteY6" fmla="*/ 2314749 h 2314855"/>
              <a:gd name="connsiteX7" fmla="*/ 74338 w 5450502"/>
              <a:gd name="connsiteY7" fmla="*/ 1964202 h 2314855"/>
              <a:gd name="connsiteX8" fmla="*/ 802883 w 5450502"/>
              <a:gd name="connsiteY8" fmla="*/ 334328 h 2314855"/>
              <a:gd name="connsiteX0" fmla="*/ 754090 w 5401709"/>
              <a:gd name="connsiteY0" fmla="*/ 334328 h 2314749"/>
              <a:gd name="connsiteX1" fmla="*/ 1187852 w 5401709"/>
              <a:gd name="connsiteY1" fmla="*/ 0 h 2314749"/>
              <a:gd name="connsiteX2" fmla="*/ 5400118 w 5401709"/>
              <a:gd name="connsiteY2" fmla="*/ 6056 h 2314749"/>
              <a:gd name="connsiteX3" fmla="*/ 5401709 w 5401709"/>
              <a:gd name="connsiteY3" fmla="*/ 383096 h 2314749"/>
              <a:gd name="connsiteX4" fmla="*/ 5401709 w 5401709"/>
              <a:gd name="connsiteY4" fmla="*/ 1915434 h 2314749"/>
              <a:gd name="connsiteX5" fmla="*/ 5397540 w 5401709"/>
              <a:gd name="connsiteY5" fmla="*/ 2294857 h 2314749"/>
              <a:gd name="connsiteX6" fmla="*/ 176995 w 5401709"/>
              <a:gd name="connsiteY6" fmla="*/ 2314749 h 2314749"/>
              <a:gd name="connsiteX7" fmla="*/ 25545 w 5401709"/>
              <a:gd name="connsiteY7" fmla="*/ 1964202 h 2314749"/>
              <a:gd name="connsiteX8" fmla="*/ 754090 w 5401709"/>
              <a:gd name="connsiteY8" fmla="*/ 334328 h 2314749"/>
              <a:gd name="connsiteX0" fmla="*/ 765026 w 5412645"/>
              <a:gd name="connsiteY0" fmla="*/ 334328 h 2314749"/>
              <a:gd name="connsiteX1" fmla="*/ 1198788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765026 w 5412645"/>
              <a:gd name="connsiteY8" fmla="*/ 334328 h 2314749"/>
              <a:gd name="connsiteX0" fmla="*/ 531501 w 5412645"/>
              <a:gd name="connsiteY0" fmla="*/ 334328 h 2314749"/>
              <a:gd name="connsiteX1" fmla="*/ 1198788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41151 h 2321572"/>
              <a:gd name="connsiteX1" fmla="*/ 769952 w 5412645"/>
              <a:gd name="connsiteY1" fmla="*/ 0 h 2321572"/>
              <a:gd name="connsiteX2" fmla="*/ 5411054 w 5412645"/>
              <a:gd name="connsiteY2" fmla="*/ 12879 h 2321572"/>
              <a:gd name="connsiteX3" fmla="*/ 5412645 w 5412645"/>
              <a:gd name="connsiteY3" fmla="*/ 389919 h 2321572"/>
              <a:gd name="connsiteX4" fmla="*/ 5412645 w 5412645"/>
              <a:gd name="connsiteY4" fmla="*/ 1922257 h 2321572"/>
              <a:gd name="connsiteX5" fmla="*/ 5408476 w 5412645"/>
              <a:gd name="connsiteY5" fmla="*/ 2301680 h 2321572"/>
              <a:gd name="connsiteX6" fmla="*/ 187931 w 5412645"/>
              <a:gd name="connsiteY6" fmla="*/ 2321572 h 2321572"/>
              <a:gd name="connsiteX7" fmla="*/ 36481 w 5412645"/>
              <a:gd name="connsiteY7" fmla="*/ 1971025 h 2321572"/>
              <a:gd name="connsiteX8" fmla="*/ 531501 w 5412645"/>
              <a:gd name="connsiteY8" fmla="*/ 341151 h 2321572"/>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 name="connsiteX0" fmla="*/ 531501 w 5412645"/>
              <a:gd name="connsiteY0" fmla="*/ 334328 h 2314749"/>
              <a:gd name="connsiteX1" fmla="*/ 876100 w 5412645"/>
              <a:gd name="connsiteY1" fmla="*/ 0 h 2314749"/>
              <a:gd name="connsiteX2" fmla="*/ 5411054 w 5412645"/>
              <a:gd name="connsiteY2" fmla="*/ 6056 h 2314749"/>
              <a:gd name="connsiteX3" fmla="*/ 5412645 w 5412645"/>
              <a:gd name="connsiteY3" fmla="*/ 383096 h 2314749"/>
              <a:gd name="connsiteX4" fmla="*/ 5412645 w 5412645"/>
              <a:gd name="connsiteY4" fmla="*/ 1915434 h 2314749"/>
              <a:gd name="connsiteX5" fmla="*/ 5408476 w 5412645"/>
              <a:gd name="connsiteY5" fmla="*/ 2294857 h 2314749"/>
              <a:gd name="connsiteX6" fmla="*/ 187931 w 5412645"/>
              <a:gd name="connsiteY6" fmla="*/ 2314749 h 2314749"/>
              <a:gd name="connsiteX7" fmla="*/ 36481 w 5412645"/>
              <a:gd name="connsiteY7" fmla="*/ 1964202 h 2314749"/>
              <a:gd name="connsiteX8" fmla="*/ 531501 w 5412645"/>
              <a:gd name="connsiteY8" fmla="*/ 334328 h 231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2645" h="2314749">
                <a:moveTo>
                  <a:pt x="531501" y="334328"/>
                </a:moveTo>
                <a:cubicBezTo>
                  <a:pt x="607839" y="147486"/>
                  <a:pt x="664522" y="0"/>
                  <a:pt x="876100" y="0"/>
                </a:cubicBezTo>
                <a:lnTo>
                  <a:pt x="5411054" y="6056"/>
                </a:lnTo>
                <a:cubicBezTo>
                  <a:pt x="5410685" y="369394"/>
                  <a:pt x="5412645" y="171518"/>
                  <a:pt x="5412645" y="383096"/>
                </a:cubicBezTo>
                <a:lnTo>
                  <a:pt x="5412645" y="1915434"/>
                </a:lnTo>
                <a:cubicBezTo>
                  <a:pt x="5412645" y="2127012"/>
                  <a:pt x="5408107" y="1986020"/>
                  <a:pt x="5408476" y="2294857"/>
                </a:cubicBezTo>
                <a:lnTo>
                  <a:pt x="187931" y="2314749"/>
                </a:lnTo>
                <a:cubicBezTo>
                  <a:pt x="38118" y="2312641"/>
                  <a:pt x="-55531" y="2221900"/>
                  <a:pt x="36481" y="1964202"/>
                </a:cubicBezTo>
                <a:cubicBezTo>
                  <a:pt x="257590" y="1236950"/>
                  <a:pt x="256315" y="1234842"/>
                  <a:pt x="531501" y="334328"/>
                </a:cubicBezTo>
                <a:close/>
              </a:path>
            </a:pathLst>
          </a:custGeom>
          <a:solidFill>
            <a:schemeClr val="tx1"/>
          </a:solidFill>
        </p:spPr>
        <p:txBody>
          <a:bodyPr/>
          <a:lstStyle/>
          <a:p>
            <a:r>
              <a:rPr lang="es-ES"/>
              <a:t>Haga clic en el icono para agregar un gráfico</a:t>
            </a:r>
          </a:p>
        </p:txBody>
      </p:sp>
      <p:sp>
        <p:nvSpPr>
          <p:cNvPr id="14" name="Título 2">
            <a:extLst>
              <a:ext uri="{FF2B5EF4-FFF2-40B4-BE49-F238E27FC236}">
                <a16:creationId xmlns:a16="http://schemas.microsoft.com/office/drawing/2014/main" id="{4CE266D2-6A83-C9F5-A62A-A7B04E996AD9}"/>
              </a:ext>
            </a:extLst>
          </p:cNvPr>
          <p:cNvSpPr>
            <a:spLocks noGrp="1"/>
          </p:cNvSpPr>
          <p:nvPr>
            <p:ph type="title"/>
          </p:nvPr>
        </p:nvSpPr>
        <p:spPr>
          <a:xfrm>
            <a:off x="5162550" y="2887391"/>
            <a:ext cx="6286500" cy="685800"/>
          </a:xfrm>
        </p:spPr>
        <p:txBody>
          <a:bodyPr/>
          <a:lstStyle>
            <a:lvl1pPr>
              <a:defRPr>
                <a:solidFill>
                  <a:sysClr val="windowText" lastClr="000000"/>
                </a:solidFill>
              </a:defRPr>
            </a:lvl1pPr>
          </a:lstStyle>
          <a:p>
            <a:r>
              <a:rPr lang="es-ES" sz="4400">
                <a:solidFill>
                  <a:schemeClr val="bg1"/>
                </a:solidFill>
              </a:rPr>
              <a:t>Haga clic para modificar el estilo de título del patrón</a:t>
            </a:r>
          </a:p>
        </p:txBody>
      </p:sp>
      <p:sp>
        <p:nvSpPr>
          <p:cNvPr id="15" name="Marcador de texto 18">
            <a:extLst>
              <a:ext uri="{FF2B5EF4-FFF2-40B4-BE49-F238E27FC236}">
                <a16:creationId xmlns:a16="http://schemas.microsoft.com/office/drawing/2014/main" id="{7A54B56B-A44A-F6F7-A3FF-FC4C34C4BDB5}"/>
              </a:ext>
            </a:extLst>
          </p:cNvPr>
          <p:cNvSpPr>
            <a:spLocks noGrp="1"/>
          </p:cNvSpPr>
          <p:nvPr>
            <p:ph type="body" sz="quarter" idx="4294967295"/>
          </p:nvPr>
        </p:nvSpPr>
        <p:spPr>
          <a:xfrm>
            <a:off x="5163106" y="3539131"/>
            <a:ext cx="6285712" cy="370511"/>
          </a:xfrm>
        </p:spPr>
        <p:txBody>
          <a:bodyPr/>
          <a:lstStyle>
            <a:lvl1pPr>
              <a:defRPr sz="2800">
                <a:solidFill>
                  <a:schemeClr val="accent3"/>
                </a:solidFill>
              </a:defRPr>
            </a:lvl1pPr>
          </a:lstStyle>
          <a:p>
            <a:pPr marL="0" lvl="0" indent="0">
              <a:buNone/>
            </a:pPr>
            <a:r>
              <a:rPr lang="es-ES" sz="2800">
                <a:solidFill>
                  <a:schemeClr val="accent2">
                    <a:lumMod val="50000"/>
                    <a:lumOff val="50000"/>
                  </a:schemeClr>
                </a:solidFill>
              </a:rPr>
              <a:t>Haga clic para modificar los estilos de texto del patrón</a:t>
            </a:r>
          </a:p>
          <a:p>
            <a:pPr marL="0" lvl="1" indent="0">
              <a:buNone/>
            </a:pPr>
            <a:r>
              <a:rPr lang="es-ES" sz="2800">
                <a:solidFill>
                  <a:schemeClr val="accent2">
                    <a:lumMod val="50000"/>
                    <a:lumOff val="50000"/>
                  </a:schemeClr>
                </a:solidFill>
              </a:rPr>
              <a:t>Segundo nivel</a:t>
            </a:r>
          </a:p>
        </p:txBody>
      </p:sp>
      <p:pic>
        <p:nvPicPr>
          <p:cNvPr id="2" name="Marcador de contenido 11">
            <a:extLst>
              <a:ext uri="{FF2B5EF4-FFF2-40B4-BE49-F238E27FC236}">
                <a16:creationId xmlns:a16="http://schemas.microsoft.com/office/drawing/2014/main" id="{FE0ABA28-396D-B5E9-BE0A-6C923709335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58467" y="295725"/>
            <a:ext cx="1129593" cy="447813"/>
          </a:xfrm>
          <a:prstGeom prst="rect">
            <a:avLst/>
          </a:prstGeom>
        </p:spPr>
      </p:pic>
      <p:pic>
        <p:nvPicPr>
          <p:cNvPr id="16" name="Gráfico 15">
            <a:extLst>
              <a:ext uri="{FF2B5EF4-FFF2-40B4-BE49-F238E27FC236}">
                <a16:creationId xmlns:a16="http://schemas.microsoft.com/office/drawing/2014/main" id="{90DF11C3-2250-4953-8512-EFD0D8EF4CB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808099" y="5849171"/>
            <a:ext cx="3103982" cy="757949"/>
          </a:xfrm>
          <a:prstGeom prst="rect">
            <a:avLst/>
          </a:prstGeom>
        </p:spPr>
      </p:pic>
    </p:spTree>
    <p:extLst>
      <p:ext uri="{BB962C8B-B14F-4D97-AF65-F5344CB8AC3E}">
        <p14:creationId xmlns:p14="http://schemas.microsoft.com/office/powerpoint/2010/main" val="198915576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4C70F107-1FE0-3DCA-5764-7CA6292D28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62075"/>
          <a:stretch/>
        </p:blipFill>
        <p:spPr>
          <a:xfrm>
            <a:off x="891712" y="5283492"/>
            <a:ext cx="2624252" cy="1574508"/>
          </a:xfrm>
          <a:prstGeom prst="rect">
            <a:avLst/>
          </a:prstGeom>
        </p:spPr>
      </p:pic>
      <p:sp>
        <p:nvSpPr>
          <p:cNvPr id="3" name="Marcador de pie de página 2">
            <a:extLst>
              <a:ext uri="{FF2B5EF4-FFF2-40B4-BE49-F238E27FC236}">
                <a16:creationId xmlns:a16="http://schemas.microsoft.com/office/drawing/2014/main" id="{0F7A18AD-32C5-F0A2-1D2D-FC1BE56A655A}"/>
              </a:ext>
            </a:extLst>
          </p:cNvPr>
          <p:cNvSpPr>
            <a:spLocks noGrp="1"/>
          </p:cNvSpPr>
          <p:nvPr>
            <p:ph type="ftr" sz="quarter" idx="10"/>
          </p:nvPr>
        </p:nvSpPr>
        <p:spPr/>
        <p:txBody>
          <a:bodyPr/>
          <a:lstStyle/>
          <a:p>
            <a:r>
              <a:rPr lang="en-US"/>
              <a:t>Pie de página</a:t>
            </a:r>
          </a:p>
        </p:txBody>
      </p:sp>
      <p:sp>
        <p:nvSpPr>
          <p:cNvPr id="4" name="Marcador de número de diapositiva 3">
            <a:extLst>
              <a:ext uri="{FF2B5EF4-FFF2-40B4-BE49-F238E27FC236}">
                <a16:creationId xmlns:a16="http://schemas.microsoft.com/office/drawing/2014/main" id="{28F6C991-0044-5BF1-514A-F8FEAB5DF445}"/>
              </a:ext>
            </a:extLst>
          </p:cNvPr>
          <p:cNvSpPr>
            <a:spLocks noGrp="1"/>
          </p:cNvSpPr>
          <p:nvPr>
            <p:ph type="sldNum" sz="quarter" idx="11"/>
          </p:nvPr>
        </p:nvSpPr>
        <p:spPr/>
        <p:txBody>
          <a:bodyPr/>
          <a:lstStyle/>
          <a:p>
            <a:fld id="{D637F8FC-4B86-4690-8888-22AB2F781BEF}" type="slidenum">
              <a:rPr lang="en-US" smtClean="0"/>
              <a:pPr/>
              <a:t>‹#›</a:t>
            </a:fld>
            <a:endParaRPr lang="en-US"/>
          </a:p>
        </p:txBody>
      </p:sp>
      <p:sp>
        <p:nvSpPr>
          <p:cNvPr id="5" name="Marcador de contenido 2">
            <a:extLst>
              <a:ext uri="{FF2B5EF4-FFF2-40B4-BE49-F238E27FC236}">
                <a16:creationId xmlns:a16="http://schemas.microsoft.com/office/drawing/2014/main" id="{6000D711-5053-1F7A-E343-2D14CB5EB994}"/>
              </a:ext>
            </a:extLst>
          </p:cNvPr>
          <p:cNvSpPr>
            <a:spLocks noGrp="1"/>
          </p:cNvSpPr>
          <p:nvPr>
            <p:ph idx="13" hasCustomPrompt="1"/>
          </p:nvPr>
        </p:nvSpPr>
        <p:spPr>
          <a:xfrm>
            <a:off x="891713" y="1638168"/>
            <a:ext cx="10544383" cy="4428622"/>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6" name="Title 1">
            <a:extLst>
              <a:ext uri="{FF2B5EF4-FFF2-40B4-BE49-F238E27FC236}">
                <a16:creationId xmlns:a16="http://schemas.microsoft.com/office/drawing/2014/main" id="{AFE1A0CB-2E6A-3E4E-1A58-10120629C5A9}"/>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sp>
        <p:nvSpPr>
          <p:cNvPr id="8" name="CuadroTexto 7">
            <a:extLst>
              <a:ext uri="{FF2B5EF4-FFF2-40B4-BE49-F238E27FC236}">
                <a16:creationId xmlns:a16="http://schemas.microsoft.com/office/drawing/2014/main" id="{A6D3F9E7-FA40-A5BC-5DC8-AFCB40185DD1}"/>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9" name="Marcador de contenido 11">
            <a:extLst>
              <a:ext uri="{FF2B5EF4-FFF2-40B4-BE49-F238E27FC236}">
                <a16:creationId xmlns:a16="http://schemas.microsoft.com/office/drawing/2014/main" id="{0AE996ED-931D-E0DE-29E6-9216F78D34B8}"/>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1186" y="6237723"/>
            <a:ext cx="1129593" cy="447813"/>
          </a:xfrm>
          <a:prstGeom prst="rect">
            <a:avLst/>
          </a:prstGeom>
        </p:spPr>
      </p:pic>
      <p:sp>
        <p:nvSpPr>
          <p:cNvPr id="7" name="Marcador de fecha 3">
            <a:extLst>
              <a:ext uri="{FF2B5EF4-FFF2-40B4-BE49-F238E27FC236}">
                <a16:creationId xmlns:a16="http://schemas.microsoft.com/office/drawing/2014/main" id="{37907912-BB52-F1D7-F0C1-2760103B8D3D}"/>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530FB0B0-EFBB-431D-8BC5-44F0D79ABE50}" type="datetime1">
              <a:rPr lang="es-ES" smtClean="0"/>
              <a:t>06/05/2026</a:t>
            </a:fld>
            <a:endParaRPr lang="es-ES"/>
          </a:p>
        </p:txBody>
      </p:sp>
      <p:pic>
        <p:nvPicPr>
          <p:cNvPr id="13" name="Gráfico 12">
            <a:extLst>
              <a:ext uri="{FF2B5EF4-FFF2-40B4-BE49-F238E27FC236}">
                <a16:creationId xmlns:a16="http://schemas.microsoft.com/office/drawing/2014/main" id="{B98153A1-12E3-0479-A36A-3D1DFCC35EF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906082" y="6322362"/>
            <a:ext cx="6409575" cy="363174"/>
          </a:xfrm>
          <a:prstGeom prst="rect">
            <a:avLst/>
          </a:prstGeom>
        </p:spPr>
      </p:pic>
    </p:spTree>
    <p:extLst>
      <p:ext uri="{BB962C8B-B14F-4D97-AF65-F5344CB8AC3E}">
        <p14:creationId xmlns:p14="http://schemas.microsoft.com/office/powerpoint/2010/main" val="2374044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Diseño personalizado">
    <p:bg>
      <p:bgRef idx="1001">
        <a:schemeClr val="bg1"/>
      </p:bgRef>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4C70F107-1FE0-3DCA-5764-7CA6292D28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62075"/>
          <a:stretch/>
        </p:blipFill>
        <p:spPr>
          <a:xfrm>
            <a:off x="891712" y="5283492"/>
            <a:ext cx="2624252" cy="1574508"/>
          </a:xfrm>
          <a:prstGeom prst="rect">
            <a:avLst/>
          </a:prstGeom>
        </p:spPr>
      </p:pic>
      <p:sp>
        <p:nvSpPr>
          <p:cNvPr id="3" name="Marcador de pie de página 2">
            <a:extLst>
              <a:ext uri="{FF2B5EF4-FFF2-40B4-BE49-F238E27FC236}">
                <a16:creationId xmlns:a16="http://schemas.microsoft.com/office/drawing/2014/main" id="{0F7A18AD-32C5-F0A2-1D2D-FC1BE56A655A}"/>
              </a:ext>
            </a:extLst>
          </p:cNvPr>
          <p:cNvSpPr>
            <a:spLocks noGrp="1"/>
          </p:cNvSpPr>
          <p:nvPr>
            <p:ph type="ftr" sz="quarter" idx="10"/>
          </p:nvPr>
        </p:nvSpPr>
        <p:spPr/>
        <p:txBody>
          <a:bodyPr/>
          <a:lstStyle/>
          <a:p>
            <a:r>
              <a:rPr lang="en-US"/>
              <a:t>Pie de página</a:t>
            </a:r>
          </a:p>
        </p:txBody>
      </p:sp>
      <p:sp>
        <p:nvSpPr>
          <p:cNvPr id="4" name="Marcador de número de diapositiva 3">
            <a:extLst>
              <a:ext uri="{FF2B5EF4-FFF2-40B4-BE49-F238E27FC236}">
                <a16:creationId xmlns:a16="http://schemas.microsoft.com/office/drawing/2014/main" id="{28F6C991-0044-5BF1-514A-F8FEAB5DF445}"/>
              </a:ext>
            </a:extLst>
          </p:cNvPr>
          <p:cNvSpPr>
            <a:spLocks noGrp="1"/>
          </p:cNvSpPr>
          <p:nvPr>
            <p:ph type="sldNum" sz="quarter" idx="11"/>
          </p:nvPr>
        </p:nvSpPr>
        <p:spPr/>
        <p:txBody>
          <a:bodyPr/>
          <a:lstStyle/>
          <a:p>
            <a:fld id="{D637F8FC-4B86-4690-8888-22AB2F781BEF}" type="slidenum">
              <a:rPr lang="en-US" smtClean="0"/>
              <a:pPr/>
              <a:t>‹#›</a:t>
            </a:fld>
            <a:endParaRPr lang="en-US"/>
          </a:p>
        </p:txBody>
      </p:sp>
      <p:sp>
        <p:nvSpPr>
          <p:cNvPr id="5" name="Marcador de contenido 2">
            <a:extLst>
              <a:ext uri="{FF2B5EF4-FFF2-40B4-BE49-F238E27FC236}">
                <a16:creationId xmlns:a16="http://schemas.microsoft.com/office/drawing/2014/main" id="{6000D711-5053-1F7A-E343-2D14CB5EB994}"/>
              </a:ext>
            </a:extLst>
          </p:cNvPr>
          <p:cNvSpPr>
            <a:spLocks noGrp="1"/>
          </p:cNvSpPr>
          <p:nvPr>
            <p:ph idx="13" hasCustomPrompt="1"/>
          </p:nvPr>
        </p:nvSpPr>
        <p:spPr>
          <a:xfrm>
            <a:off x="891713" y="1638168"/>
            <a:ext cx="10544383" cy="4428622"/>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6" name="Title 1">
            <a:extLst>
              <a:ext uri="{FF2B5EF4-FFF2-40B4-BE49-F238E27FC236}">
                <a16:creationId xmlns:a16="http://schemas.microsoft.com/office/drawing/2014/main" id="{AFE1A0CB-2E6A-3E4E-1A58-10120629C5A9}"/>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pic>
        <p:nvPicPr>
          <p:cNvPr id="9" name="Marcador de contenido 11">
            <a:extLst>
              <a:ext uri="{FF2B5EF4-FFF2-40B4-BE49-F238E27FC236}">
                <a16:creationId xmlns:a16="http://schemas.microsoft.com/office/drawing/2014/main" id="{0AE996ED-931D-E0DE-29E6-9216F78D34B8}"/>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1186" y="6237723"/>
            <a:ext cx="1129593" cy="447813"/>
          </a:xfrm>
          <a:prstGeom prst="rect">
            <a:avLst/>
          </a:prstGeom>
        </p:spPr>
      </p:pic>
      <p:sp>
        <p:nvSpPr>
          <p:cNvPr id="10" name="Marcador de fecha 3">
            <a:extLst>
              <a:ext uri="{FF2B5EF4-FFF2-40B4-BE49-F238E27FC236}">
                <a16:creationId xmlns:a16="http://schemas.microsoft.com/office/drawing/2014/main" id="{4DD858C9-6947-DAC7-C5F4-F2173F318642}"/>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CC314E81-764F-43F8-8621-C2F58BDC4FA5}" type="datetime1">
              <a:rPr lang="es-ES" smtClean="0"/>
              <a:t>06/05/2026</a:t>
            </a:fld>
            <a:endParaRPr lang="es-ES"/>
          </a:p>
        </p:txBody>
      </p:sp>
      <p:sp>
        <p:nvSpPr>
          <p:cNvPr id="11" name="CuadroTexto 10">
            <a:extLst>
              <a:ext uri="{FF2B5EF4-FFF2-40B4-BE49-F238E27FC236}">
                <a16:creationId xmlns:a16="http://schemas.microsoft.com/office/drawing/2014/main" id="{40BECC6F-62E3-B005-4CAF-6DF5F1B86E8C}"/>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12" name="Gráfico 11">
            <a:extLst>
              <a:ext uri="{FF2B5EF4-FFF2-40B4-BE49-F238E27FC236}">
                <a16:creationId xmlns:a16="http://schemas.microsoft.com/office/drawing/2014/main" id="{0E72B838-479A-86C3-2C40-AE339FF388A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915413" y="6339185"/>
            <a:ext cx="6399069" cy="363174"/>
          </a:xfrm>
          <a:prstGeom prst="rect">
            <a:avLst/>
          </a:prstGeom>
        </p:spPr>
      </p:pic>
    </p:spTree>
    <p:extLst>
      <p:ext uri="{BB962C8B-B14F-4D97-AF65-F5344CB8AC3E}">
        <p14:creationId xmlns:p14="http://schemas.microsoft.com/office/powerpoint/2010/main" val="11596896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Desarrollo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AEC9C6-5D7D-4249-8820-D4C99D0AE825}"/>
              </a:ext>
            </a:extLst>
          </p:cNvPr>
          <p:cNvSpPr>
            <a:spLocks noGrp="1"/>
          </p:cNvSpPr>
          <p:nvPr>
            <p:ph idx="1" hasCustomPrompt="1"/>
          </p:nvPr>
        </p:nvSpPr>
        <p:spPr>
          <a:xfrm>
            <a:off x="891713" y="3428999"/>
            <a:ext cx="11300287" cy="3429000"/>
          </a:xfrm>
          <a:solidFill>
            <a:schemeClr val="bg1">
              <a:lumMod val="95000"/>
            </a:schemeClr>
          </a:solidFill>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A345637-B780-4999-A87D-0039BC5A945D}"/>
              </a:ext>
            </a:extLst>
          </p:cNvPr>
          <p:cNvSpPr>
            <a:spLocks noGrp="1"/>
          </p:cNvSpPr>
          <p:nvPr>
            <p:ph type="ftr" sz="quarter" idx="11"/>
          </p:nvPr>
        </p:nvSpPr>
        <p:spPr/>
        <p:txBody>
          <a:bodyPr>
            <a:noAutofit/>
          </a:bodyPr>
          <a:lstStyle/>
          <a:p>
            <a:r>
              <a:rPr lang="en-US"/>
              <a:t>Pie de página</a:t>
            </a:r>
          </a:p>
        </p:txBody>
      </p:sp>
      <p:sp>
        <p:nvSpPr>
          <p:cNvPr id="6" name="Slide Number Placeholder 5">
            <a:extLst>
              <a:ext uri="{FF2B5EF4-FFF2-40B4-BE49-F238E27FC236}">
                <a16:creationId xmlns:a16="http://schemas.microsoft.com/office/drawing/2014/main" id="{5CD9777F-E471-4CC5-B27B-137CB061E28E}"/>
              </a:ext>
            </a:extLst>
          </p:cNvPr>
          <p:cNvSpPr>
            <a:spLocks noGrp="1"/>
          </p:cNvSpPr>
          <p:nvPr>
            <p:ph type="sldNum" sz="quarter" idx="12"/>
          </p:nvPr>
        </p:nvSpPr>
        <p:spPr/>
        <p:txBody>
          <a:bodyPr>
            <a:noAutofit/>
          </a:bodyPr>
          <a:lstStyle/>
          <a:p>
            <a:fld id="{D637F8FC-4B86-4690-8888-22AB2F781BEF}" type="slidenum">
              <a:rPr lang="en-US" smtClean="0"/>
              <a:t>‹#›</a:t>
            </a:fld>
            <a:endParaRPr lang="en-US"/>
          </a:p>
        </p:txBody>
      </p:sp>
      <p:sp>
        <p:nvSpPr>
          <p:cNvPr id="14" name="Marcador de contenido 2">
            <a:extLst>
              <a:ext uri="{FF2B5EF4-FFF2-40B4-BE49-F238E27FC236}">
                <a16:creationId xmlns:a16="http://schemas.microsoft.com/office/drawing/2014/main" id="{E7E4EE2C-DBCB-985A-EE2A-F49ACFFDDB43}"/>
              </a:ext>
            </a:extLst>
          </p:cNvPr>
          <p:cNvSpPr>
            <a:spLocks noGrp="1"/>
          </p:cNvSpPr>
          <p:nvPr>
            <p:ph idx="13" hasCustomPrompt="1"/>
          </p:nvPr>
        </p:nvSpPr>
        <p:spPr>
          <a:xfrm>
            <a:off x="891713" y="1638168"/>
            <a:ext cx="10544383" cy="1434215"/>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4" name="Title 1">
            <a:extLst>
              <a:ext uri="{FF2B5EF4-FFF2-40B4-BE49-F238E27FC236}">
                <a16:creationId xmlns:a16="http://schemas.microsoft.com/office/drawing/2014/main" id="{D0A606ED-21B0-0518-7015-7CE374AA83A7}"/>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sp>
        <p:nvSpPr>
          <p:cNvPr id="9" name="Marcador de fecha 3">
            <a:extLst>
              <a:ext uri="{FF2B5EF4-FFF2-40B4-BE49-F238E27FC236}">
                <a16:creationId xmlns:a16="http://schemas.microsoft.com/office/drawing/2014/main" id="{DBFBE2D4-4A3F-22E4-511A-7C594375E85B}"/>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7CA910CE-ACC0-4170-9307-31552CBB7D0D}" type="datetime1">
              <a:rPr lang="es-ES" smtClean="0"/>
              <a:t>06/05/2026</a:t>
            </a:fld>
            <a:endParaRPr lang="es-ES"/>
          </a:p>
        </p:txBody>
      </p:sp>
      <p:sp>
        <p:nvSpPr>
          <p:cNvPr id="10" name="CuadroTexto 9">
            <a:extLst>
              <a:ext uri="{FF2B5EF4-FFF2-40B4-BE49-F238E27FC236}">
                <a16:creationId xmlns:a16="http://schemas.microsoft.com/office/drawing/2014/main" id="{DE308AE1-A10D-4232-BE62-AF09A88419CF}"/>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spTree>
    <p:extLst>
      <p:ext uri="{BB962C8B-B14F-4D97-AF65-F5344CB8AC3E}">
        <p14:creationId xmlns:p14="http://schemas.microsoft.com/office/powerpoint/2010/main" val="2227876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 Desarrollo 1">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AEC9C6-5D7D-4249-8820-D4C99D0AE825}"/>
              </a:ext>
            </a:extLst>
          </p:cNvPr>
          <p:cNvSpPr>
            <a:spLocks noGrp="1"/>
          </p:cNvSpPr>
          <p:nvPr>
            <p:ph idx="1" hasCustomPrompt="1"/>
          </p:nvPr>
        </p:nvSpPr>
        <p:spPr>
          <a:xfrm>
            <a:off x="891713" y="3428999"/>
            <a:ext cx="11300287" cy="3429000"/>
          </a:xfrm>
          <a:solidFill>
            <a:schemeClr val="accent2">
              <a:lumMod val="85000"/>
              <a:lumOff val="15000"/>
            </a:schemeClr>
          </a:solidFill>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A345637-B780-4999-A87D-0039BC5A945D}"/>
              </a:ext>
            </a:extLst>
          </p:cNvPr>
          <p:cNvSpPr>
            <a:spLocks noGrp="1"/>
          </p:cNvSpPr>
          <p:nvPr>
            <p:ph type="ftr" sz="quarter" idx="11"/>
          </p:nvPr>
        </p:nvSpPr>
        <p:spPr/>
        <p:txBody>
          <a:bodyPr>
            <a:noAutofit/>
          </a:bodyPr>
          <a:lstStyle/>
          <a:p>
            <a:r>
              <a:rPr lang="en-US"/>
              <a:t>Pie de página</a:t>
            </a:r>
          </a:p>
        </p:txBody>
      </p:sp>
      <p:sp>
        <p:nvSpPr>
          <p:cNvPr id="6" name="Slide Number Placeholder 5">
            <a:extLst>
              <a:ext uri="{FF2B5EF4-FFF2-40B4-BE49-F238E27FC236}">
                <a16:creationId xmlns:a16="http://schemas.microsoft.com/office/drawing/2014/main" id="{5CD9777F-E471-4CC5-B27B-137CB061E28E}"/>
              </a:ext>
            </a:extLst>
          </p:cNvPr>
          <p:cNvSpPr>
            <a:spLocks noGrp="1"/>
          </p:cNvSpPr>
          <p:nvPr>
            <p:ph type="sldNum" sz="quarter" idx="12"/>
          </p:nvPr>
        </p:nvSpPr>
        <p:spPr/>
        <p:txBody>
          <a:bodyPr>
            <a:noAutofit/>
          </a:bodyPr>
          <a:lstStyle/>
          <a:p>
            <a:fld id="{D637F8FC-4B86-4690-8888-22AB2F781BEF}" type="slidenum">
              <a:rPr lang="en-US" smtClean="0"/>
              <a:t>‹#›</a:t>
            </a:fld>
            <a:endParaRPr lang="en-US"/>
          </a:p>
        </p:txBody>
      </p:sp>
      <p:sp>
        <p:nvSpPr>
          <p:cNvPr id="14" name="Marcador de contenido 2">
            <a:extLst>
              <a:ext uri="{FF2B5EF4-FFF2-40B4-BE49-F238E27FC236}">
                <a16:creationId xmlns:a16="http://schemas.microsoft.com/office/drawing/2014/main" id="{E7E4EE2C-DBCB-985A-EE2A-F49ACFFDDB43}"/>
              </a:ext>
            </a:extLst>
          </p:cNvPr>
          <p:cNvSpPr>
            <a:spLocks noGrp="1"/>
          </p:cNvSpPr>
          <p:nvPr>
            <p:ph idx="13" hasCustomPrompt="1"/>
          </p:nvPr>
        </p:nvSpPr>
        <p:spPr>
          <a:xfrm>
            <a:off x="891713" y="1638168"/>
            <a:ext cx="10544383" cy="1434215"/>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4" name="Title 1">
            <a:extLst>
              <a:ext uri="{FF2B5EF4-FFF2-40B4-BE49-F238E27FC236}">
                <a16:creationId xmlns:a16="http://schemas.microsoft.com/office/drawing/2014/main" id="{D0A606ED-21B0-0518-7015-7CE374AA83A7}"/>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sp>
        <p:nvSpPr>
          <p:cNvPr id="8" name="Marcador de fecha 3">
            <a:extLst>
              <a:ext uri="{FF2B5EF4-FFF2-40B4-BE49-F238E27FC236}">
                <a16:creationId xmlns:a16="http://schemas.microsoft.com/office/drawing/2014/main" id="{C0D0F947-5953-5CEB-C28A-9B63915F4E36}"/>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67412E6A-893A-467E-BBE9-F966C395D2F9}" type="datetime1">
              <a:rPr lang="es-ES" smtClean="0"/>
              <a:t>06/05/2026</a:t>
            </a:fld>
            <a:endParaRPr lang="es-ES"/>
          </a:p>
        </p:txBody>
      </p:sp>
      <p:sp>
        <p:nvSpPr>
          <p:cNvPr id="9" name="CuadroTexto 8">
            <a:extLst>
              <a:ext uri="{FF2B5EF4-FFF2-40B4-BE49-F238E27FC236}">
                <a16:creationId xmlns:a16="http://schemas.microsoft.com/office/drawing/2014/main" id="{9875892C-A8DE-4C46-9F9B-554757C0ECC2}"/>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spTree>
    <p:extLst>
      <p:ext uri="{BB962C8B-B14F-4D97-AF65-F5344CB8AC3E}">
        <p14:creationId xmlns:p14="http://schemas.microsoft.com/office/powerpoint/2010/main" val="132915130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sarrollo 4">
    <p:spTree>
      <p:nvGrpSpPr>
        <p:cNvPr id="1" name=""/>
        <p:cNvGrpSpPr/>
        <p:nvPr/>
      </p:nvGrpSpPr>
      <p:grpSpPr>
        <a:xfrm>
          <a:off x="0" y="0"/>
          <a:ext cx="0" cy="0"/>
          <a:chOff x="0" y="0"/>
          <a:chExt cx="0" cy="0"/>
        </a:xfrm>
      </p:grpSpPr>
      <p:pic>
        <p:nvPicPr>
          <p:cNvPr id="18" name="Gráfico 17">
            <a:extLst>
              <a:ext uri="{FF2B5EF4-FFF2-40B4-BE49-F238E27FC236}">
                <a16:creationId xmlns:a16="http://schemas.microsoft.com/office/drawing/2014/main" id="{C3711E85-C3A1-4212-B03C-848404FB7B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57513"/>
          <a:stretch/>
        </p:blipFill>
        <p:spPr>
          <a:xfrm>
            <a:off x="5334997" y="4808626"/>
            <a:ext cx="4529391" cy="2049374"/>
          </a:xfrm>
          <a:prstGeom prst="rect">
            <a:avLst/>
          </a:prstGeom>
        </p:spPr>
      </p:pic>
      <p:sp>
        <p:nvSpPr>
          <p:cNvPr id="2" name="Title 1">
            <a:extLst>
              <a:ext uri="{FF2B5EF4-FFF2-40B4-BE49-F238E27FC236}">
                <a16:creationId xmlns:a16="http://schemas.microsoft.com/office/drawing/2014/main" id="{7948530B-D0F2-4FC4-A10F-1E54EF82C877}"/>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sp>
        <p:nvSpPr>
          <p:cNvPr id="3" name="Text Placeholder 2">
            <a:extLst>
              <a:ext uri="{FF2B5EF4-FFF2-40B4-BE49-F238E27FC236}">
                <a16:creationId xmlns:a16="http://schemas.microsoft.com/office/drawing/2014/main" id="{1868865C-9D06-4FA3-BA3D-7187BB41B576}"/>
              </a:ext>
            </a:extLst>
          </p:cNvPr>
          <p:cNvSpPr>
            <a:spLocks noGrp="1"/>
          </p:cNvSpPr>
          <p:nvPr>
            <p:ph type="body" idx="1" hasCustomPrompt="1"/>
          </p:nvPr>
        </p:nvSpPr>
        <p:spPr>
          <a:xfrm>
            <a:off x="891714" y="1620972"/>
            <a:ext cx="5048336" cy="458085"/>
          </a:xfrm>
        </p:spPr>
        <p:txBody>
          <a:bodyPr anchor="b">
            <a:noAutofit/>
          </a:bodyPr>
          <a:lstStyle>
            <a:lvl1pPr marL="0" indent="0">
              <a:buNone/>
              <a:defRPr sz="1800" b="1" cap="all" spc="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656570-8F97-4B7E-A805-96925AC4781F}"/>
              </a:ext>
            </a:extLst>
          </p:cNvPr>
          <p:cNvSpPr>
            <a:spLocks noGrp="1"/>
          </p:cNvSpPr>
          <p:nvPr>
            <p:ph sz="half" idx="2" hasCustomPrompt="1"/>
          </p:nvPr>
        </p:nvSpPr>
        <p:spPr>
          <a:xfrm>
            <a:off x="891714" y="2269267"/>
            <a:ext cx="5048336" cy="3797523"/>
          </a:xfrm>
          <a:solidFill>
            <a:schemeClr val="bg1">
              <a:lumMod val="95000"/>
            </a:schemeClr>
          </a:solidFill>
        </p:spPr>
        <p:txBody>
          <a:bodyPr>
            <a:no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57EF54-F63F-4730-99EE-0E472578F512}"/>
              </a:ext>
            </a:extLst>
          </p:cNvPr>
          <p:cNvSpPr>
            <a:spLocks noGrp="1"/>
          </p:cNvSpPr>
          <p:nvPr>
            <p:ph type="body" sz="quarter" idx="3" hasCustomPrompt="1"/>
          </p:nvPr>
        </p:nvSpPr>
        <p:spPr>
          <a:xfrm>
            <a:off x="6362419" y="1620972"/>
            <a:ext cx="5048336" cy="458085"/>
          </a:xfrm>
        </p:spPr>
        <p:txBody>
          <a:bodyPr anchor="b">
            <a:noAutofit/>
          </a:bodyPr>
          <a:lstStyle>
            <a:lvl1pPr marL="0" indent="0">
              <a:buNone/>
              <a:defRPr sz="1800" b="1" cap="all" spc="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Footer Placeholder 7">
            <a:extLst>
              <a:ext uri="{FF2B5EF4-FFF2-40B4-BE49-F238E27FC236}">
                <a16:creationId xmlns:a16="http://schemas.microsoft.com/office/drawing/2014/main" id="{CED4301A-D375-4163-9488-27A9CDC6FD34}"/>
              </a:ext>
            </a:extLst>
          </p:cNvPr>
          <p:cNvSpPr>
            <a:spLocks noGrp="1"/>
          </p:cNvSpPr>
          <p:nvPr>
            <p:ph type="ftr" sz="quarter" idx="11"/>
          </p:nvPr>
        </p:nvSpPr>
        <p:spPr/>
        <p:txBody>
          <a:bodyPr>
            <a:noAutofit/>
          </a:bodyPr>
          <a:lstStyle/>
          <a:p>
            <a:r>
              <a:rPr lang="en-US"/>
              <a:t>Pie de página</a:t>
            </a:r>
          </a:p>
        </p:txBody>
      </p:sp>
      <p:sp>
        <p:nvSpPr>
          <p:cNvPr id="9" name="Slide Number Placeholder 8">
            <a:extLst>
              <a:ext uri="{FF2B5EF4-FFF2-40B4-BE49-F238E27FC236}">
                <a16:creationId xmlns:a16="http://schemas.microsoft.com/office/drawing/2014/main" id="{6EED6105-4A37-4D4B-9BE8-715FB732C924}"/>
              </a:ext>
            </a:extLst>
          </p:cNvPr>
          <p:cNvSpPr>
            <a:spLocks noGrp="1"/>
          </p:cNvSpPr>
          <p:nvPr>
            <p:ph type="sldNum" sz="quarter" idx="12"/>
          </p:nvPr>
        </p:nvSpPr>
        <p:spPr/>
        <p:txBody>
          <a:bodyPr>
            <a:noAutofit/>
          </a:bodyPr>
          <a:lstStyle>
            <a:lvl1pPr algn="ctr">
              <a:defRPr/>
            </a:lvl1pPr>
          </a:lstStyle>
          <a:p>
            <a:fld id="{D637F8FC-4B86-4690-8888-22AB2F781BEF}" type="slidenum">
              <a:rPr lang="en-US" smtClean="0"/>
              <a:pPr/>
              <a:t>‹#›</a:t>
            </a:fld>
            <a:endParaRPr lang="en-US"/>
          </a:p>
        </p:txBody>
      </p:sp>
      <p:pic>
        <p:nvPicPr>
          <p:cNvPr id="11" name="Marcador de contenido 11">
            <a:extLst>
              <a:ext uri="{FF2B5EF4-FFF2-40B4-BE49-F238E27FC236}">
                <a16:creationId xmlns:a16="http://schemas.microsoft.com/office/drawing/2014/main" id="{AEB0EC15-A487-9D92-F617-1CF3E3329D8C}"/>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1186" y="6237723"/>
            <a:ext cx="1129593" cy="447813"/>
          </a:xfrm>
          <a:prstGeom prst="rect">
            <a:avLst/>
          </a:prstGeom>
        </p:spPr>
      </p:pic>
      <p:sp>
        <p:nvSpPr>
          <p:cNvPr id="12" name="Content Placeholder 3">
            <a:extLst>
              <a:ext uri="{FF2B5EF4-FFF2-40B4-BE49-F238E27FC236}">
                <a16:creationId xmlns:a16="http://schemas.microsoft.com/office/drawing/2014/main" id="{D4B5BB77-089A-FCDF-C5A4-32FB5AB6B422}"/>
              </a:ext>
            </a:extLst>
          </p:cNvPr>
          <p:cNvSpPr>
            <a:spLocks noGrp="1"/>
          </p:cNvSpPr>
          <p:nvPr>
            <p:ph sz="half" idx="13" hasCustomPrompt="1"/>
          </p:nvPr>
        </p:nvSpPr>
        <p:spPr>
          <a:xfrm>
            <a:off x="6387760" y="2269267"/>
            <a:ext cx="5048336" cy="3797523"/>
          </a:xfrm>
          <a:solidFill>
            <a:schemeClr val="bg1">
              <a:lumMod val="95000"/>
            </a:schemeClr>
          </a:solidFill>
        </p:spPr>
        <p:txBody>
          <a:bodyPr>
            <a:no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Marcador de fecha 3">
            <a:extLst>
              <a:ext uri="{FF2B5EF4-FFF2-40B4-BE49-F238E27FC236}">
                <a16:creationId xmlns:a16="http://schemas.microsoft.com/office/drawing/2014/main" id="{F0DA914B-167A-CDAD-0EC3-E4C367019EBC}"/>
              </a:ext>
            </a:extLst>
          </p:cNvPr>
          <p:cNvSpPr>
            <a:spLocks noGrp="1"/>
          </p:cNvSpPr>
          <p:nvPr>
            <p:ph type="dt" sz="half" idx="14"/>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7E830BF5-50F5-49ED-B4D1-5A06A6585205}" type="datetime1">
              <a:rPr lang="es-ES" smtClean="0"/>
              <a:t>06/05/2026</a:t>
            </a:fld>
            <a:endParaRPr lang="es-ES"/>
          </a:p>
        </p:txBody>
      </p:sp>
      <p:sp>
        <p:nvSpPr>
          <p:cNvPr id="17" name="CuadroTexto 16">
            <a:extLst>
              <a:ext uri="{FF2B5EF4-FFF2-40B4-BE49-F238E27FC236}">
                <a16:creationId xmlns:a16="http://schemas.microsoft.com/office/drawing/2014/main" id="{2AA91473-FC56-3CAF-3AEF-0C93EB667EBE}"/>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6" name="Gráfico 5">
            <a:extLst>
              <a:ext uri="{FF2B5EF4-FFF2-40B4-BE49-F238E27FC236}">
                <a16:creationId xmlns:a16="http://schemas.microsoft.com/office/drawing/2014/main" id="{4FA585A4-536A-F8CE-5688-4DA4C1DB3A0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906082" y="6322362"/>
            <a:ext cx="6409575" cy="363174"/>
          </a:xfrm>
          <a:prstGeom prst="rect">
            <a:avLst/>
          </a:prstGeom>
        </p:spPr>
      </p:pic>
    </p:spTree>
    <p:extLst>
      <p:ext uri="{BB962C8B-B14F-4D97-AF65-F5344CB8AC3E}">
        <p14:creationId xmlns:p14="http://schemas.microsoft.com/office/powerpoint/2010/main" val="4208180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Desarrollo 4">
    <p:bg>
      <p:bgRef idx="1001">
        <a:schemeClr val="bg1"/>
      </p:bgRef>
    </p:bg>
    <p:spTree>
      <p:nvGrpSpPr>
        <p:cNvPr id="1" name=""/>
        <p:cNvGrpSpPr/>
        <p:nvPr/>
      </p:nvGrpSpPr>
      <p:grpSpPr>
        <a:xfrm>
          <a:off x="0" y="0"/>
          <a:ext cx="0" cy="0"/>
          <a:chOff x="0" y="0"/>
          <a:chExt cx="0" cy="0"/>
        </a:xfrm>
      </p:grpSpPr>
      <p:pic>
        <p:nvPicPr>
          <p:cNvPr id="18" name="Gráfico 17">
            <a:extLst>
              <a:ext uri="{FF2B5EF4-FFF2-40B4-BE49-F238E27FC236}">
                <a16:creationId xmlns:a16="http://schemas.microsoft.com/office/drawing/2014/main" id="{C3711E85-C3A1-4212-B03C-848404FB7B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57513"/>
          <a:stretch/>
        </p:blipFill>
        <p:spPr>
          <a:xfrm>
            <a:off x="5334997" y="4808626"/>
            <a:ext cx="4529391" cy="2049374"/>
          </a:xfrm>
          <a:prstGeom prst="rect">
            <a:avLst/>
          </a:prstGeom>
        </p:spPr>
      </p:pic>
      <p:sp>
        <p:nvSpPr>
          <p:cNvPr id="2" name="Title 1">
            <a:extLst>
              <a:ext uri="{FF2B5EF4-FFF2-40B4-BE49-F238E27FC236}">
                <a16:creationId xmlns:a16="http://schemas.microsoft.com/office/drawing/2014/main" id="{7948530B-D0F2-4FC4-A10F-1E54EF82C877}"/>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sp>
        <p:nvSpPr>
          <p:cNvPr id="3" name="Text Placeholder 2">
            <a:extLst>
              <a:ext uri="{FF2B5EF4-FFF2-40B4-BE49-F238E27FC236}">
                <a16:creationId xmlns:a16="http://schemas.microsoft.com/office/drawing/2014/main" id="{1868865C-9D06-4FA3-BA3D-7187BB41B576}"/>
              </a:ext>
            </a:extLst>
          </p:cNvPr>
          <p:cNvSpPr>
            <a:spLocks noGrp="1"/>
          </p:cNvSpPr>
          <p:nvPr>
            <p:ph type="body" idx="1" hasCustomPrompt="1"/>
          </p:nvPr>
        </p:nvSpPr>
        <p:spPr>
          <a:xfrm>
            <a:off x="891714" y="1620972"/>
            <a:ext cx="5048336" cy="458085"/>
          </a:xfrm>
        </p:spPr>
        <p:txBody>
          <a:bodyPr anchor="b">
            <a:noAutofit/>
          </a:bodyPr>
          <a:lstStyle>
            <a:lvl1pPr marL="0" indent="0">
              <a:buNone/>
              <a:defRPr sz="1800" b="1" cap="all" spc="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656570-8F97-4B7E-A805-96925AC4781F}"/>
              </a:ext>
            </a:extLst>
          </p:cNvPr>
          <p:cNvSpPr>
            <a:spLocks noGrp="1"/>
          </p:cNvSpPr>
          <p:nvPr>
            <p:ph sz="half" idx="2" hasCustomPrompt="1"/>
          </p:nvPr>
        </p:nvSpPr>
        <p:spPr>
          <a:xfrm>
            <a:off x="891714" y="2269267"/>
            <a:ext cx="5048336" cy="3797523"/>
          </a:xfrm>
          <a:solidFill>
            <a:schemeClr val="accent2">
              <a:lumMod val="85000"/>
              <a:lumOff val="15000"/>
            </a:schemeClr>
          </a:solidFill>
        </p:spPr>
        <p:txBody>
          <a:bodyPr>
            <a:no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57EF54-F63F-4730-99EE-0E472578F512}"/>
              </a:ext>
            </a:extLst>
          </p:cNvPr>
          <p:cNvSpPr>
            <a:spLocks noGrp="1"/>
          </p:cNvSpPr>
          <p:nvPr>
            <p:ph type="body" sz="quarter" idx="3" hasCustomPrompt="1"/>
          </p:nvPr>
        </p:nvSpPr>
        <p:spPr>
          <a:xfrm>
            <a:off x="6362419" y="1620972"/>
            <a:ext cx="5048336" cy="458085"/>
          </a:xfrm>
        </p:spPr>
        <p:txBody>
          <a:bodyPr anchor="b">
            <a:noAutofit/>
          </a:bodyPr>
          <a:lstStyle>
            <a:lvl1pPr marL="0" indent="0">
              <a:buNone/>
              <a:defRPr sz="1800" b="1" cap="all" spc="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Footer Placeholder 7">
            <a:extLst>
              <a:ext uri="{FF2B5EF4-FFF2-40B4-BE49-F238E27FC236}">
                <a16:creationId xmlns:a16="http://schemas.microsoft.com/office/drawing/2014/main" id="{CED4301A-D375-4163-9488-27A9CDC6FD34}"/>
              </a:ext>
            </a:extLst>
          </p:cNvPr>
          <p:cNvSpPr>
            <a:spLocks noGrp="1"/>
          </p:cNvSpPr>
          <p:nvPr>
            <p:ph type="ftr" sz="quarter" idx="11"/>
          </p:nvPr>
        </p:nvSpPr>
        <p:spPr/>
        <p:txBody>
          <a:bodyPr>
            <a:noAutofit/>
          </a:bodyPr>
          <a:lstStyle/>
          <a:p>
            <a:r>
              <a:rPr lang="en-US"/>
              <a:t>Pie de página</a:t>
            </a:r>
          </a:p>
        </p:txBody>
      </p:sp>
      <p:sp>
        <p:nvSpPr>
          <p:cNvPr id="9" name="Slide Number Placeholder 8">
            <a:extLst>
              <a:ext uri="{FF2B5EF4-FFF2-40B4-BE49-F238E27FC236}">
                <a16:creationId xmlns:a16="http://schemas.microsoft.com/office/drawing/2014/main" id="{6EED6105-4A37-4D4B-9BE8-715FB732C924}"/>
              </a:ext>
            </a:extLst>
          </p:cNvPr>
          <p:cNvSpPr>
            <a:spLocks noGrp="1"/>
          </p:cNvSpPr>
          <p:nvPr>
            <p:ph type="sldNum" sz="quarter" idx="12"/>
          </p:nvPr>
        </p:nvSpPr>
        <p:spPr/>
        <p:txBody>
          <a:bodyPr>
            <a:noAutofit/>
          </a:bodyPr>
          <a:lstStyle>
            <a:lvl1pPr algn="ctr">
              <a:defRPr/>
            </a:lvl1pPr>
          </a:lstStyle>
          <a:p>
            <a:fld id="{D637F8FC-4B86-4690-8888-22AB2F781BEF}" type="slidenum">
              <a:rPr lang="en-US" smtClean="0"/>
              <a:pPr/>
              <a:t>‹#›</a:t>
            </a:fld>
            <a:endParaRPr lang="en-US"/>
          </a:p>
        </p:txBody>
      </p:sp>
      <p:sp>
        <p:nvSpPr>
          <p:cNvPr id="12" name="Content Placeholder 3">
            <a:extLst>
              <a:ext uri="{FF2B5EF4-FFF2-40B4-BE49-F238E27FC236}">
                <a16:creationId xmlns:a16="http://schemas.microsoft.com/office/drawing/2014/main" id="{D4B5BB77-089A-FCDF-C5A4-32FB5AB6B422}"/>
              </a:ext>
            </a:extLst>
          </p:cNvPr>
          <p:cNvSpPr>
            <a:spLocks noGrp="1"/>
          </p:cNvSpPr>
          <p:nvPr>
            <p:ph sz="half" idx="13" hasCustomPrompt="1"/>
          </p:nvPr>
        </p:nvSpPr>
        <p:spPr>
          <a:xfrm>
            <a:off x="6387760" y="2269267"/>
            <a:ext cx="5048336" cy="3797523"/>
          </a:xfrm>
          <a:solidFill>
            <a:schemeClr val="accent2">
              <a:lumMod val="85000"/>
              <a:lumOff val="15000"/>
            </a:schemeClr>
          </a:solidFill>
        </p:spPr>
        <p:txBody>
          <a:bodyPr>
            <a:no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Marcador de fecha 3">
            <a:extLst>
              <a:ext uri="{FF2B5EF4-FFF2-40B4-BE49-F238E27FC236}">
                <a16:creationId xmlns:a16="http://schemas.microsoft.com/office/drawing/2014/main" id="{031B8197-0031-B461-8B05-75BA52546F17}"/>
              </a:ext>
            </a:extLst>
          </p:cNvPr>
          <p:cNvSpPr>
            <a:spLocks noGrp="1"/>
          </p:cNvSpPr>
          <p:nvPr>
            <p:ph type="dt" sz="half" idx="14"/>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62AD8D89-9622-49E0-BDF5-2CB2EF8D8C9E}" type="datetime1">
              <a:rPr lang="es-ES" smtClean="0"/>
              <a:t>06/05/2026</a:t>
            </a:fld>
            <a:endParaRPr lang="es-ES"/>
          </a:p>
        </p:txBody>
      </p:sp>
      <p:sp>
        <p:nvSpPr>
          <p:cNvPr id="10" name="CuadroTexto 9">
            <a:extLst>
              <a:ext uri="{FF2B5EF4-FFF2-40B4-BE49-F238E27FC236}">
                <a16:creationId xmlns:a16="http://schemas.microsoft.com/office/drawing/2014/main" id="{D1C0AA24-F1DC-0455-8B4B-88DA01C9B7A1}"/>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14" name="Marcador de contenido 11">
            <a:extLst>
              <a:ext uri="{FF2B5EF4-FFF2-40B4-BE49-F238E27FC236}">
                <a16:creationId xmlns:a16="http://schemas.microsoft.com/office/drawing/2014/main" id="{1C303079-0489-60A8-D43B-3DD53BCBE98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1186" y="6237723"/>
            <a:ext cx="1129593" cy="447813"/>
          </a:xfrm>
          <a:prstGeom prst="rect">
            <a:avLst/>
          </a:prstGeom>
        </p:spPr>
      </p:pic>
      <p:pic>
        <p:nvPicPr>
          <p:cNvPr id="15" name="Gráfico 14">
            <a:extLst>
              <a:ext uri="{FF2B5EF4-FFF2-40B4-BE49-F238E27FC236}">
                <a16:creationId xmlns:a16="http://schemas.microsoft.com/office/drawing/2014/main" id="{BFA1446D-3168-33BC-2004-6F06D363165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915413" y="6339185"/>
            <a:ext cx="6399069" cy="363174"/>
          </a:xfrm>
          <a:prstGeom prst="rect">
            <a:avLst/>
          </a:prstGeom>
        </p:spPr>
      </p:pic>
    </p:spTree>
    <p:extLst>
      <p:ext uri="{BB962C8B-B14F-4D97-AF65-F5344CB8AC3E}">
        <p14:creationId xmlns:p14="http://schemas.microsoft.com/office/powerpoint/2010/main" val="1875825729"/>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Desarrollo 4">
    <p:spTree>
      <p:nvGrpSpPr>
        <p:cNvPr id="1" name=""/>
        <p:cNvGrpSpPr/>
        <p:nvPr/>
      </p:nvGrpSpPr>
      <p:grpSpPr>
        <a:xfrm>
          <a:off x="0" y="0"/>
          <a:ext cx="0" cy="0"/>
          <a:chOff x="0" y="0"/>
          <a:chExt cx="0" cy="0"/>
        </a:xfrm>
      </p:grpSpPr>
      <p:pic>
        <p:nvPicPr>
          <p:cNvPr id="18" name="Gráfico 17">
            <a:extLst>
              <a:ext uri="{FF2B5EF4-FFF2-40B4-BE49-F238E27FC236}">
                <a16:creationId xmlns:a16="http://schemas.microsoft.com/office/drawing/2014/main" id="{C3711E85-C3A1-4212-B03C-848404FB7B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57513"/>
          <a:stretch/>
        </p:blipFill>
        <p:spPr>
          <a:xfrm>
            <a:off x="5334997" y="4808626"/>
            <a:ext cx="4529391" cy="2049374"/>
          </a:xfrm>
          <a:prstGeom prst="rect">
            <a:avLst/>
          </a:prstGeom>
        </p:spPr>
      </p:pic>
      <p:sp>
        <p:nvSpPr>
          <p:cNvPr id="2" name="Title 1">
            <a:extLst>
              <a:ext uri="{FF2B5EF4-FFF2-40B4-BE49-F238E27FC236}">
                <a16:creationId xmlns:a16="http://schemas.microsoft.com/office/drawing/2014/main" id="{7948530B-D0F2-4FC4-A10F-1E54EF82C877}"/>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sp>
        <p:nvSpPr>
          <p:cNvPr id="8" name="Footer Placeholder 7">
            <a:extLst>
              <a:ext uri="{FF2B5EF4-FFF2-40B4-BE49-F238E27FC236}">
                <a16:creationId xmlns:a16="http://schemas.microsoft.com/office/drawing/2014/main" id="{CED4301A-D375-4163-9488-27A9CDC6FD34}"/>
              </a:ext>
            </a:extLst>
          </p:cNvPr>
          <p:cNvSpPr>
            <a:spLocks noGrp="1"/>
          </p:cNvSpPr>
          <p:nvPr>
            <p:ph type="ftr" sz="quarter" idx="11"/>
          </p:nvPr>
        </p:nvSpPr>
        <p:spPr/>
        <p:txBody>
          <a:bodyPr>
            <a:noAutofit/>
          </a:bodyPr>
          <a:lstStyle/>
          <a:p>
            <a:r>
              <a:rPr lang="en-US"/>
              <a:t>Pie de página</a:t>
            </a:r>
          </a:p>
        </p:txBody>
      </p:sp>
      <p:sp>
        <p:nvSpPr>
          <p:cNvPr id="9" name="Slide Number Placeholder 8">
            <a:extLst>
              <a:ext uri="{FF2B5EF4-FFF2-40B4-BE49-F238E27FC236}">
                <a16:creationId xmlns:a16="http://schemas.microsoft.com/office/drawing/2014/main" id="{6EED6105-4A37-4D4B-9BE8-715FB732C924}"/>
              </a:ext>
            </a:extLst>
          </p:cNvPr>
          <p:cNvSpPr>
            <a:spLocks noGrp="1"/>
          </p:cNvSpPr>
          <p:nvPr>
            <p:ph type="sldNum" sz="quarter" idx="12"/>
          </p:nvPr>
        </p:nvSpPr>
        <p:spPr/>
        <p:txBody>
          <a:bodyPr>
            <a:noAutofit/>
          </a:bodyPr>
          <a:lstStyle>
            <a:lvl1pPr algn="ctr">
              <a:defRPr/>
            </a:lvl1pPr>
          </a:lstStyle>
          <a:p>
            <a:fld id="{D637F8FC-4B86-4690-8888-22AB2F781BEF}" type="slidenum">
              <a:rPr lang="en-US" smtClean="0"/>
              <a:pPr/>
              <a:t>‹#›</a:t>
            </a:fld>
            <a:endParaRPr lang="en-US"/>
          </a:p>
        </p:txBody>
      </p:sp>
      <p:pic>
        <p:nvPicPr>
          <p:cNvPr id="11" name="Marcador de contenido 11">
            <a:extLst>
              <a:ext uri="{FF2B5EF4-FFF2-40B4-BE49-F238E27FC236}">
                <a16:creationId xmlns:a16="http://schemas.microsoft.com/office/drawing/2014/main" id="{AEB0EC15-A487-9D92-F617-1CF3E3329D8C}"/>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1186" y="6237723"/>
            <a:ext cx="1129593" cy="447813"/>
          </a:xfrm>
          <a:prstGeom prst="rect">
            <a:avLst/>
          </a:prstGeom>
        </p:spPr>
      </p:pic>
      <p:sp>
        <p:nvSpPr>
          <p:cNvPr id="10" name="Marcador de contenido 2">
            <a:extLst>
              <a:ext uri="{FF2B5EF4-FFF2-40B4-BE49-F238E27FC236}">
                <a16:creationId xmlns:a16="http://schemas.microsoft.com/office/drawing/2014/main" id="{EED1A09E-3AC5-BF9D-7035-DE285CF8038C}"/>
              </a:ext>
            </a:extLst>
          </p:cNvPr>
          <p:cNvSpPr>
            <a:spLocks noGrp="1"/>
          </p:cNvSpPr>
          <p:nvPr>
            <p:ph idx="14" hasCustomPrompt="1"/>
          </p:nvPr>
        </p:nvSpPr>
        <p:spPr>
          <a:xfrm>
            <a:off x="891714" y="1638168"/>
            <a:ext cx="5048336" cy="4428622"/>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14" name="Marcador de contenido 2">
            <a:extLst>
              <a:ext uri="{FF2B5EF4-FFF2-40B4-BE49-F238E27FC236}">
                <a16:creationId xmlns:a16="http://schemas.microsoft.com/office/drawing/2014/main" id="{1267620F-CF91-A126-E499-F1F2F2E54216}"/>
              </a:ext>
            </a:extLst>
          </p:cNvPr>
          <p:cNvSpPr>
            <a:spLocks noGrp="1"/>
          </p:cNvSpPr>
          <p:nvPr>
            <p:ph idx="15" hasCustomPrompt="1"/>
          </p:nvPr>
        </p:nvSpPr>
        <p:spPr>
          <a:xfrm>
            <a:off x="6387760" y="1638168"/>
            <a:ext cx="5048336" cy="4428622"/>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16" name="Marcador de fecha 3">
            <a:extLst>
              <a:ext uri="{FF2B5EF4-FFF2-40B4-BE49-F238E27FC236}">
                <a16:creationId xmlns:a16="http://schemas.microsoft.com/office/drawing/2014/main" id="{C045984B-9462-F638-DE81-5D6B47A75BC0}"/>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39E18374-368A-4A3E-9C13-EFB00A3C21AB}" type="datetime1">
              <a:rPr lang="es-ES" smtClean="0"/>
              <a:t>06/05/2026</a:t>
            </a:fld>
            <a:endParaRPr lang="es-ES"/>
          </a:p>
        </p:txBody>
      </p:sp>
      <p:sp>
        <p:nvSpPr>
          <p:cNvPr id="17" name="CuadroTexto 16">
            <a:extLst>
              <a:ext uri="{FF2B5EF4-FFF2-40B4-BE49-F238E27FC236}">
                <a16:creationId xmlns:a16="http://schemas.microsoft.com/office/drawing/2014/main" id="{85DF15E6-B090-A6DB-3243-500A2FA81851}"/>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3" name="Gráfico 2">
            <a:extLst>
              <a:ext uri="{FF2B5EF4-FFF2-40B4-BE49-F238E27FC236}">
                <a16:creationId xmlns:a16="http://schemas.microsoft.com/office/drawing/2014/main" id="{2A9A31AC-2574-50BB-A9DB-2052DCE9C37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906082" y="6322362"/>
            <a:ext cx="6409575" cy="363174"/>
          </a:xfrm>
          <a:prstGeom prst="rect">
            <a:avLst/>
          </a:prstGeom>
        </p:spPr>
      </p:pic>
    </p:spTree>
    <p:extLst>
      <p:ext uri="{BB962C8B-B14F-4D97-AF65-F5344CB8AC3E}">
        <p14:creationId xmlns:p14="http://schemas.microsoft.com/office/powerpoint/2010/main" val="4017459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Desarrollo 4">
    <p:bg>
      <p:bgRef idx="1001">
        <a:schemeClr val="bg1"/>
      </p:bgRef>
    </p:bg>
    <p:spTree>
      <p:nvGrpSpPr>
        <p:cNvPr id="1" name=""/>
        <p:cNvGrpSpPr/>
        <p:nvPr/>
      </p:nvGrpSpPr>
      <p:grpSpPr>
        <a:xfrm>
          <a:off x="0" y="0"/>
          <a:ext cx="0" cy="0"/>
          <a:chOff x="0" y="0"/>
          <a:chExt cx="0" cy="0"/>
        </a:xfrm>
      </p:grpSpPr>
      <p:pic>
        <p:nvPicPr>
          <p:cNvPr id="18" name="Gráfico 17">
            <a:extLst>
              <a:ext uri="{FF2B5EF4-FFF2-40B4-BE49-F238E27FC236}">
                <a16:creationId xmlns:a16="http://schemas.microsoft.com/office/drawing/2014/main" id="{C3711E85-C3A1-4212-B03C-848404FB7B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57513"/>
          <a:stretch/>
        </p:blipFill>
        <p:spPr>
          <a:xfrm>
            <a:off x="5334997" y="4808626"/>
            <a:ext cx="4529391" cy="2049374"/>
          </a:xfrm>
          <a:prstGeom prst="rect">
            <a:avLst/>
          </a:prstGeom>
        </p:spPr>
      </p:pic>
      <p:sp>
        <p:nvSpPr>
          <p:cNvPr id="2" name="Title 1">
            <a:extLst>
              <a:ext uri="{FF2B5EF4-FFF2-40B4-BE49-F238E27FC236}">
                <a16:creationId xmlns:a16="http://schemas.microsoft.com/office/drawing/2014/main" id="{7948530B-D0F2-4FC4-A10F-1E54EF82C877}"/>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sp>
        <p:nvSpPr>
          <p:cNvPr id="8" name="Footer Placeholder 7">
            <a:extLst>
              <a:ext uri="{FF2B5EF4-FFF2-40B4-BE49-F238E27FC236}">
                <a16:creationId xmlns:a16="http://schemas.microsoft.com/office/drawing/2014/main" id="{CED4301A-D375-4163-9488-27A9CDC6FD34}"/>
              </a:ext>
            </a:extLst>
          </p:cNvPr>
          <p:cNvSpPr>
            <a:spLocks noGrp="1"/>
          </p:cNvSpPr>
          <p:nvPr>
            <p:ph type="ftr" sz="quarter" idx="11"/>
          </p:nvPr>
        </p:nvSpPr>
        <p:spPr/>
        <p:txBody>
          <a:bodyPr>
            <a:noAutofit/>
          </a:bodyPr>
          <a:lstStyle/>
          <a:p>
            <a:r>
              <a:rPr lang="en-US"/>
              <a:t>Pie de página</a:t>
            </a:r>
          </a:p>
        </p:txBody>
      </p:sp>
      <p:sp>
        <p:nvSpPr>
          <p:cNvPr id="9" name="Slide Number Placeholder 8">
            <a:extLst>
              <a:ext uri="{FF2B5EF4-FFF2-40B4-BE49-F238E27FC236}">
                <a16:creationId xmlns:a16="http://schemas.microsoft.com/office/drawing/2014/main" id="{6EED6105-4A37-4D4B-9BE8-715FB732C924}"/>
              </a:ext>
            </a:extLst>
          </p:cNvPr>
          <p:cNvSpPr>
            <a:spLocks noGrp="1"/>
          </p:cNvSpPr>
          <p:nvPr>
            <p:ph type="sldNum" sz="quarter" idx="12"/>
          </p:nvPr>
        </p:nvSpPr>
        <p:spPr/>
        <p:txBody>
          <a:bodyPr>
            <a:noAutofit/>
          </a:bodyPr>
          <a:lstStyle>
            <a:lvl1pPr algn="ctr">
              <a:defRPr/>
            </a:lvl1pPr>
          </a:lstStyle>
          <a:p>
            <a:fld id="{D637F8FC-4B86-4690-8888-22AB2F781BEF}" type="slidenum">
              <a:rPr lang="en-US" smtClean="0"/>
              <a:pPr/>
              <a:t>‹#›</a:t>
            </a:fld>
            <a:endParaRPr lang="en-US"/>
          </a:p>
        </p:txBody>
      </p:sp>
      <p:sp>
        <p:nvSpPr>
          <p:cNvPr id="10" name="Marcador de contenido 2">
            <a:extLst>
              <a:ext uri="{FF2B5EF4-FFF2-40B4-BE49-F238E27FC236}">
                <a16:creationId xmlns:a16="http://schemas.microsoft.com/office/drawing/2014/main" id="{EED1A09E-3AC5-BF9D-7035-DE285CF8038C}"/>
              </a:ext>
            </a:extLst>
          </p:cNvPr>
          <p:cNvSpPr>
            <a:spLocks noGrp="1"/>
          </p:cNvSpPr>
          <p:nvPr>
            <p:ph idx="14" hasCustomPrompt="1"/>
          </p:nvPr>
        </p:nvSpPr>
        <p:spPr>
          <a:xfrm>
            <a:off x="891714" y="1638168"/>
            <a:ext cx="5048336" cy="4428622"/>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14" name="Marcador de contenido 2">
            <a:extLst>
              <a:ext uri="{FF2B5EF4-FFF2-40B4-BE49-F238E27FC236}">
                <a16:creationId xmlns:a16="http://schemas.microsoft.com/office/drawing/2014/main" id="{1267620F-CF91-A126-E499-F1F2F2E54216}"/>
              </a:ext>
            </a:extLst>
          </p:cNvPr>
          <p:cNvSpPr>
            <a:spLocks noGrp="1"/>
          </p:cNvSpPr>
          <p:nvPr>
            <p:ph idx="15" hasCustomPrompt="1"/>
          </p:nvPr>
        </p:nvSpPr>
        <p:spPr>
          <a:xfrm>
            <a:off x="6387760" y="1638168"/>
            <a:ext cx="5048336" cy="4428622"/>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4" name="Marcador de fecha 3">
            <a:extLst>
              <a:ext uri="{FF2B5EF4-FFF2-40B4-BE49-F238E27FC236}">
                <a16:creationId xmlns:a16="http://schemas.microsoft.com/office/drawing/2014/main" id="{1912FCED-5B32-48EB-EA9B-034D4E96A63C}"/>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6C44CE11-AF19-4323-8C9B-75C148F37051}" type="datetime1">
              <a:rPr lang="es-ES" smtClean="0"/>
              <a:t>06/05/2026</a:t>
            </a:fld>
            <a:endParaRPr lang="es-ES"/>
          </a:p>
        </p:txBody>
      </p:sp>
      <p:sp>
        <p:nvSpPr>
          <p:cNvPr id="5" name="CuadroTexto 4">
            <a:extLst>
              <a:ext uri="{FF2B5EF4-FFF2-40B4-BE49-F238E27FC236}">
                <a16:creationId xmlns:a16="http://schemas.microsoft.com/office/drawing/2014/main" id="{343D2111-A1AB-E42E-D2D9-110FC189D8FE}"/>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6" name="Marcador de contenido 11">
            <a:extLst>
              <a:ext uri="{FF2B5EF4-FFF2-40B4-BE49-F238E27FC236}">
                <a16:creationId xmlns:a16="http://schemas.microsoft.com/office/drawing/2014/main" id="{579C916E-BDB8-CCC5-BA2C-4648E5231E28}"/>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1186" y="6237723"/>
            <a:ext cx="1129593" cy="447813"/>
          </a:xfrm>
          <a:prstGeom prst="rect">
            <a:avLst/>
          </a:prstGeom>
        </p:spPr>
      </p:pic>
      <p:pic>
        <p:nvPicPr>
          <p:cNvPr id="12" name="Gráfico 11">
            <a:extLst>
              <a:ext uri="{FF2B5EF4-FFF2-40B4-BE49-F238E27FC236}">
                <a16:creationId xmlns:a16="http://schemas.microsoft.com/office/drawing/2014/main" id="{5FE09356-8864-5C8C-8C25-F6E744E88D7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915413" y="6339185"/>
            <a:ext cx="6399069" cy="363174"/>
          </a:xfrm>
          <a:prstGeom prst="rect">
            <a:avLst/>
          </a:prstGeom>
        </p:spPr>
      </p:pic>
    </p:spTree>
    <p:extLst>
      <p:ext uri="{BB962C8B-B14F-4D97-AF65-F5344CB8AC3E}">
        <p14:creationId xmlns:p14="http://schemas.microsoft.com/office/powerpoint/2010/main" val="86117822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0F7A18AD-32C5-F0A2-1D2D-FC1BE56A655A}"/>
              </a:ext>
            </a:extLst>
          </p:cNvPr>
          <p:cNvSpPr>
            <a:spLocks noGrp="1"/>
          </p:cNvSpPr>
          <p:nvPr>
            <p:ph type="ftr" sz="quarter" idx="10"/>
          </p:nvPr>
        </p:nvSpPr>
        <p:spPr/>
        <p:txBody>
          <a:bodyPr/>
          <a:lstStyle/>
          <a:p>
            <a:r>
              <a:rPr lang="en-US"/>
              <a:t>Pie de página</a:t>
            </a:r>
          </a:p>
        </p:txBody>
      </p:sp>
      <p:sp>
        <p:nvSpPr>
          <p:cNvPr id="4" name="Marcador de número de diapositiva 3">
            <a:extLst>
              <a:ext uri="{FF2B5EF4-FFF2-40B4-BE49-F238E27FC236}">
                <a16:creationId xmlns:a16="http://schemas.microsoft.com/office/drawing/2014/main" id="{28F6C991-0044-5BF1-514A-F8FEAB5DF445}"/>
              </a:ext>
            </a:extLst>
          </p:cNvPr>
          <p:cNvSpPr>
            <a:spLocks noGrp="1"/>
          </p:cNvSpPr>
          <p:nvPr>
            <p:ph type="sldNum" sz="quarter" idx="11"/>
          </p:nvPr>
        </p:nvSpPr>
        <p:spPr/>
        <p:txBody>
          <a:bodyPr/>
          <a:lstStyle/>
          <a:p>
            <a:fld id="{D637F8FC-4B86-4690-8888-22AB2F781BEF}" type="slidenum">
              <a:rPr lang="en-US" smtClean="0"/>
              <a:pPr/>
              <a:t>‹#›</a:t>
            </a:fld>
            <a:endParaRPr lang="en-US"/>
          </a:p>
        </p:txBody>
      </p:sp>
      <p:sp>
        <p:nvSpPr>
          <p:cNvPr id="5" name="Marcador de contenido 2">
            <a:extLst>
              <a:ext uri="{FF2B5EF4-FFF2-40B4-BE49-F238E27FC236}">
                <a16:creationId xmlns:a16="http://schemas.microsoft.com/office/drawing/2014/main" id="{6000D711-5053-1F7A-E343-2D14CB5EB994}"/>
              </a:ext>
            </a:extLst>
          </p:cNvPr>
          <p:cNvSpPr>
            <a:spLocks noGrp="1"/>
          </p:cNvSpPr>
          <p:nvPr>
            <p:ph idx="13" hasCustomPrompt="1"/>
          </p:nvPr>
        </p:nvSpPr>
        <p:spPr>
          <a:xfrm>
            <a:off x="3958542" y="1638168"/>
            <a:ext cx="7477554" cy="4428622"/>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6" name="Title 1">
            <a:extLst>
              <a:ext uri="{FF2B5EF4-FFF2-40B4-BE49-F238E27FC236}">
                <a16:creationId xmlns:a16="http://schemas.microsoft.com/office/drawing/2014/main" id="{AFE1A0CB-2E6A-3E4E-1A58-10120629C5A9}"/>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pic>
        <p:nvPicPr>
          <p:cNvPr id="9" name="Marcador de contenido 11">
            <a:extLst>
              <a:ext uri="{FF2B5EF4-FFF2-40B4-BE49-F238E27FC236}">
                <a16:creationId xmlns:a16="http://schemas.microsoft.com/office/drawing/2014/main" id="{0AE996ED-931D-E0DE-29E6-9216F78D34B8}"/>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481186" y="6237723"/>
            <a:ext cx="1129593" cy="447813"/>
          </a:xfrm>
          <a:prstGeom prst="rect">
            <a:avLst/>
          </a:prstGeom>
        </p:spPr>
      </p:pic>
      <p:sp>
        <p:nvSpPr>
          <p:cNvPr id="11" name="Content Placeholder 2">
            <a:extLst>
              <a:ext uri="{FF2B5EF4-FFF2-40B4-BE49-F238E27FC236}">
                <a16:creationId xmlns:a16="http://schemas.microsoft.com/office/drawing/2014/main" id="{C94C29A2-520E-4F2C-704C-8B300B79AACC}"/>
              </a:ext>
            </a:extLst>
          </p:cNvPr>
          <p:cNvSpPr>
            <a:spLocks noGrp="1"/>
          </p:cNvSpPr>
          <p:nvPr>
            <p:ph idx="1" hasCustomPrompt="1"/>
          </p:nvPr>
        </p:nvSpPr>
        <p:spPr>
          <a:xfrm>
            <a:off x="891713" y="1638169"/>
            <a:ext cx="2800611" cy="4428622"/>
          </a:xfrm>
          <a:solidFill>
            <a:schemeClr val="bg1">
              <a:lumMod val="95000"/>
            </a:schemeClr>
          </a:solidFill>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Marcador de fecha 3">
            <a:extLst>
              <a:ext uri="{FF2B5EF4-FFF2-40B4-BE49-F238E27FC236}">
                <a16:creationId xmlns:a16="http://schemas.microsoft.com/office/drawing/2014/main" id="{25182DB6-A40E-B5DA-6C91-CA97FB9CBFB3}"/>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3F71722C-17FB-44D9-9A59-F943A4B8DD8A}" type="datetime1">
              <a:rPr lang="es-ES" smtClean="0"/>
              <a:t>06/05/2026</a:t>
            </a:fld>
            <a:endParaRPr lang="es-ES"/>
          </a:p>
        </p:txBody>
      </p:sp>
      <p:sp>
        <p:nvSpPr>
          <p:cNvPr id="14" name="CuadroTexto 13">
            <a:extLst>
              <a:ext uri="{FF2B5EF4-FFF2-40B4-BE49-F238E27FC236}">
                <a16:creationId xmlns:a16="http://schemas.microsoft.com/office/drawing/2014/main" id="{9012ADFE-7C0E-8F76-F80A-2E6C4D3DFD93}"/>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2" name="Gráfico 1">
            <a:extLst>
              <a:ext uri="{FF2B5EF4-FFF2-40B4-BE49-F238E27FC236}">
                <a16:creationId xmlns:a16="http://schemas.microsoft.com/office/drawing/2014/main" id="{B7F2C00B-2DF3-5CCC-ECE2-121D9575EBE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906082" y="6322362"/>
            <a:ext cx="6409575" cy="363174"/>
          </a:xfrm>
          <a:prstGeom prst="rect">
            <a:avLst/>
          </a:prstGeom>
        </p:spPr>
      </p:pic>
    </p:spTree>
    <p:extLst>
      <p:ext uri="{BB962C8B-B14F-4D97-AF65-F5344CB8AC3E}">
        <p14:creationId xmlns:p14="http://schemas.microsoft.com/office/powerpoint/2010/main" val="36678588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Diseño personalizado">
    <p:bg>
      <p:bgRef idx="1001">
        <a:schemeClr val="bg1"/>
      </p:bgRef>
    </p:bg>
    <p:spTree>
      <p:nvGrpSpPr>
        <p:cNvPr id="1" name=""/>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0F7A18AD-32C5-F0A2-1D2D-FC1BE56A655A}"/>
              </a:ext>
            </a:extLst>
          </p:cNvPr>
          <p:cNvSpPr>
            <a:spLocks noGrp="1"/>
          </p:cNvSpPr>
          <p:nvPr>
            <p:ph type="ftr" sz="quarter" idx="10"/>
          </p:nvPr>
        </p:nvSpPr>
        <p:spPr/>
        <p:txBody>
          <a:bodyPr/>
          <a:lstStyle/>
          <a:p>
            <a:r>
              <a:rPr lang="en-US"/>
              <a:t>Pie de página</a:t>
            </a:r>
          </a:p>
        </p:txBody>
      </p:sp>
      <p:sp>
        <p:nvSpPr>
          <p:cNvPr id="4" name="Marcador de número de diapositiva 3">
            <a:extLst>
              <a:ext uri="{FF2B5EF4-FFF2-40B4-BE49-F238E27FC236}">
                <a16:creationId xmlns:a16="http://schemas.microsoft.com/office/drawing/2014/main" id="{28F6C991-0044-5BF1-514A-F8FEAB5DF445}"/>
              </a:ext>
            </a:extLst>
          </p:cNvPr>
          <p:cNvSpPr>
            <a:spLocks noGrp="1"/>
          </p:cNvSpPr>
          <p:nvPr>
            <p:ph type="sldNum" sz="quarter" idx="11"/>
          </p:nvPr>
        </p:nvSpPr>
        <p:spPr/>
        <p:txBody>
          <a:bodyPr/>
          <a:lstStyle/>
          <a:p>
            <a:fld id="{D637F8FC-4B86-4690-8888-22AB2F781BEF}" type="slidenum">
              <a:rPr lang="en-US" smtClean="0"/>
              <a:pPr/>
              <a:t>‹#›</a:t>
            </a:fld>
            <a:endParaRPr lang="en-US"/>
          </a:p>
        </p:txBody>
      </p:sp>
      <p:sp>
        <p:nvSpPr>
          <p:cNvPr id="5" name="Marcador de contenido 2">
            <a:extLst>
              <a:ext uri="{FF2B5EF4-FFF2-40B4-BE49-F238E27FC236}">
                <a16:creationId xmlns:a16="http://schemas.microsoft.com/office/drawing/2014/main" id="{6000D711-5053-1F7A-E343-2D14CB5EB994}"/>
              </a:ext>
            </a:extLst>
          </p:cNvPr>
          <p:cNvSpPr>
            <a:spLocks noGrp="1"/>
          </p:cNvSpPr>
          <p:nvPr>
            <p:ph idx="13" hasCustomPrompt="1"/>
          </p:nvPr>
        </p:nvSpPr>
        <p:spPr>
          <a:xfrm>
            <a:off x="3958542" y="1638168"/>
            <a:ext cx="7477554" cy="4428622"/>
          </a:xfrm>
          <a:noFill/>
        </p:spPr>
        <p:txBody>
          <a:bodyPr>
            <a:noAutofit/>
          </a:bodyPr>
          <a:lstStyle>
            <a:lvl1pPr>
              <a:defRPr sz="1600"/>
            </a:lvl1pPr>
          </a:lstStyle>
          <a:p>
            <a:pPr marL="0" indent="0">
              <a:buNone/>
            </a:pPr>
            <a:r>
              <a:rPr lang="es-ES"/>
              <a:t>Aquí los estudiantes aprenden las habilidades prácticas necesarias para diseñar, simular y fabricar chips fotónicos, utilizando herramientas de vanguardia y técnicas de fabricación avanzadas.</a:t>
            </a:r>
          </a:p>
        </p:txBody>
      </p:sp>
      <p:sp>
        <p:nvSpPr>
          <p:cNvPr id="6" name="Title 1">
            <a:extLst>
              <a:ext uri="{FF2B5EF4-FFF2-40B4-BE49-F238E27FC236}">
                <a16:creationId xmlns:a16="http://schemas.microsoft.com/office/drawing/2014/main" id="{AFE1A0CB-2E6A-3E4E-1A58-10120629C5A9}"/>
              </a:ext>
            </a:extLst>
          </p:cNvPr>
          <p:cNvSpPr>
            <a:spLocks noGrp="1"/>
          </p:cNvSpPr>
          <p:nvPr>
            <p:ph type="title" hasCustomPrompt="1"/>
          </p:nvPr>
        </p:nvSpPr>
        <p:spPr>
          <a:xfrm>
            <a:off x="891713" y="831755"/>
            <a:ext cx="10544383" cy="599007"/>
          </a:xfrm>
        </p:spPr>
        <p:txBody>
          <a:bodyPr>
            <a:noAutofit/>
          </a:bodyPr>
          <a:lstStyle/>
          <a:p>
            <a:r>
              <a:rPr lang="en-US"/>
              <a:t>Click to edit Master title style</a:t>
            </a:r>
          </a:p>
        </p:txBody>
      </p:sp>
      <p:sp>
        <p:nvSpPr>
          <p:cNvPr id="11" name="Content Placeholder 2">
            <a:extLst>
              <a:ext uri="{FF2B5EF4-FFF2-40B4-BE49-F238E27FC236}">
                <a16:creationId xmlns:a16="http://schemas.microsoft.com/office/drawing/2014/main" id="{C94C29A2-520E-4F2C-704C-8B300B79AACC}"/>
              </a:ext>
            </a:extLst>
          </p:cNvPr>
          <p:cNvSpPr>
            <a:spLocks noGrp="1"/>
          </p:cNvSpPr>
          <p:nvPr>
            <p:ph idx="1" hasCustomPrompt="1"/>
          </p:nvPr>
        </p:nvSpPr>
        <p:spPr>
          <a:xfrm>
            <a:off x="891713" y="1638169"/>
            <a:ext cx="2800611" cy="4428622"/>
          </a:xfrm>
          <a:solidFill>
            <a:schemeClr val="accent2">
              <a:lumMod val="85000"/>
              <a:lumOff val="15000"/>
            </a:schemeClr>
          </a:solidFill>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Marcador de fecha 3">
            <a:extLst>
              <a:ext uri="{FF2B5EF4-FFF2-40B4-BE49-F238E27FC236}">
                <a16:creationId xmlns:a16="http://schemas.microsoft.com/office/drawing/2014/main" id="{854E9E7B-CBB5-7D97-D361-12A6F420F353}"/>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E5C321A5-549C-4130-88AA-C34C13465CE0}" type="datetime1">
              <a:rPr lang="es-ES" smtClean="0"/>
              <a:t>06/05/2026</a:t>
            </a:fld>
            <a:endParaRPr lang="es-ES"/>
          </a:p>
        </p:txBody>
      </p:sp>
      <p:sp>
        <p:nvSpPr>
          <p:cNvPr id="8" name="CuadroTexto 7">
            <a:extLst>
              <a:ext uri="{FF2B5EF4-FFF2-40B4-BE49-F238E27FC236}">
                <a16:creationId xmlns:a16="http://schemas.microsoft.com/office/drawing/2014/main" id="{8FBD5DD5-EDA5-C953-9EE4-3ED6B0254CCB}"/>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12" name="Marcador de contenido 11">
            <a:extLst>
              <a:ext uri="{FF2B5EF4-FFF2-40B4-BE49-F238E27FC236}">
                <a16:creationId xmlns:a16="http://schemas.microsoft.com/office/drawing/2014/main" id="{29739385-23E1-0840-26F5-50D6C12005E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481186" y="6237723"/>
            <a:ext cx="1129593" cy="447813"/>
          </a:xfrm>
          <a:prstGeom prst="rect">
            <a:avLst/>
          </a:prstGeom>
        </p:spPr>
      </p:pic>
      <p:pic>
        <p:nvPicPr>
          <p:cNvPr id="13" name="Gráfico 12">
            <a:extLst>
              <a:ext uri="{FF2B5EF4-FFF2-40B4-BE49-F238E27FC236}">
                <a16:creationId xmlns:a16="http://schemas.microsoft.com/office/drawing/2014/main" id="{CFDC6282-7A1E-677F-8861-18F6703CA1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915413" y="6339185"/>
            <a:ext cx="6399069" cy="363174"/>
          </a:xfrm>
          <a:prstGeom prst="rect">
            <a:avLst/>
          </a:prstGeom>
        </p:spPr>
      </p:pic>
    </p:spTree>
    <p:extLst>
      <p:ext uri="{BB962C8B-B14F-4D97-AF65-F5344CB8AC3E}">
        <p14:creationId xmlns:p14="http://schemas.microsoft.com/office/powerpoint/2010/main" val="344737455"/>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sarrollo 2">
    <p:spTree>
      <p:nvGrpSpPr>
        <p:cNvPr id="1" name=""/>
        <p:cNvGrpSpPr/>
        <p:nvPr/>
      </p:nvGrpSpPr>
      <p:grpSpPr>
        <a:xfrm>
          <a:off x="0" y="0"/>
          <a:ext cx="0" cy="0"/>
          <a:chOff x="0" y="0"/>
          <a:chExt cx="0" cy="0"/>
        </a:xfrm>
      </p:grpSpPr>
      <p:pic>
        <p:nvPicPr>
          <p:cNvPr id="14" name="Gráfico 13">
            <a:extLst>
              <a:ext uri="{FF2B5EF4-FFF2-40B4-BE49-F238E27FC236}">
                <a16:creationId xmlns:a16="http://schemas.microsoft.com/office/drawing/2014/main" id="{B6736391-2B2F-2D6A-91EA-81CED99784F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45" t="2347" r="73382" b="2844"/>
          <a:stretch/>
        </p:blipFill>
        <p:spPr>
          <a:xfrm>
            <a:off x="10078622" y="1085481"/>
            <a:ext cx="2113378" cy="4847197"/>
          </a:xfrm>
          <a:prstGeom prst="rect">
            <a:avLst/>
          </a:prstGeom>
        </p:spPr>
      </p:pic>
      <p:sp>
        <p:nvSpPr>
          <p:cNvPr id="3" name="Content Placeholder 2">
            <a:extLst>
              <a:ext uri="{FF2B5EF4-FFF2-40B4-BE49-F238E27FC236}">
                <a16:creationId xmlns:a16="http://schemas.microsoft.com/office/drawing/2014/main" id="{1A5E79C5-E567-4F12-96B8-8BBEAE3D8B9F}"/>
              </a:ext>
            </a:extLst>
          </p:cNvPr>
          <p:cNvSpPr>
            <a:spLocks noGrp="1"/>
          </p:cNvSpPr>
          <p:nvPr>
            <p:ph idx="1" hasCustomPrompt="1"/>
          </p:nvPr>
        </p:nvSpPr>
        <p:spPr>
          <a:xfrm>
            <a:off x="6437376" y="831755"/>
            <a:ext cx="4998720" cy="5235035"/>
          </a:xfrm>
          <a:solidFill>
            <a:schemeClr val="bg1">
              <a:lumMod val="95000"/>
            </a:schemeClr>
          </a:solidFill>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Marcador de gráfico 18">
            <a:extLst>
              <a:ext uri="{FF2B5EF4-FFF2-40B4-BE49-F238E27FC236}">
                <a16:creationId xmlns:a16="http://schemas.microsoft.com/office/drawing/2014/main" id="{711A22A6-10E9-83B1-3C7E-B0D7BDFB3EC9}"/>
              </a:ext>
            </a:extLst>
          </p:cNvPr>
          <p:cNvSpPr>
            <a:spLocks noGrp="1"/>
          </p:cNvSpPr>
          <p:nvPr>
            <p:ph type="chart" sz="quarter" idx="14" hasCustomPrompt="1"/>
          </p:nvPr>
        </p:nvSpPr>
        <p:spPr>
          <a:xfrm>
            <a:off x="9224963" y="4772332"/>
            <a:ext cx="2552700" cy="1000188"/>
          </a:xfrm>
          <a:prstGeom prst="roundRect">
            <a:avLst/>
          </a:prstGeom>
          <a:solidFill>
            <a:schemeClr val="bg1"/>
          </a:solidFill>
        </p:spPr>
        <p:txBody>
          <a:bodyPr/>
          <a:lstStyle>
            <a:lvl1pPr marL="0" indent="0">
              <a:buNone/>
              <a:defRPr sz="1400">
                <a:solidFill>
                  <a:schemeClr val="accent3"/>
                </a:solidFill>
              </a:defRPr>
            </a:lvl1pPr>
          </a:lstStyle>
          <a:p>
            <a:r>
              <a:rPr lang="es-ES"/>
              <a:t>Texto destacado</a:t>
            </a:r>
          </a:p>
        </p:txBody>
      </p:sp>
      <p:pic>
        <p:nvPicPr>
          <p:cNvPr id="15" name="Gráfico 14">
            <a:extLst>
              <a:ext uri="{FF2B5EF4-FFF2-40B4-BE49-F238E27FC236}">
                <a16:creationId xmlns:a16="http://schemas.microsoft.com/office/drawing/2014/main" id="{4B230A26-85CB-77DE-298F-38AA0180604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62075"/>
          <a:stretch/>
        </p:blipFill>
        <p:spPr>
          <a:xfrm>
            <a:off x="891712" y="5283492"/>
            <a:ext cx="2624252" cy="1574508"/>
          </a:xfrm>
          <a:prstGeom prst="rect">
            <a:avLst/>
          </a:prstGeom>
        </p:spPr>
      </p:pic>
      <p:sp>
        <p:nvSpPr>
          <p:cNvPr id="2" name="Title 1">
            <a:extLst>
              <a:ext uri="{FF2B5EF4-FFF2-40B4-BE49-F238E27FC236}">
                <a16:creationId xmlns:a16="http://schemas.microsoft.com/office/drawing/2014/main" id="{888E7C28-5DEE-493D-ABAD-38E4F2D75924}"/>
              </a:ext>
            </a:extLst>
          </p:cNvPr>
          <p:cNvSpPr>
            <a:spLocks noGrp="1"/>
          </p:cNvSpPr>
          <p:nvPr>
            <p:ph type="title" hasCustomPrompt="1"/>
          </p:nvPr>
        </p:nvSpPr>
        <p:spPr>
          <a:xfrm>
            <a:off x="891712" y="831755"/>
            <a:ext cx="5204288" cy="1179925"/>
          </a:xfrm>
        </p:spPr>
        <p:txBody>
          <a:bodyPr anchor="t">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5733DF7F-0B5C-40CE-A65F-779FA7EFBF1C}"/>
              </a:ext>
            </a:extLst>
          </p:cNvPr>
          <p:cNvSpPr>
            <a:spLocks noGrp="1"/>
          </p:cNvSpPr>
          <p:nvPr>
            <p:ph type="body" sz="half" idx="2" hasCustomPrompt="1"/>
          </p:nvPr>
        </p:nvSpPr>
        <p:spPr>
          <a:xfrm>
            <a:off x="891712" y="2133600"/>
            <a:ext cx="5204288" cy="3909402"/>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E80219DC-2646-42AD-897A-EB765DCBEF0F}"/>
              </a:ext>
            </a:extLst>
          </p:cNvPr>
          <p:cNvSpPr>
            <a:spLocks noGrp="1"/>
          </p:cNvSpPr>
          <p:nvPr>
            <p:ph type="ftr" sz="quarter" idx="11"/>
          </p:nvPr>
        </p:nvSpPr>
        <p:spPr/>
        <p:txBody>
          <a:bodyPr>
            <a:noAutofit/>
          </a:bodyPr>
          <a:lstStyle/>
          <a:p>
            <a:r>
              <a:rPr lang="en-US"/>
              <a:t>Pie de página</a:t>
            </a:r>
          </a:p>
        </p:txBody>
      </p:sp>
      <p:sp>
        <p:nvSpPr>
          <p:cNvPr id="7" name="Slide Number Placeholder 6">
            <a:extLst>
              <a:ext uri="{FF2B5EF4-FFF2-40B4-BE49-F238E27FC236}">
                <a16:creationId xmlns:a16="http://schemas.microsoft.com/office/drawing/2014/main" id="{1AF238D7-4EEA-475B-B1CA-C44B89BEA304}"/>
              </a:ext>
            </a:extLst>
          </p:cNvPr>
          <p:cNvSpPr>
            <a:spLocks noGrp="1"/>
          </p:cNvSpPr>
          <p:nvPr>
            <p:ph type="sldNum" sz="quarter" idx="12"/>
          </p:nvPr>
        </p:nvSpPr>
        <p:spPr/>
        <p:txBody>
          <a:bodyPr>
            <a:noAutofit/>
          </a:bodyPr>
          <a:lstStyle/>
          <a:p>
            <a:fld id="{D637F8FC-4B86-4690-8888-22AB2F781BEF}" type="slidenum">
              <a:rPr lang="en-US" smtClean="0"/>
              <a:t>‹#›</a:t>
            </a:fld>
            <a:endParaRPr lang="en-US"/>
          </a:p>
        </p:txBody>
      </p:sp>
      <p:pic>
        <p:nvPicPr>
          <p:cNvPr id="9" name="Marcador de contenido 11">
            <a:extLst>
              <a:ext uri="{FF2B5EF4-FFF2-40B4-BE49-F238E27FC236}">
                <a16:creationId xmlns:a16="http://schemas.microsoft.com/office/drawing/2014/main" id="{04A8186F-D22E-8AA7-909C-B3A10570467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81186" y="6237723"/>
            <a:ext cx="1129593" cy="447813"/>
          </a:xfrm>
          <a:prstGeom prst="rect">
            <a:avLst/>
          </a:prstGeom>
        </p:spPr>
      </p:pic>
      <p:sp>
        <p:nvSpPr>
          <p:cNvPr id="11" name="Marcador de fecha 3">
            <a:extLst>
              <a:ext uri="{FF2B5EF4-FFF2-40B4-BE49-F238E27FC236}">
                <a16:creationId xmlns:a16="http://schemas.microsoft.com/office/drawing/2014/main" id="{D1E0F9B4-62B9-0A2A-0C98-F985BC41A772}"/>
              </a:ext>
            </a:extLst>
          </p:cNvPr>
          <p:cNvSpPr>
            <a:spLocks noGrp="1"/>
          </p:cNvSpPr>
          <p:nvPr>
            <p:ph type="dt" sz="half" idx="13"/>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20A96FE7-AA6A-46B5-B544-F9557D603A75}" type="datetime1">
              <a:rPr lang="es-ES" smtClean="0"/>
              <a:t>06/05/2026</a:t>
            </a:fld>
            <a:endParaRPr lang="es-ES"/>
          </a:p>
        </p:txBody>
      </p:sp>
      <p:sp>
        <p:nvSpPr>
          <p:cNvPr id="12" name="CuadroTexto 11">
            <a:extLst>
              <a:ext uri="{FF2B5EF4-FFF2-40B4-BE49-F238E27FC236}">
                <a16:creationId xmlns:a16="http://schemas.microsoft.com/office/drawing/2014/main" id="{30FEA1C0-7D69-7C07-438E-A129061A7EF6}"/>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5" name="Gráfico 4">
            <a:extLst>
              <a:ext uri="{FF2B5EF4-FFF2-40B4-BE49-F238E27FC236}">
                <a16:creationId xmlns:a16="http://schemas.microsoft.com/office/drawing/2014/main" id="{1514F8DF-F8EE-DFBF-A756-CFFBDFED3330}"/>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906082" y="6322362"/>
            <a:ext cx="6409575" cy="363174"/>
          </a:xfrm>
          <a:prstGeom prst="rect">
            <a:avLst/>
          </a:prstGeom>
        </p:spPr>
      </p:pic>
    </p:spTree>
    <p:extLst>
      <p:ext uri="{BB962C8B-B14F-4D97-AF65-F5344CB8AC3E}">
        <p14:creationId xmlns:p14="http://schemas.microsoft.com/office/powerpoint/2010/main" val="5795853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esarrollo 2">
    <p:bg>
      <p:bgRef idx="1001">
        <a:schemeClr val="bg1"/>
      </p:bgRef>
    </p:bg>
    <p:spTree>
      <p:nvGrpSpPr>
        <p:cNvPr id="1" name=""/>
        <p:cNvGrpSpPr/>
        <p:nvPr/>
      </p:nvGrpSpPr>
      <p:grpSpPr>
        <a:xfrm>
          <a:off x="0" y="0"/>
          <a:ext cx="0" cy="0"/>
          <a:chOff x="0" y="0"/>
          <a:chExt cx="0" cy="0"/>
        </a:xfrm>
      </p:grpSpPr>
      <p:pic>
        <p:nvPicPr>
          <p:cNvPr id="18" name="Gráfico 17">
            <a:extLst>
              <a:ext uri="{FF2B5EF4-FFF2-40B4-BE49-F238E27FC236}">
                <a16:creationId xmlns:a16="http://schemas.microsoft.com/office/drawing/2014/main" id="{BA699092-3D3A-6E40-1059-3DB7D6E8AF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62075"/>
          <a:stretch/>
        </p:blipFill>
        <p:spPr>
          <a:xfrm>
            <a:off x="891712" y="5283492"/>
            <a:ext cx="2624252" cy="1574508"/>
          </a:xfrm>
          <a:prstGeom prst="rect">
            <a:avLst/>
          </a:prstGeom>
        </p:spPr>
      </p:pic>
      <p:pic>
        <p:nvPicPr>
          <p:cNvPr id="14" name="Gráfico 13">
            <a:extLst>
              <a:ext uri="{FF2B5EF4-FFF2-40B4-BE49-F238E27FC236}">
                <a16:creationId xmlns:a16="http://schemas.microsoft.com/office/drawing/2014/main" id="{B6736391-2B2F-2D6A-91EA-81CED99784F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545" t="2347" r="73382" b="2844"/>
          <a:stretch/>
        </p:blipFill>
        <p:spPr>
          <a:xfrm>
            <a:off x="10078622" y="1085481"/>
            <a:ext cx="2113378" cy="4847197"/>
          </a:xfrm>
          <a:prstGeom prst="rect">
            <a:avLst/>
          </a:prstGeom>
        </p:spPr>
      </p:pic>
      <p:sp>
        <p:nvSpPr>
          <p:cNvPr id="6" name="Footer Placeholder 5">
            <a:extLst>
              <a:ext uri="{FF2B5EF4-FFF2-40B4-BE49-F238E27FC236}">
                <a16:creationId xmlns:a16="http://schemas.microsoft.com/office/drawing/2014/main" id="{E80219DC-2646-42AD-897A-EB765DCBEF0F}"/>
              </a:ext>
            </a:extLst>
          </p:cNvPr>
          <p:cNvSpPr>
            <a:spLocks noGrp="1"/>
          </p:cNvSpPr>
          <p:nvPr>
            <p:ph type="ftr" sz="quarter" idx="11"/>
          </p:nvPr>
        </p:nvSpPr>
        <p:spPr/>
        <p:txBody>
          <a:bodyPr>
            <a:noAutofit/>
          </a:bodyPr>
          <a:lstStyle/>
          <a:p>
            <a:r>
              <a:rPr lang="en-US"/>
              <a:t>Pie de página</a:t>
            </a:r>
          </a:p>
        </p:txBody>
      </p:sp>
      <p:pic>
        <p:nvPicPr>
          <p:cNvPr id="9" name="Marcador de contenido 11">
            <a:extLst>
              <a:ext uri="{FF2B5EF4-FFF2-40B4-BE49-F238E27FC236}">
                <a16:creationId xmlns:a16="http://schemas.microsoft.com/office/drawing/2014/main" id="{04A8186F-D22E-8AA7-909C-B3A10570467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81186" y="6237723"/>
            <a:ext cx="1129593" cy="447813"/>
          </a:xfrm>
          <a:prstGeom prst="rect">
            <a:avLst/>
          </a:prstGeom>
        </p:spPr>
      </p:pic>
      <p:sp>
        <p:nvSpPr>
          <p:cNvPr id="11" name="Title 1">
            <a:extLst>
              <a:ext uri="{FF2B5EF4-FFF2-40B4-BE49-F238E27FC236}">
                <a16:creationId xmlns:a16="http://schemas.microsoft.com/office/drawing/2014/main" id="{73243762-F140-CFDD-CB9A-BF42A7470005}"/>
              </a:ext>
            </a:extLst>
          </p:cNvPr>
          <p:cNvSpPr>
            <a:spLocks noGrp="1"/>
          </p:cNvSpPr>
          <p:nvPr>
            <p:ph type="title" hasCustomPrompt="1"/>
          </p:nvPr>
        </p:nvSpPr>
        <p:spPr>
          <a:xfrm>
            <a:off x="891712" y="831755"/>
            <a:ext cx="5204288" cy="1179925"/>
          </a:xfrm>
        </p:spPr>
        <p:txBody>
          <a:bodyPr anchor="t">
            <a:noAutofit/>
          </a:bodyPr>
          <a:lstStyle>
            <a:lvl1pPr>
              <a:defRPr sz="3200"/>
            </a:lvl1pPr>
          </a:lstStyle>
          <a:p>
            <a:r>
              <a:rPr lang="en-US"/>
              <a:t>Click to edit Master title style</a:t>
            </a:r>
          </a:p>
        </p:txBody>
      </p:sp>
      <p:sp>
        <p:nvSpPr>
          <p:cNvPr id="12" name="Content Placeholder 2">
            <a:extLst>
              <a:ext uri="{FF2B5EF4-FFF2-40B4-BE49-F238E27FC236}">
                <a16:creationId xmlns:a16="http://schemas.microsoft.com/office/drawing/2014/main" id="{3651B616-4554-BE14-CA24-68B9670B800E}"/>
              </a:ext>
            </a:extLst>
          </p:cNvPr>
          <p:cNvSpPr>
            <a:spLocks noGrp="1"/>
          </p:cNvSpPr>
          <p:nvPr>
            <p:ph idx="1" hasCustomPrompt="1"/>
          </p:nvPr>
        </p:nvSpPr>
        <p:spPr>
          <a:xfrm>
            <a:off x="6437376" y="831755"/>
            <a:ext cx="4998720" cy="5235035"/>
          </a:xfrm>
          <a:solidFill>
            <a:schemeClr val="accent2">
              <a:lumMod val="85000"/>
              <a:lumOff val="15000"/>
            </a:schemeClr>
          </a:solidFill>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
            <a:extLst>
              <a:ext uri="{FF2B5EF4-FFF2-40B4-BE49-F238E27FC236}">
                <a16:creationId xmlns:a16="http://schemas.microsoft.com/office/drawing/2014/main" id="{8455153D-2311-EBA8-2DAA-6D98CD5CB9E1}"/>
              </a:ext>
            </a:extLst>
          </p:cNvPr>
          <p:cNvSpPr>
            <a:spLocks noGrp="1"/>
          </p:cNvSpPr>
          <p:nvPr>
            <p:ph type="body" sz="half" idx="2" hasCustomPrompt="1"/>
          </p:nvPr>
        </p:nvSpPr>
        <p:spPr>
          <a:xfrm>
            <a:off x="891712" y="2133600"/>
            <a:ext cx="5204288" cy="3909402"/>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9" name="Marcador de fecha 3">
            <a:extLst>
              <a:ext uri="{FF2B5EF4-FFF2-40B4-BE49-F238E27FC236}">
                <a16:creationId xmlns:a16="http://schemas.microsoft.com/office/drawing/2014/main" id="{9D2436CC-5FD8-7B63-9947-10AA03E28463}"/>
              </a:ext>
            </a:extLst>
          </p:cNvPr>
          <p:cNvSpPr>
            <a:spLocks noGrp="1"/>
          </p:cNvSpPr>
          <p:nvPr>
            <p:ph type="dt" sz="half" idx="13"/>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D2CFA2DD-A9A7-4014-B986-92304B894DB2}" type="datetime1">
              <a:rPr lang="es-ES" smtClean="0"/>
              <a:t>06/05/2026</a:t>
            </a:fld>
            <a:endParaRPr lang="es-ES"/>
          </a:p>
        </p:txBody>
      </p:sp>
      <p:sp>
        <p:nvSpPr>
          <p:cNvPr id="20" name="Slide Number Placeholder 3">
            <a:extLst>
              <a:ext uri="{FF2B5EF4-FFF2-40B4-BE49-F238E27FC236}">
                <a16:creationId xmlns:a16="http://schemas.microsoft.com/office/drawing/2014/main" id="{00BC57D6-2F4B-55B3-3716-392D556B1823}"/>
              </a:ext>
            </a:extLst>
          </p:cNvPr>
          <p:cNvSpPr>
            <a:spLocks noGrp="1"/>
          </p:cNvSpPr>
          <p:nvPr>
            <p:ph type="sldNum" sz="quarter" idx="12"/>
          </p:nvPr>
        </p:nvSpPr>
        <p:spPr>
          <a:xfrm>
            <a:off x="288189" y="244738"/>
            <a:ext cx="477046" cy="365125"/>
          </a:xfrm>
        </p:spPr>
        <p:txBody>
          <a:bodyPr>
            <a:noAutofit/>
          </a:bodyPr>
          <a:lstStyle/>
          <a:p>
            <a:fld id="{D637F8FC-4B86-4690-8888-22AB2F781BEF}" type="slidenum">
              <a:rPr lang="en-US" smtClean="0"/>
              <a:t>‹#›</a:t>
            </a:fld>
            <a:endParaRPr lang="en-US"/>
          </a:p>
        </p:txBody>
      </p:sp>
      <p:sp>
        <p:nvSpPr>
          <p:cNvPr id="21" name="CuadroTexto 20">
            <a:extLst>
              <a:ext uri="{FF2B5EF4-FFF2-40B4-BE49-F238E27FC236}">
                <a16:creationId xmlns:a16="http://schemas.microsoft.com/office/drawing/2014/main" id="{FEAF38C9-6C40-7794-D6F9-8F5DD227B149}"/>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sp>
        <p:nvSpPr>
          <p:cNvPr id="22" name="Marcador de gráfico 18">
            <a:extLst>
              <a:ext uri="{FF2B5EF4-FFF2-40B4-BE49-F238E27FC236}">
                <a16:creationId xmlns:a16="http://schemas.microsoft.com/office/drawing/2014/main" id="{85344140-FE92-7B49-9A31-0C3DA80A4518}"/>
              </a:ext>
            </a:extLst>
          </p:cNvPr>
          <p:cNvSpPr>
            <a:spLocks noGrp="1"/>
          </p:cNvSpPr>
          <p:nvPr>
            <p:ph type="chart" sz="quarter" idx="14" hasCustomPrompt="1"/>
          </p:nvPr>
        </p:nvSpPr>
        <p:spPr>
          <a:xfrm>
            <a:off x="9224963" y="4772332"/>
            <a:ext cx="2552700" cy="1000188"/>
          </a:xfrm>
          <a:prstGeom prst="roundRect">
            <a:avLst/>
          </a:prstGeom>
          <a:solidFill>
            <a:schemeClr val="bg1">
              <a:lumMod val="85000"/>
              <a:lumOff val="15000"/>
            </a:schemeClr>
          </a:solidFill>
        </p:spPr>
        <p:txBody>
          <a:bodyPr/>
          <a:lstStyle>
            <a:lvl1pPr marL="0" indent="0">
              <a:buNone/>
              <a:defRPr sz="1400">
                <a:solidFill>
                  <a:schemeClr val="accent3">
                    <a:lumMod val="20000"/>
                    <a:lumOff val="80000"/>
                  </a:schemeClr>
                </a:solidFill>
              </a:defRPr>
            </a:lvl1pPr>
          </a:lstStyle>
          <a:p>
            <a:r>
              <a:rPr lang="es-ES"/>
              <a:t>Texto destacado</a:t>
            </a:r>
          </a:p>
        </p:txBody>
      </p:sp>
      <p:pic>
        <p:nvPicPr>
          <p:cNvPr id="5" name="Gráfico 4">
            <a:extLst>
              <a:ext uri="{FF2B5EF4-FFF2-40B4-BE49-F238E27FC236}">
                <a16:creationId xmlns:a16="http://schemas.microsoft.com/office/drawing/2014/main" id="{350601A4-C4D8-C071-3F82-53C1E94A867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915413" y="6339185"/>
            <a:ext cx="6399069" cy="363174"/>
          </a:xfrm>
          <a:prstGeom prst="rect">
            <a:avLst/>
          </a:prstGeom>
        </p:spPr>
      </p:pic>
    </p:spTree>
    <p:extLst>
      <p:ext uri="{BB962C8B-B14F-4D97-AF65-F5344CB8AC3E}">
        <p14:creationId xmlns:p14="http://schemas.microsoft.com/office/powerpoint/2010/main" val="500989904"/>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sarrollo 3">
    <p:spTree>
      <p:nvGrpSpPr>
        <p:cNvPr id="1" name=""/>
        <p:cNvGrpSpPr/>
        <p:nvPr/>
      </p:nvGrpSpPr>
      <p:grpSpPr>
        <a:xfrm>
          <a:off x="0" y="0"/>
          <a:ext cx="0" cy="0"/>
          <a:chOff x="0" y="0"/>
          <a:chExt cx="0" cy="0"/>
        </a:xfrm>
      </p:grpSpPr>
      <p:pic>
        <p:nvPicPr>
          <p:cNvPr id="25" name="Gráfico 24">
            <a:extLst>
              <a:ext uri="{FF2B5EF4-FFF2-40B4-BE49-F238E27FC236}">
                <a16:creationId xmlns:a16="http://schemas.microsoft.com/office/drawing/2014/main" id="{0B47974B-83E4-3F26-191E-AA5B6B39397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1581" b="6561"/>
          <a:stretch/>
        </p:blipFill>
        <p:spPr>
          <a:xfrm>
            <a:off x="2062637" y="-1"/>
            <a:ext cx="3095982" cy="6858001"/>
          </a:xfrm>
          <a:prstGeom prst="rect">
            <a:avLst/>
          </a:prstGeom>
        </p:spPr>
      </p:pic>
      <p:sp>
        <p:nvSpPr>
          <p:cNvPr id="6" name="Footer Placeholder 5">
            <a:extLst>
              <a:ext uri="{FF2B5EF4-FFF2-40B4-BE49-F238E27FC236}">
                <a16:creationId xmlns:a16="http://schemas.microsoft.com/office/drawing/2014/main" id="{E80219DC-2646-42AD-897A-EB765DCBEF0F}"/>
              </a:ext>
            </a:extLst>
          </p:cNvPr>
          <p:cNvSpPr>
            <a:spLocks noGrp="1"/>
          </p:cNvSpPr>
          <p:nvPr>
            <p:ph type="ftr" sz="quarter" idx="11"/>
          </p:nvPr>
        </p:nvSpPr>
        <p:spPr/>
        <p:txBody>
          <a:bodyPr>
            <a:noAutofit/>
          </a:bodyPr>
          <a:lstStyle/>
          <a:p>
            <a:r>
              <a:rPr lang="en-US"/>
              <a:t>Pie de página</a:t>
            </a:r>
          </a:p>
        </p:txBody>
      </p:sp>
      <p:sp>
        <p:nvSpPr>
          <p:cNvPr id="7" name="Slide Number Placeholder 6">
            <a:extLst>
              <a:ext uri="{FF2B5EF4-FFF2-40B4-BE49-F238E27FC236}">
                <a16:creationId xmlns:a16="http://schemas.microsoft.com/office/drawing/2014/main" id="{1AF238D7-4EEA-475B-B1CA-C44B89BEA304}"/>
              </a:ext>
            </a:extLst>
          </p:cNvPr>
          <p:cNvSpPr>
            <a:spLocks noGrp="1"/>
          </p:cNvSpPr>
          <p:nvPr>
            <p:ph type="sldNum" sz="quarter" idx="12"/>
          </p:nvPr>
        </p:nvSpPr>
        <p:spPr/>
        <p:txBody>
          <a:bodyPr>
            <a:noAutofit/>
          </a:bodyPr>
          <a:lstStyle/>
          <a:p>
            <a:fld id="{D637F8FC-4B86-4690-8888-22AB2F781BEF}" type="slidenum">
              <a:rPr lang="en-US" smtClean="0"/>
              <a:t>‹#›</a:t>
            </a:fld>
            <a:endParaRPr lang="en-US"/>
          </a:p>
        </p:txBody>
      </p:sp>
      <p:pic>
        <p:nvPicPr>
          <p:cNvPr id="8" name="Marcador de contenido 11">
            <a:extLst>
              <a:ext uri="{FF2B5EF4-FFF2-40B4-BE49-F238E27FC236}">
                <a16:creationId xmlns:a16="http://schemas.microsoft.com/office/drawing/2014/main" id="{B3D25941-F99A-C8CD-F265-2C03D32E392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1186" y="6237723"/>
            <a:ext cx="1129593" cy="447813"/>
          </a:xfrm>
          <a:prstGeom prst="rect">
            <a:avLst/>
          </a:prstGeom>
        </p:spPr>
      </p:pic>
      <p:sp>
        <p:nvSpPr>
          <p:cNvPr id="12" name="Content Placeholder 2">
            <a:extLst>
              <a:ext uri="{FF2B5EF4-FFF2-40B4-BE49-F238E27FC236}">
                <a16:creationId xmlns:a16="http://schemas.microsoft.com/office/drawing/2014/main" id="{350D02C1-238B-DC36-C8F5-7E19EACF29B7}"/>
              </a:ext>
            </a:extLst>
          </p:cNvPr>
          <p:cNvSpPr>
            <a:spLocks noGrp="1"/>
          </p:cNvSpPr>
          <p:nvPr>
            <p:ph idx="1" hasCustomPrompt="1"/>
          </p:nvPr>
        </p:nvSpPr>
        <p:spPr>
          <a:xfrm>
            <a:off x="891713" y="831755"/>
            <a:ext cx="4484960" cy="5211247"/>
          </a:xfrm>
          <a:solidFill>
            <a:schemeClr val="bg1">
              <a:lumMod val="95000"/>
            </a:schemeClr>
          </a:solidFill>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a:extLst>
              <a:ext uri="{FF2B5EF4-FFF2-40B4-BE49-F238E27FC236}">
                <a16:creationId xmlns:a16="http://schemas.microsoft.com/office/drawing/2014/main" id="{FB5F466D-6F9F-2E0E-6159-8D572564F403}"/>
              </a:ext>
            </a:extLst>
          </p:cNvPr>
          <p:cNvSpPr>
            <a:spLocks noGrp="1"/>
          </p:cNvSpPr>
          <p:nvPr>
            <p:ph type="body" sz="half" idx="13" hasCustomPrompt="1"/>
          </p:nvPr>
        </p:nvSpPr>
        <p:spPr>
          <a:xfrm>
            <a:off x="5807642" y="2133600"/>
            <a:ext cx="5628453" cy="3909402"/>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1" name="Título 16">
            <a:extLst>
              <a:ext uri="{FF2B5EF4-FFF2-40B4-BE49-F238E27FC236}">
                <a16:creationId xmlns:a16="http://schemas.microsoft.com/office/drawing/2014/main" id="{29E6D6CD-8998-BD45-EB99-68DB07EA2E55}"/>
              </a:ext>
            </a:extLst>
          </p:cNvPr>
          <p:cNvSpPr>
            <a:spLocks noGrp="1"/>
          </p:cNvSpPr>
          <p:nvPr>
            <p:ph type="title" hasCustomPrompt="1"/>
          </p:nvPr>
        </p:nvSpPr>
        <p:spPr>
          <a:xfrm>
            <a:off x="5807641" y="818046"/>
            <a:ext cx="5628453" cy="1193634"/>
          </a:xfrm>
        </p:spPr>
        <p:txBody>
          <a:bodyPr/>
          <a:lstStyle>
            <a:lvl1pPr>
              <a:defRPr/>
            </a:lvl1pPr>
          </a:lstStyle>
          <a:p>
            <a:r>
              <a:rPr lang="en-US"/>
              <a:t>Click to edit Master title style</a:t>
            </a:r>
            <a:endParaRPr lang="es-ES"/>
          </a:p>
        </p:txBody>
      </p:sp>
      <p:sp>
        <p:nvSpPr>
          <p:cNvPr id="23" name="Marcador de fecha 3">
            <a:extLst>
              <a:ext uri="{FF2B5EF4-FFF2-40B4-BE49-F238E27FC236}">
                <a16:creationId xmlns:a16="http://schemas.microsoft.com/office/drawing/2014/main" id="{63459A6F-2D50-8C00-D00E-2BC63F276DCD}"/>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2B6FFAD5-EF0B-4707-845B-EA418E37C4E5}" type="datetime1">
              <a:rPr lang="es-ES" smtClean="0"/>
              <a:t>06/05/2026</a:t>
            </a:fld>
            <a:endParaRPr lang="es-ES"/>
          </a:p>
        </p:txBody>
      </p:sp>
      <p:sp>
        <p:nvSpPr>
          <p:cNvPr id="24" name="CuadroTexto 23">
            <a:extLst>
              <a:ext uri="{FF2B5EF4-FFF2-40B4-BE49-F238E27FC236}">
                <a16:creationId xmlns:a16="http://schemas.microsoft.com/office/drawing/2014/main" id="{5DFA1AB7-39FF-EDEF-4977-D55912CDC74C}"/>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2" name="Gráfico 1">
            <a:extLst>
              <a:ext uri="{FF2B5EF4-FFF2-40B4-BE49-F238E27FC236}">
                <a16:creationId xmlns:a16="http://schemas.microsoft.com/office/drawing/2014/main" id="{498A28FC-74D5-983C-7D26-D953C3CA6EB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906082" y="6322362"/>
            <a:ext cx="6409575" cy="363174"/>
          </a:xfrm>
          <a:prstGeom prst="rect">
            <a:avLst/>
          </a:prstGeom>
        </p:spPr>
      </p:pic>
    </p:spTree>
    <p:extLst>
      <p:ext uri="{BB962C8B-B14F-4D97-AF65-F5344CB8AC3E}">
        <p14:creationId xmlns:p14="http://schemas.microsoft.com/office/powerpoint/2010/main" val="19884686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esarrollo 3">
    <p:bg>
      <p:bgRef idx="1001">
        <a:schemeClr val="bg1"/>
      </p:bgRef>
    </p:bg>
    <p:spTree>
      <p:nvGrpSpPr>
        <p:cNvPr id="1" name=""/>
        <p:cNvGrpSpPr/>
        <p:nvPr/>
      </p:nvGrpSpPr>
      <p:grpSpPr>
        <a:xfrm>
          <a:off x="0" y="0"/>
          <a:ext cx="0" cy="0"/>
          <a:chOff x="0" y="0"/>
          <a:chExt cx="0" cy="0"/>
        </a:xfrm>
      </p:grpSpPr>
      <p:pic>
        <p:nvPicPr>
          <p:cNvPr id="21" name="Gráfico 20">
            <a:extLst>
              <a:ext uri="{FF2B5EF4-FFF2-40B4-BE49-F238E27FC236}">
                <a16:creationId xmlns:a16="http://schemas.microsoft.com/office/drawing/2014/main" id="{1FF774E5-20E2-4455-3E6A-5F6DCA35654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1581" b="6561"/>
          <a:stretch/>
        </p:blipFill>
        <p:spPr>
          <a:xfrm>
            <a:off x="2062637" y="-1"/>
            <a:ext cx="3095982" cy="6858001"/>
          </a:xfrm>
          <a:prstGeom prst="rect">
            <a:avLst/>
          </a:prstGeom>
        </p:spPr>
      </p:pic>
      <p:sp>
        <p:nvSpPr>
          <p:cNvPr id="17" name="Título 16">
            <a:extLst>
              <a:ext uri="{FF2B5EF4-FFF2-40B4-BE49-F238E27FC236}">
                <a16:creationId xmlns:a16="http://schemas.microsoft.com/office/drawing/2014/main" id="{899065D6-C6BF-2E53-1186-31E536335628}"/>
              </a:ext>
            </a:extLst>
          </p:cNvPr>
          <p:cNvSpPr>
            <a:spLocks noGrp="1"/>
          </p:cNvSpPr>
          <p:nvPr>
            <p:ph type="title" hasCustomPrompt="1"/>
          </p:nvPr>
        </p:nvSpPr>
        <p:spPr>
          <a:xfrm>
            <a:off x="5807641" y="818046"/>
            <a:ext cx="5628453" cy="1193634"/>
          </a:xfrm>
        </p:spPr>
        <p:txBody>
          <a:bodyPr/>
          <a:lstStyle>
            <a:lvl1pPr>
              <a:defRPr/>
            </a:lvl1pPr>
          </a:lstStyle>
          <a:p>
            <a:r>
              <a:rPr lang="en-US"/>
              <a:t>Click to edit Master title style</a:t>
            </a:r>
            <a:endParaRPr lang="es-ES"/>
          </a:p>
        </p:txBody>
      </p:sp>
      <p:sp>
        <p:nvSpPr>
          <p:cNvPr id="6" name="Footer Placeholder 5">
            <a:extLst>
              <a:ext uri="{FF2B5EF4-FFF2-40B4-BE49-F238E27FC236}">
                <a16:creationId xmlns:a16="http://schemas.microsoft.com/office/drawing/2014/main" id="{E80219DC-2646-42AD-897A-EB765DCBEF0F}"/>
              </a:ext>
            </a:extLst>
          </p:cNvPr>
          <p:cNvSpPr>
            <a:spLocks noGrp="1"/>
          </p:cNvSpPr>
          <p:nvPr>
            <p:ph type="ftr" sz="quarter" idx="11"/>
          </p:nvPr>
        </p:nvSpPr>
        <p:spPr/>
        <p:txBody>
          <a:bodyPr>
            <a:noAutofit/>
          </a:bodyPr>
          <a:lstStyle/>
          <a:p>
            <a:r>
              <a:rPr lang="en-US"/>
              <a:t>Pie de página</a:t>
            </a:r>
          </a:p>
        </p:txBody>
      </p:sp>
      <p:sp>
        <p:nvSpPr>
          <p:cNvPr id="7" name="Slide Number Placeholder 6">
            <a:extLst>
              <a:ext uri="{FF2B5EF4-FFF2-40B4-BE49-F238E27FC236}">
                <a16:creationId xmlns:a16="http://schemas.microsoft.com/office/drawing/2014/main" id="{1AF238D7-4EEA-475B-B1CA-C44B89BEA304}"/>
              </a:ext>
            </a:extLst>
          </p:cNvPr>
          <p:cNvSpPr>
            <a:spLocks noGrp="1"/>
          </p:cNvSpPr>
          <p:nvPr>
            <p:ph type="sldNum" sz="quarter" idx="12"/>
          </p:nvPr>
        </p:nvSpPr>
        <p:spPr/>
        <p:txBody>
          <a:bodyPr>
            <a:noAutofit/>
          </a:bodyPr>
          <a:lstStyle>
            <a:lvl1pPr>
              <a:defRPr>
                <a:solidFill>
                  <a:schemeClr val="tx1"/>
                </a:solidFill>
              </a:defRPr>
            </a:lvl1pPr>
          </a:lstStyle>
          <a:p>
            <a:fld id="{D637F8FC-4B86-4690-8888-22AB2F781BEF}" type="slidenum">
              <a:rPr lang="en-US" smtClean="0"/>
              <a:pPr/>
              <a:t>‹#›</a:t>
            </a:fld>
            <a:endParaRPr lang="en-US"/>
          </a:p>
        </p:txBody>
      </p:sp>
      <p:pic>
        <p:nvPicPr>
          <p:cNvPr id="12" name="Marcador de contenido 11">
            <a:extLst>
              <a:ext uri="{FF2B5EF4-FFF2-40B4-BE49-F238E27FC236}">
                <a16:creationId xmlns:a16="http://schemas.microsoft.com/office/drawing/2014/main" id="{BF454571-ADCB-5E70-D9C5-95D68ED1675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1186" y="6237723"/>
            <a:ext cx="1129593" cy="447813"/>
          </a:xfrm>
          <a:prstGeom prst="rect">
            <a:avLst/>
          </a:prstGeom>
        </p:spPr>
      </p:pic>
      <p:sp>
        <p:nvSpPr>
          <p:cNvPr id="11" name="Content Placeholder 2">
            <a:extLst>
              <a:ext uri="{FF2B5EF4-FFF2-40B4-BE49-F238E27FC236}">
                <a16:creationId xmlns:a16="http://schemas.microsoft.com/office/drawing/2014/main" id="{DEF03BBC-3B98-B8E2-288E-C2579352A23C}"/>
              </a:ext>
            </a:extLst>
          </p:cNvPr>
          <p:cNvSpPr>
            <a:spLocks noGrp="1"/>
          </p:cNvSpPr>
          <p:nvPr>
            <p:ph idx="1" hasCustomPrompt="1"/>
          </p:nvPr>
        </p:nvSpPr>
        <p:spPr>
          <a:xfrm>
            <a:off x="891713" y="831755"/>
            <a:ext cx="4484960" cy="5211247"/>
          </a:xfrm>
          <a:solidFill>
            <a:schemeClr val="accent2">
              <a:lumMod val="85000"/>
              <a:lumOff val="15000"/>
            </a:schemeClr>
          </a:solidFill>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a:extLst>
              <a:ext uri="{FF2B5EF4-FFF2-40B4-BE49-F238E27FC236}">
                <a16:creationId xmlns:a16="http://schemas.microsoft.com/office/drawing/2014/main" id="{2FC77A64-18E7-5D7E-C99A-B1FFFEB4F492}"/>
              </a:ext>
            </a:extLst>
          </p:cNvPr>
          <p:cNvSpPr>
            <a:spLocks noGrp="1"/>
          </p:cNvSpPr>
          <p:nvPr>
            <p:ph type="body" sz="half" idx="13" hasCustomPrompt="1"/>
          </p:nvPr>
        </p:nvSpPr>
        <p:spPr>
          <a:xfrm>
            <a:off x="5807642" y="2133600"/>
            <a:ext cx="5628453" cy="3909402"/>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9" name="Marcador de fecha 3">
            <a:extLst>
              <a:ext uri="{FF2B5EF4-FFF2-40B4-BE49-F238E27FC236}">
                <a16:creationId xmlns:a16="http://schemas.microsoft.com/office/drawing/2014/main" id="{894CAA7A-1DFC-2047-D243-DC3C020FB3A3}"/>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5B7A43D2-F12F-4AA2-8415-6060ACB75EB2}" type="datetime1">
              <a:rPr lang="es-ES" smtClean="0"/>
              <a:t>06/05/2026</a:t>
            </a:fld>
            <a:endParaRPr lang="es-ES"/>
          </a:p>
        </p:txBody>
      </p:sp>
      <p:sp>
        <p:nvSpPr>
          <p:cNvPr id="20" name="CuadroTexto 19">
            <a:extLst>
              <a:ext uri="{FF2B5EF4-FFF2-40B4-BE49-F238E27FC236}">
                <a16:creationId xmlns:a16="http://schemas.microsoft.com/office/drawing/2014/main" id="{9E550199-0D40-AEC6-7FBB-0F99520EA72B}"/>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pic>
        <p:nvPicPr>
          <p:cNvPr id="5" name="Gráfico 4">
            <a:extLst>
              <a:ext uri="{FF2B5EF4-FFF2-40B4-BE49-F238E27FC236}">
                <a16:creationId xmlns:a16="http://schemas.microsoft.com/office/drawing/2014/main" id="{11BB9107-9CD5-2E0E-70A0-DD25549AB2D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915413" y="6339185"/>
            <a:ext cx="6399069" cy="363174"/>
          </a:xfrm>
          <a:prstGeom prst="rect">
            <a:avLst/>
          </a:prstGeom>
        </p:spPr>
      </p:pic>
    </p:spTree>
    <p:extLst>
      <p:ext uri="{BB962C8B-B14F-4D97-AF65-F5344CB8AC3E}">
        <p14:creationId xmlns:p14="http://schemas.microsoft.com/office/powerpoint/2010/main" val="173991172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sarrollo 6">
    <p:spTree>
      <p:nvGrpSpPr>
        <p:cNvPr id="1" name=""/>
        <p:cNvGrpSpPr/>
        <p:nvPr/>
      </p:nvGrpSpPr>
      <p:grpSpPr>
        <a:xfrm>
          <a:off x="0" y="0"/>
          <a:ext cx="0" cy="0"/>
          <a:chOff x="0" y="0"/>
          <a:chExt cx="0" cy="0"/>
        </a:xfrm>
      </p:grpSpPr>
      <p:pic>
        <p:nvPicPr>
          <p:cNvPr id="16" name="Gráfico 15">
            <a:extLst>
              <a:ext uri="{FF2B5EF4-FFF2-40B4-BE49-F238E27FC236}">
                <a16:creationId xmlns:a16="http://schemas.microsoft.com/office/drawing/2014/main" id="{998967B4-5BC9-6209-F9BA-70EC281BE7C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4898" t="3300" r="5227" b="67789"/>
          <a:stretch/>
        </p:blipFill>
        <p:spPr>
          <a:xfrm>
            <a:off x="0" y="4283243"/>
            <a:ext cx="4173694" cy="2574758"/>
          </a:xfrm>
          <a:prstGeom prst="rect">
            <a:avLst/>
          </a:prstGeom>
        </p:spPr>
      </p:pic>
      <p:sp>
        <p:nvSpPr>
          <p:cNvPr id="7" name="Slide Number Placeholder 6">
            <a:extLst>
              <a:ext uri="{FF2B5EF4-FFF2-40B4-BE49-F238E27FC236}">
                <a16:creationId xmlns:a16="http://schemas.microsoft.com/office/drawing/2014/main" id="{1AF238D7-4EEA-475B-B1CA-C44B89BEA304}"/>
              </a:ext>
            </a:extLst>
          </p:cNvPr>
          <p:cNvSpPr>
            <a:spLocks noGrp="1"/>
          </p:cNvSpPr>
          <p:nvPr>
            <p:ph type="sldNum" sz="quarter" idx="12"/>
          </p:nvPr>
        </p:nvSpPr>
        <p:spPr/>
        <p:txBody>
          <a:bodyPr>
            <a:noAutofit/>
          </a:bodyPr>
          <a:lstStyle/>
          <a:p>
            <a:fld id="{D637F8FC-4B86-4690-8888-22AB2F781BEF}" type="slidenum">
              <a:rPr lang="en-US" smtClean="0"/>
              <a:t>‹#›</a:t>
            </a:fld>
            <a:endParaRPr lang="en-US"/>
          </a:p>
        </p:txBody>
      </p:sp>
      <p:sp>
        <p:nvSpPr>
          <p:cNvPr id="13" name="Marcador de pie de página 12">
            <a:extLst>
              <a:ext uri="{FF2B5EF4-FFF2-40B4-BE49-F238E27FC236}">
                <a16:creationId xmlns:a16="http://schemas.microsoft.com/office/drawing/2014/main" id="{14224384-BA42-610B-2EC4-317352196201}"/>
              </a:ext>
            </a:extLst>
          </p:cNvPr>
          <p:cNvSpPr>
            <a:spLocks noGrp="1"/>
          </p:cNvSpPr>
          <p:nvPr>
            <p:ph type="ftr" sz="quarter" idx="13"/>
          </p:nvPr>
        </p:nvSpPr>
        <p:spPr/>
        <p:txBody>
          <a:bodyPr/>
          <a:lstStyle>
            <a:lvl1pPr>
              <a:defRPr>
                <a:solidFill>
                  <a:schemeClr val="tx1"/>
                </a:solidFill>
              </a:defRPr>
            </a:lvl1pPr>
          </a:lstStyle>
          <a:p>
            <a:r>
              <a:rPr lang="en-US"/>
              <a:t>Pie de página</a:t>
            </a:r>
          </a:p>
        </p:txBody>
      </p:sp>
      <p:sp>
        <p:nvSpPr>
          <p:cNvPr id="18" name="Marcador de posición de imagen 14">
            <a:extLst>
              <a:ext uri="{FF2B5EF4-FFF2-40B4-BE49-F238E27FC236}">
                <a16:creationId xmlns:a16="http://schemas.microsoft.com/office/drawing/2014/main" id="{51113957-190E-40EB-1082-C0D10E5882EE}"/>
              </a:ext>
            </a:extLst>
          </p:cNvPr>
          <p:cNvSpPr>
            <a:spLocks noGrp="1"/>
          </p:cNvSpPr>
          <p:nvPr>
            <p:ph type="pic" sz="quarter" idx="14"/>
          </p:nvPr>
        </p:nvSpPr>
        <p:spPr>
          <a:xfrm>
            <a:off x="10349010" y="0"/>
            <a:ext cx="1842989" cy="6858000"/>
          </a:xfrm>
          <a:solidFill>
            <a:schemeClr val="bg1">
              <a:lumMod val="95000"/>
            </a:schemeClr>
          </a:solidFill>
        </p:spPr>
        <p:txBody>
          <a:bodyPr/>
          <a:lstStyle/>
          <a:p>
            <a:r>
              <a:rPr lang="es-ES"/>
              <a:t>Haga clic en el icono para agregar una imagen</a:t>
            </a:r>
          </a:p>
        </p:txBody>
      </p:sp>
      <p:sp>
        <p:nvSpPr>
          <p:cNvPr id="19" name="Marcador de posición de imagen 14">
            <a:extLst>
              <a:ext uri="{FF2B5EF4-FFF2-40B4-BE49-F238E27FC236}">
                <a16:creationId xmlns:a16="http://schemas.microsoft.com/office/drawing/2014/main" id="{ECC85F00-06F3-FFDA-7D0B-B630279F0771}"/>
              </a:ext>
            </a:extLst>
          </p:cNvPr>
          <p:cNvSpPr>
            <a:spLocks noGrp="1"/>
          </p:cNvSpPr>
          <p:nvPr>
            <p:ph type="pic" sz="quarter" idx="15"/>
          </p:nvPr>
        </p:nvSpPr>
        <p:spPr>
          <a:xfrm>
            <a:off x="8522063" y="0"/>
            <a:ext cx="1842989" cy="6858000"/>
          </a:xfrm>
          <a:solidFill>
            <a:schemeClr val="bg1">
              <a:lumMod val="95000"/>
            </a:schemeClr>
          </a:solidFill>
        </p:spPr>
        <p:txBody>
          <a:bodyPr/>
          <a:lstStyle/>
          <a:p>
            <a:r>
              <a:rPr lang="es-ES"/>
              <a:t>Haga clic en el icono para agregar una imagen</a:t>
            </a:r>
          </a:p>
        </p:txBody>
      </p:sp>
      <p:sp>
        <p:nvSpPr>
          <p:cNvPr id="20" name="Marcador de posición de imagen 14">
            <a:extLst>
              <a:ext uri="{FF2B5EF4-FFF2-40B4-BE49-F238E27FC236}">
                <a16:creationId xmlns:a16="http://schemas.microsoft.com/office/drawing/2014/main" id="{CC675753-7B5A-1DB9-0A03-F246D4F25DBE}"/>
              </a:ext>
            </a:extLst>
          </p:cNvPr>
          <p:cNvSpPr>
            <a:spLocks noGrp="1"/>
          </p:cNvSpPr>
          <p:nvPr>
            <p:ph type="pic" sz="quarter" idx="16"/>
          </p:nvPr>
        </p:nvSpPr>
        <p:spPr>
          <a:xfrm>
            <a:off x="6694035" y="0"/>
            <a:ext cx="1842989" cy="6858000"/>
          </a:xfrm>
          <a:solidFill>
            <a:schemeClr val="bg1">
              <a:lumMod val="95000"/>
            </a:schemeClr>
          </a:solidFill>
        </p:spPr>
        <p:txBody>
          <a:bodyPr/>
          <a:lstStyle/>
          <a:p>
            <a:r>
              <a:rPr lang="es-ES"/>
              <a:t>Haga clic en el icono para agregar una imagen</a:t>
            </a:r>
          </a:p>
        </p:txBody>
      </p:sp>
      <p:sp>
        <p:nvSpPr>
          <p:cNvPr id="8" name="Title 1">
            <a:extLst>
              <a:ext uri="{FF2B5EF4-FFF2-40B4-BE49-F238E27FC236}">
                <a16:creationId xmlns:a16="http://schemas.microsoft.com/office/drawing/2014/main" id="{80AD7B9E-EC2B-A5C7-3DF7-B7A68B9D05CD}"/>
              </a:ext>
            </a:extLst>
          </p:cNvPr>
          <p:cNvSpPr>
            <a:spLocks noGrp="1"/>
          </p:cNvSpPr>
          <p:nvPr>
            <p:ph type="title" hasCustomPrompt="1"/>
          </p:nvPr>
        </p:nvSpPr>
        <p:spPr>
          <a:xfrm>
            <a:off x="891712" y="831755"/>
            <a:ext cx="5204288" cy="1179925"/>
          </a:xfrm>
        </p:spPr>
        <p:txBody>
          <a:bodyPr anchor="t">
            <a:noAutofit/>
          </a:bodyPr>
          <a:lstStyle>
            <a:lvl1pPr>
              <a:defRPr sz="3200"/>
            </a:lvl1pPr>
          </a:lstStyle>
          <a:p>
            <a:r>
              <a:rPr lang="en-US"/>
              <a:t>Click to edit Master title style</a:t>
            </a:r>
          </a:p>
        </p:txBody>
      </p:sp>
      <p:sp>
        <p:nvSpPr>
          <p:cNvPr id="9" name="Text Placeholder 3">
            <a:extLst>
              <a:ext uri="{FF2B5EF4-FFF2-40B4-BE49-F238E27FC236}">
                <a16:creationId xmlns:a16="http://schemas.microsoft.com/office/drawing/2014/main" id="{2C6C7599-0C78-BE5B-FDC2-F524E80A3AD9}"/>
              </a:ext>
            </a:extLst>
          </p:cNvPr>
          <p:cNvSpPr>
            <a:spLocks noGrp="1"/>
          </p:cNvSpPr>
          <p:nvPr>
            <p:ph type="body" sz="half" idx="2" hasCustomPrompt="1"/>
          </p:nvPr>
        </p:nvSpPr>
        <p:spPr>
          <a:xfrm>
            <a:off x="891712" y="2133600"/>
            <a:ext cx="5204288" cy="3909402"/>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Marcador de fecha 3">
            <a:extLst>
              <a:ext uri="{FF2B5EF4-FFF2-40B4-BE49-F238E27FC236}">
                <a16:creationId xmlns:a16="http://schemas.microsoft.com/office/drawing/2014/main" id="{BB44C627-7760-2939-5642-732A18AEC0F9}"/>
              </a:ext>
            </a:extLst>
          </p:cNvPr>
          <p:cNvSpPr>
            <a:spLocks noGrp="1"/>
          </p:cNvSpPr>
          <p:nvPr>
            <p:ph type="dt" sz="half" idx="17"/>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6D8F5695-44B3-4458-B7E3-8358CA24D191}" type="datetime1">
              <a:rPr lang="es-ES" smtClean="0"/>
              <a:t>06/05/2026</a:t>
            </a:fld>
            <a:endParaRPr lang="es-ES"/>
          </a:p>
        </p:txBody>
      </p:sp>
      <p:sp>
        <p:nvSpPr>
          <p:cNvPr id="14" name="CuadroTexto 13">
            <a:extLst>
              <a:ext uri="{FF2B5EF4-FFF2-40B4-BE49-F238E27FC236}">
                <a16:creationId xmlns:a16="http://schemas.microsoft.com/office/drawing/2014/main" id="{52653C44-51BD-A1BE-8A60-AC3CEC33BE13}"/>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spTree>
    <p:extLst>
      <p:ext uri="{BB962C8B-B14F-4D97-AF65-F5344CB8AC3E}">
        <p14:creationId xmlns:p14="http://schemas.microsoft.com/office/powerpoint/2010/main" val="7560526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sarrollo 5">
    <p:bg>
      <p:bgRef idx="1001">
        <a:schemeClr val="bg1"/>
      </p:bgRef>
    </p:bg>
    <p:spTree>
      <p:nvGrpSpPr>
        <p:cNvPr id="1" name=""/>
        <p:cNvGrpSpPr/>
        <p:nvPr/>
      </p:nvGrpSpPr>
      <p:grpSpPr>
        <a:xfrm>
          <a:off x="0" y="0"/>
          <a:ext cx="0" cy="0"/>
          <a:chOff x="0" y="0"/>
          <a:chExt cx="0" cy="0"/>
        </a:xfrm>
      </p:grpSpPr>
      <p:pic>
        <p:nvPicPr>
          <p:cNvPr id="17" name="Gráfico 16">
            <a:extLst>
              <a:ext uri="{FF2B5EF4-FFF2-40B4-BE49-F238E27FC236}">
                <a16:creationId xmlns:a16="http://schemas.microsoft.com/office/drawing/2014/main" id="{D82BF73A-C90B-47F8-E419-7D22AE1E29E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4898" t="3300" r="5227" b="67789"/>
          <a:stretch/>
        </p:blipFill>
        <p:spPr>
          <a:xfrm>
            <a:off x="0" y="4323754"/>
            <a:ext cx="4108025" cy="2534246"/>
          </a:xfrm>
          <a:prstGeom prst="rect">
            <a:avLst/>
          </a:prstGeom>
        </p:spPr>
      </p:pic>
      <p:sp>
        <p:nvSpPr>
          <p:cNvPr id="7" name="Slide Number Placeholder 6">
            <a:extLst>
              <a:ext uri="{FF2B5EF4-FFF2-40B4-BE49-F238E27FC236}">
                <a16:creationId xmlns:a16="http://schemas.microsoft.com/office/drawing/2014/main" id="{1AF238D7-4EEA-475B-B1CA-C44B89BEA304}"/>
              </a:ext>
            </a:extLst>
          </p:cNvPr>
          <p:cNvSpPr>
            <a:spLocks noGrp="1"/>
          </p:cNvSpPr>
          <p:nvPr>
            <p:ph type="sldNum" sz="quarter" idx="12"/>
          </p:nvPr>
        </p:nvSpPr>
        <p:spPr/>
        <p:txBody>
          <a:bodyPr>
            <a:noAutofit/>
          </a:bodyPr>
          <a:lstStyle/>
          <a:p>
            <a:fld id="{D637F8FC-4B86-4690-8888-22AB2F781BEF}" type="slidenum">
              <a:rPr lang="en-US" smtClean="0"/>
              <a:t>‹#›</a:t>
            </a:fld>
            <a:endParaRPr lang="en-US"/>
          </a:p>
        </p:txBody>
      </p:sp>
      <p:pic>
        <p:nvPicPr>
          <p:cNvPr id="12" name="Marcador de contenido 11">
            <a:extLst>
              <a:ext uri="{FF2B5EF4-FFF2-40B4-BE49-F238E27FC236}">
                <a16:creationId xmlns:a16="http://schemas.microsoft.com/office/drawing/2014/main" id="{BCF241A3-5127-72DD-6E30-4D14DDC1D328}"/>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81186" y="6237723"/>
            <a:ext cx="1129593" cy="447813"/>
          </a:xfrm>
          <a:prstGeom prst="rect">
            <a:avLst/>
          </a:prstGeom>
        </p:spPr>
      </p:pic>
      <p:sp>
        <p:nvSpPr>
          <p:cNvPr id="13" name="Marcador de pie de página 12">
            <a:extLst>
              <a:ext uri="{FF2B5EF4-FFF2-40B4-BE49-F238E27FC236}">
                <a16:creationId xmlns:a16="http://schemas.microsoft.com/office/drawing/2014/main" id="{14224384-BA42-610B-2EC4-317352196201}"/>
              </a:ext>
            </a:extLst>
          </p:cNvPr>
          <p:cNvSpPr>
            <a:spLocks noGrp="1"/>
          </p:cNvSpPr>
          <p:nvPr>
            <p:ph type="ftr" sz="quarter" idx="13"/>
          </p:nvPr>
        </p:nvSpPr>
        <p:spPr/>
        <p:txBody>
          <a:bodyPr/>
          <a:lstStyle>
            <a:lvl1pPr>
              <a:defRPr>
                <a:solidFill>
                  <a:schemeClr val="bg1"/>
                </a:solidFill>
              </a:defRPr>
            </a:lvl1pPr>
          </a:lstStyle>
          <a:p>
            <a:r>
              <a:rPr lang="en-US"/>
              <a:t>Pie de página</a:t>
            </a:r>
          </a:p>
        </p:txBody>
      </p:sp>
      <p:sp>
        <p:nvSpPr>
          <p:cNvPr id="22" name="Marcador de posición de imagen 14">
            <a:extLst>
              <a:ext uri="{FF2B5EF4-FFF2-40B4-BE49-F238E27FC236}">
                <a16:creationId xmlns:a16="http://schemas.microsoft.com/office/drawing/2014/main" id="{0C8AE3A6-90BA-A6A3-DC43-F40076F894D6}"/>
              </a:ext>
            </a:extLst>
          </p:cNvPr>
          <p:cNvSpPr>
            <a:spLocks noGrp="1"/>
          </p:cNvSpPr>
          <p:nvPr>
            <p:ph type="pic" sz="quarter" idx="14"/>
          </p:nvPr>
        </p:nvSpPr>
        <p:spPr>
          <a:xfrm>
            <a:off x="10349010" y="0"/>
            <a:ext cx="1842989" cy="6858000"/>
          </a:xfrm>
          <a:solidFill>
            <a:schemeClr val="bg1">
              <a:lumMod val="85000"/>
              <a:lumOff val="15000"/>
            </a:schemeClr>
          </a:solidFill>
        </p:spPr>
        <p:txBody>
          <a:bodyPr/>
          <a:lstStyle/>
          <a:p>
            <a:r>
              <a:rPr lang="es-ES"/>
              <a:t>Haga clic en el icono para agregar una imagen</a:t>
            </a:r>
          </a:p>
        </p:txBody>
      </p:sp>
      <p:sp>
        <p:nvSpPr>
          <p:cNvPr id="23" name="Marcador de posición de imagen 14">
            <a:extLst>
              <a:ext uri="{FF2B5EF4-FFF2-40B4-BE49-F238E27FC236}">
                <a16:creationId xmlns:a16="http://schemas.microsoft.com/office/drawing/2014/main" id="{C0D683D7-FAE8-2CE1-3760-7DE64D702351}"/>
              </a:ext>
            </a:extLst>
          </p:cNvPr>
          <p:cNvSpPr>
            <a:spLocks noGrp="1"/>
          </p:cNvSpPr>
          <p:nvPr>
            <p:ph type="pic" sz="quarter" idx="15"/>
          </p:nvPr>
        </p:nvSpPr>
        <p:spPr>
          <a:xfrm>
            <a:off x="8522063" y="0"/>
            <a:ext cx="1842989" cy="6858000"/>
          </a:xfrm>
          <a:solidFill>
            <a:schemeClr val="bg1">
              <a:lumMod val="85000"/>
              <a:lumOff val="15000"/>
            </a:schemeClr>
          </a:solidFill>
        </p:spPr>
        <p:txBody>
          <a:bodyPr/>
          <a:lstStyle/>
          <a:p>
            <a:r>
              <a:rPr lang="es-ES"/>
              <a:t>Haga clic en el icono para agregar una imagen</a:t>
            </a:r>
          </a:p>
        </p:txBody>
      </p:sp>
      <p:sp>
        <p:nvSpPr>
          <p:cNvPr id="24" name="Marcador de posición de imagen 14">
            <a:extLst>
              <a:ext uri="{FF2B5EF4-FFF2-40B4-BE49-F238E27FC236}">
                <a16:creationId xmlns:a16="http://schemas.microsoft.com/office/drawing/2014/main" id="{55BFD99E-1FF0-6316-148A-433EE9FA1D3C}"/>
              </a:ext>
            </a:extLst>
          </p:cNvPr>
          <p:cNvSpPr>
            <a:spLocks noGrp="1"/>
          </p:cNvSpPr>
          <p:nvPr>
            <p:ph type="pic" sz="quarter" idx="16"/>
          </p:nvPr>
        </p:nvSpPr>
        <p:spPr>
          <a:xfrm>
            <a:off x="6694035" y="0"/>
            <a:ext cx="1842989" cy="6858000"/>
          </a:xfrm>
          <a:solidFill>
            <a:schemeClr val="bg1">
              <a:lumMod val="85000"/>
              <a:lumOff val="15000"/>
            </a:schemeClr>
          </a:solidFill>
        </p:spPr>
        <p:txBody>
          <a:bodyPr/>
          <a:lstStyle/>
          <a:p>
            <a:r>
              <a:rPr lang="es-ES"/>
              <a:t>Haga clic en el icono para agregar una imagen</a:t>
            </a:r>
          </a:p>
        </p:txBody>
      </p:sp>
      <p:sp>
        <p:nvSpPr>
          <p:cNvPr id="10" name="Title 1">
            <a:extLst>
              <a:ext uri="{FF2B5EF4-FFF2-40B4-BE49-F238E27FC236}">
                <a16:creationId xmlns:a16="http://schemas.microsoft.com/office/drawing/2014/main" id="{2A36E51C-FE89-931F-BC08-BE9E59FA2978}"/>
              </a:ext>
            </a:extLst>
          </p:cNvPr>
          <p:cNvSpPr>
            <a:spLocks noGrp="1"/>
          </p:cNvSpPr>
          <p:nvPr>
            <p:ph type="title" hasCustomPrompt="1"/>
          </p:nvPr>
        </p:nvSpPr>
        <p:spPr>
          <a:xfrm>
            <a:off x="891712" y="831755"/>
            <a:ext cx="5204288" cy="1179925"/>
          </a:xfrm>
        </p:spPr>
        <p:txBody>
          <a:bodyPr anchor="t">
            <a:noAutofit/>
          </a:bodyPr>
          <a:lstStyle>
            <a:lvl1pPr>
              <a:defRPr sz="3200"/>
            </a:lvl1pPr>
          </a:lstStyle>
          <a:p>
            <a:r>
              <a:rPr lang="en-US"/>
              <a:t>Click to edit Master title style</a:t>
            </a:r>
          </a:p>
        </p:txBody>
      </p:sp>
      <p:sp>
        <p:nvSpPr>
          <p:cNvPr id="11" name="Text Placeholder 3">
            <a:extLst>
              <a:ext uri="{FF2B5EF4-FFF2-40B4-BE49-F238E27FC236}">
                <a16:creationId xmlns:a16="http://schemas.microsoft.com/office/drawing/2014/main" id="{2FDD3D03-844D-7F0B-F0EA-357B1C0993C6}"/>
              </a:ext>
            </a:extLst>
          </p:cNvPr>
          <p:cNvSpPr>
            <a:spLocks noGrp="1"/>
          </p:cNvSpPr>
          <p:nvPr>
            <p:ph type="body" sz="half" idx="2" hasCustomPrompt="1"/>
          </p:nvPr>
        </p:nvSpPr>
        <p:spPr>
          <a:xfrm>
            <a:off x="891712" y="2133600"/>
            <a:ext cx="5204288" cy="3909402"/>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Marcador de fecha 3">
            <a:extLst>
              <a:ext uri="{FF2B5EF4-FFF2-40B4-BE49-F238E27FC236}">
                <a16:creationId xmlns:a16="http://schemas.microsoft.com/office/drawing/2014/main" id="{DDAAE67A-D424-77F9-5785-43EC5528573E}"/>
              </a:ext>
            </a:extLst>
          </p:cNvPr>
          <p:cNvSpPr>
            <a:spLocks noGrp="1"/>
          </p:cNvSpPr>
          <p:nvPr>
            <p:ph type="dt" sz="half" idx="17"/>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C9B0794E-099C-4BC6-9C91-E1F0C50DC14D}" type="datetime1">
              <a:rPr lang="es-ES" smtClean="0"/>
              <a:t>06/05/2026</a:t>
            </a:fld>
            <a:endParaRPr lang="es-ES"/>
          </a:p>
        </p:txBody>
      </p:sp>
      <p:sp>
        <p:nvSpPr>
          <p:cNvPr id="16" name="CuadroTexto 15">
            <a:extLst>
              <a:ext uri="{FF2B5EF4-FFF2-40B4-BE49-F238E27FC236}">
                <a16:creationId xmlns:a16="http://schemas.microsoft.com/office/drawing/2014/main" id="{E42E1D58-05BE-B03E-210F-F6618E185856}"/>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spTree>
    <p:extLst>
      <p:ext uri="{BB962C8B-B14F-4D97-AF65-F5344CB8AC3E}">
        <p14:creationId xmlns:p14="http://schemas.microsoft.com/office/powerpoint/2010/main" val="3186519213"/>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oto 1">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E6F4C8-14FA-4405-85EE-ABF53FB0377C}"/>
              </a:ext>
            </a:extLst>
          </p:cNvPr>
          <p:cNvSpPr>
            <a:spLocks noGrp="1"/>
          </p:cNvSpPr>
          <p:nvPr>
            <p:ph type="sldNum" sz="quarter" idx="12"/>
          </p:nvPr>
        </p:nvSpPr>
        <p:spPr/>
        <p:txBody>
          <a:bodyPr>
            <a:noAutofit/>
          </a:bodyPr>
          <a:lstStyle/>
          <a:p>
            <a:fld id="{D637F8FC-4B86-4690-8888-22AB2F781BEF}" type="slidenum">
              <a:rPr lang="en-US" smtClean="0"/>
              <a:t>‹#›</a:t>
            </a:fld>
            <a:endParaRPr lang="en-US"/>
          </a:p>
        </p:txBody>
      </p:sp>
      <p:sp>
        <p:nvSpPr>
          <p:cNvPr id="6" name="Marcador de posición de imagen 5">
            <a:extLst>
              <a:ext uri="{FF2B5EF4-FFF2-40B4-BE49-F238E27FC236}">
                <a16:creationId xmlns:a16="http://schemas.microsoft.com/office/drawing/2014/main" id="{CC00A667-70BA-0BA4-82CE-5D61944C53C1}"/>
              </a:ext>
            </a:extLst>
          </p:cNvPr>
          <p:cNvSpPr>
            <a:spLocks noGrp="1"/>
          </p:cNvSpPr>
          <p:nvPr>
            <p:ph type="pic" sz="quarter" idx="13"/>
          </p:nvPr>
        </p:nvSpPr>
        <p:spPr>
          <a:xfrm>
            <a:off x="891251" y="0"/>
            <a:ext cx="11300748" cy="6858000"/>
          </a:xfrm>
          <a:solidFill>
            <a:schemeClr val="bg1">
              <a:lumMod val="95000"/>
            </a:schemeClr>
          </a:solidFill>
        </p:spPr>
        <p:txBody>
          <a:bodyPr/>
          <a:lstStyle/>
          <a:p>
            <a:r>
              <a:rPr lang="es-ES"/>
              <a:t>Haga clic en el icono para agregar una imagen</a:t>
            </a:r>
          </a:p>
        </p:txBody>
      </p:sp>
      <p:sp>
        <p:nvSpPr>
          <p:cNvPr id="5" name="CuadroTexto 4">
            <a:extLst>
              <a:ext uri="{FF2B5EF4-FFF2-40B4-BE49-F238E27FC236}">
                <a16:creationId xmlns:a16="http://schemas.microsoft.com/office/drawing/2014/main" id="{544EF71D-6499-AC2B-2A53-879BF8125A64}"/>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spTree>
    <p:extLst>
      <p:ext uri="{BB962C8B-B14F-4D97-AF65-F5344CB8AC3E}">
        <p14:creationId xmlns:p14="http://schemas.microsoft.com/office/powerpoint/2010/main" val="12436412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to 2">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3596129-37C2-F6C1-F8D6-0E201B81535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Marcador de posición de imagen 8">
            <a:extLst>
              <a:ext uri="{FF2B5EF4-FFF2-40B4-BE49-F238E27FC236}">
                <a16:creationId xmlns:a16="http://schemas.microsoft.com/office/drawing/2014/main" id="{69C7B5C2-B950-E1E1-0760-A632C22BF5B8}"/>
              </a:ext>
            </a:extLst>
          </p:cNvPr>
          <p:cNvSpPr>
            <a:spLocks noGrp="1"/>
          </p:cNvSpPr>
          <p:nvPr>
            <p:ph type="pic" sz="quarter" idx="10"/>
          </p:nvPr>
        </p:nvSpPr>
        <p:spPr>
          <a:xfrm>
            <a:off x="0" y="0"/>
            <a:ext cx="12192000" cy="6858000"/>
          </a:xfrm>
          <a:solidFill>
            <a:schemeClr val="bg1">
              <a:lumMod val="95000"/>
            </a:schemeClr>
          </a:solidFill>
        </p:spPr>
        <p:txBody>
          <a:bodyPr/>
          <a:lstStyle/>
          <a:p>
            <a:r>
              <a:rPr lang="es-ES"/>
              <a:t>Haga clic en el icono para agregar una imagen</a:t>
            </a:r>
          </a:p>
        </p:txBody>
      </p:sp>
    </p:spTree>
    <p:extLst>
      <p:ext uri="{BB962C8B-B14F-4D97-AF65-F5344CB8AC3E}">
        <p14:creationId xmlns:p14="http://schemas.microsoft.com/office/powerpoint/2010/main" val="17991769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sarrollo 7">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E6F4C8-14FA-4405-85EE-ABF53FB0377C}"/>
              </a:ext>
            </a:extLst>
          </p:cNvPr>
          <p:cNvSpPr>
            <a:spLocks noGrp="1"/>
          </p:cNvSpPr>
          <p:nvPr>
            <p:ph type="sldNum" sz="quarter" idx="12"/>
          </p:nvPr>
        </p:nvSpPr>
        <p:spPr/>
        <p:txBody>
          <a:bodyPr>
            <a:noAutofit/>
          </a:bodyPr>
          <a:lstStyle/>
          <a:p>
            <a:fld id="{D637F8FC-4B86-4690-8888-22AB2F781BEF}" type="slidenum">
              <a:rPr lang="en-US" smtClean="0"/>
              <a:t>‹#›</a:t>
            </a:fld>
            <a:endParaRPr lang="en-US"/>
          </a:p>
        </p:txBody>
      </p:sp>
      <p:sp>
        <p:nvSpPr>
          <p:cNvPr id="10" name="Footer Placeholder 7">
            <a:extLst>
              <a:ext uri="{FF2B5EF4-FFF2-40B4-BE49-F238E27FC236}">
                <a16:creationId xmlns:a16="http://schemas.microsoft.com/office/drawing/2014/main" id="{A100D0BD-9718-BE03-E488-8A48ACB261F5}"/>
              </a:ext>
            </a:extLst>
          </p:cNvPr>
          <p:cNvSpPr>
            <a:spLocks noGrp="1"/>
          </p:cNvSpPr>
          <p:nvPr>
            <p:ph type="ftr" sz="quarter" idx="11"/>
          </p:nvPr>
        </p:nvSpPr>
        <p:spPr>
          <a:xfrm>
            <a:off x="8534398" y="259223"/>
            <a:ext cx="3076381" cy="365125"/>
          </a:xfrm>
        </p:spPr>
        <p:txBody>
          <a:bodyPr>
            <a:noAutofit/>
          </a:bodyPr>
          <a:lstStyle/>
          <a:p>
            <a:r>
              <a:rPr lang="en-US"/>
              <a:t>Pie de página</a:t>
            </a:r>
          </a:p>
        </p:txBody>
      </p:sp>
      <p:sp>
        <p:nvSpPr>
          <p:cNvPr id="5" name="Marcador de fecha 3">
            <a:extLst>
              <a:ext uri="{FF2B5EF4-FFF2-40B4-BE49-F238E27FC236}">
                <a16:creationId xmlns:a16="http://schemas.microsoft.com/office/drawing/2014/main" id="{2EAFAFAF-7883-5D6B-98E3-991C9536274C}"/>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B909DB7F-5B22-47C3-9445-B438B36561FF}" type="datetime1">
              <a:rPr lang="es-ES" smtClean="0"/>
              <a:t>06/05/2026</a:t>
            </a:fld>
            <a:endParaRPr lang="es-ES"/>
          </a:p>
        </p:txBody>
      </p:sp>
      <p:sp>
        <p:nvSpPr>
          <p:cNvPr id="6" name="CuadroTexto 5">
            <a:extLst>
              <a:ext uri="{FF2B5EF4-FFF2-40B4-BE49-F238E27FC236}">
                <a16:creationId xmlns:a16="http://schemas.microsoft.com/office/drawing/2014/main" id="{0476196D-E147-0196-FF9E-7BBE0CBC75B3}"/>
              </a:ext>
            </a:extLst>
          </p:cNvPr>
          <p:cNvSpPr txBox="1"/>
          <p:nvPr userDrawn="1"/>
        </p:nvSpPr>
        <p:spPr>
          <a:xfrm rot="16200000">
            <a:off x="-960919" y="5064276"/>
            <a:ext cx="2836363" cy="261610"/>
          </a:xfrm>
          <a:prstGeom prst="rect">
            <a:avLst/>
          </a:prstGeom>
          <a:noFill/>
        </p:spPr>
        <p:txBody>
          <a:bodyPr wrap="square" rtlCol="0">
            <a:noAutofit/>
          </a:bodyPr>
          <a:lstStyle/>
          <a:p>
            <a:r>
              <a:rPr lang="es-ES" sz="1100">
                <a:solidFill>
                  <a:schemeClr val="tx1"/>
                </a:solidFill>
              </a:rPr>
              <a:t>PIC-UPV. PERTE Chip </a:t>
            </a:r>
            <a:r>
              <a:rPr lang="es-ES" sz="1100" err="1">
                <a:solidFill>
                  <a:schemeClr val="tx1"/>
                </a:solidFill>
              </a:rPr>
              <a:t>Chair</a:t>
            </a:r>
            <a:endParaRPr lang="es-ES" sz="1100">
              <a:solidFill>
                <a:schemeClr val="tx1"/>
              </a:solidFill>
            </a:endParaRPr>
          </a:p>
        </p:txBody>
      </p:sp>
    </p:spTree>
    <p:extLst>
      <p:ext uri="{BB962C8B-B14F-4D97-AF65-F5344CB8AC3E}">
        <p14:creationId xmlns:p14="http://schemas.microsoft.com/office/powerpoint/2010/main" val="30700809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ierre">
    <p:spTree>
      <p:nvGrpSpPr>
        <p:cNvPr id="1" name=""/>
        <p:cNvGrpSpPr/>
        <p:nvPr/>
      </p:nvGrpSpPr>
      <p:grpSpPr>
        <a:xfrm>
          <a:off x="0" y="0"/>
          <a:ext cx="0" cy="0"/>
          <a:chOff x="0" y="0"/>
          <a:chExt cx="0" cy="0"/>
        </a:xfrm>
      </p:grpSpPr>
      <p:sp>
        <p:nvSpPr>
          <p:cNvPr id="18" name="Marcador de posición de imagen 17">
            <a:extLst>
              <a:ext uri="{FF2B5EF4-FFF2-40B4-BE49-F238E27FC236}">
                <a16:creationId xmlns:a16="http://schemas.microsoft.com/office/drawing/2014/main" id="{D6E15131-3626-6631-FA4C-0AE9DFF5EC85}"/>
              </a:ext>
            </a:extLst>
          </p:cNvPr>
          <p:cNvSpPr>
            <a:spLocks noGrp="1"/>
          </p:cNvSpPr>
          <p:nvPr>
            <p:ph type="pic" sz="quarter" idx="12"/>
          </p:nvPr>
        </p:nvSpPr>
        <p:spPr>
          <a:xfrm>
            <a:off x="3944938" y="2636874"/>
            <a:ext cx="8247062" cy="1584290"/>
          </a:xfrm>
          <a:solidFill>
            <a:schemeClr val="bg1">
              <a:lumMod val="95000"/>
            </a:schemeClr>
          </a:solidFill>
        </p:spPr>
        <p:txBody>
          <a:bodyPr/>
          <a:lstStyle/>
          <a:p>
            <a:r>
              <a:rPr lang="es-ES"/>
              <a:t>Haga clic en el icono para agregar una imagen</a:t>
            </a:r>
          </a:p>
        </p:txBody>
      </p:sp>
      <p:sp>
        <p:nvSpPr>
          <p:cNvPr id="6" name="Rectángulo 5">
            <a:extLst>
              <a:ext uri="{FF2B5EF4-FFF2-40B4-BE49-F238E27FC236}">
                <a16:creationId xmlns:a16="http://schemas.microsoft.com/office/drawing/2014/main" id="{D140D154-980A-6ECA-F1FB-DFB71AD3458C}"/>
              </a:ext>
            </a:extLst>
          </p:cNvPr>
          <p:cNvSpPr/>
          <p:nvPr userDrawn="1"/>
        </p:nvSpPr>
        <p:spPr>
          <a:xfrm>
            <a:off x="-1" y="2636874"/>
            <a:ext cx="3944680" cy="15842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Gráfico 10">
            <a:extLst>
              <a:ext uri="{FF2B5EF4-FFF2-40B4-BE49-F238E27FC236}">
                <a16:creationId xmlns:a16="http://schemas.microsoft.com/office/drawing/2014/main" id="{CA87DEB5-0212-6EFE-055E-2C0224DEB287}"/>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0860" y="2952687"/>
            <a:ext cx="2402958" cy="952623"/>
          </a:xfrm>
          <a:prstGeom prst="rect">
            <a:avLst/>
          </a:prstGeom>
        </p:spPr>
      </p:pic>
      <p:sp>
        <p:nvSpPr>
          <p:cNvPr id="12" name="Título 11">
            <a:extLst>
              <a:ext uri="{FF2B5EF4-FFF2-40B4-BE49-F238E27FC236}">
                <a16:creationId xmlns:a16="http://schemas.microsoft.com/office/drawing/2014/main" id="{E22C444D-6747-DF9F-E2F2-123ED088AB4B}"/>
              </a:ext>
            </a:extLst>
          </p:cNvPr>
          <p:cNvSpPr>
            <a:spLocks noGrp="1"/>
          </p:cNvSpPr>
          <p:nvPr>
            <p:ph type="title" hasCustomPrompt="1"/>
          </p:nvPr>
        </p:nvSpPr>
        <p:spPr>
          <a:xfrm>
            <a:off x="4433996" y="3038249"/>
            <a:ext cx="3324005" cy="781493"/>
          </a:xfrm>
        </p:spPr>
        <p:txBody>
          <a:bodyPr/>
          <a:lstStyle>
            <a:lvl1pPr>
              <a:defRPr>
                <a:solidFill>
                  <a:schemeClr val="bg1"/>
                </a:solidFill>
              </a:defRPr>
            </a:lvl1pPr>
          </a:lstStyle>
          <a:p>
            <a:r>
              <a:rPr lang="es-ES"/>
              <a:t>Gracias</a:t>
            </a:r>
          </a:p>
        </p:txBody>
      </p:sp>
      <p:sp>
        <p:nvSpPr>
          <p:cNvPr id="10" name="CuadroTexto 9">
            <a:extLst>
              <a:ext uri="{FF2B5EF4-FFF2-40B4-BE49-F238E27FC236}">
                <a16:creationId xmlns:a16="http://schemas.microsoft.com/office/drawing/2014/main" id="{FA66CF81-0867-3026-DCC8-E407F57969D0}"/>
              </a:ext>
            </a:extLst>
          </p:cNvPr>
          <p:cNvSpPr txBox="1"/>
          <p:nvPr userDrawn="1"/>
        </p:nvSpPr>
        <p:spPr>
          <a:xfrm>
            <a:off x="2967132" y="6226722"/>
            <a:ext cx="6257732" cy="297582"/>
          </a:xfrm>
          <a:prstGeom prst="rect">
            <a:avLst/>
          </a:prstGeom>
          <a:noFill/>
        </p:spPr>
        <p:txBody>
          <a:bodyPr wrap="square">
            <a:spAutoFit/>
          </a:bodyPr>
          <a:lstStyle/>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s-ES" sz="1200" b="0" i="0" u="none" strike="noStrike" kern="1200" cap="none" spc="0" normalizeH="0" baseline="0" noProof="0">
                <a:ln>
                  <a:noFill/>
                </a:ln>
                <a:solidFill>
                  <a:schemeClr val="accent3"/>
                </a:solidFill>
                <a:effectLst/>
                <a:uLnTx/>
                <a:uFillTx/>
                <a:latin typeface="IBM Plex Sans" panose="020B0503050203000203" pitchFamily="34" charset="0"/>
                <a:ea typeface="+mn-ea"/>
                <a:cs typeface="+mn-cs"/>
              </a:rPr>
              <a:t>pic-chair.upv.es        Tel. 963 54 26 74       TSI-069100-2023-0002</a:t>
            </a:r>
          </a:p>
        </p:txBody>
      </p:sp>
      <p:pic>
        <p:nvPicPr>
          <p:cNvPr id="736" name="Gráfico 735">
            <a:extLst>
              <a:ext uri="{FF2B5EF4-FFF2-40B4-BE49-F238E27FC236}">
                <a16:creationId xmlns:a16="http://schemas.microsoft.com/office/drawing/2014/main" id="{877AC549-B02D-D898-7086-95A022F06D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77277" y="5624549"/>
            <a:ext cx="6037446" cy="401501"/>
          </a:xfrm>
          <a:prstGeom prst="rect">
            <a:avLst/>
          </a:prstGeom>
        </p:spPr>
      </p:pic>
    </p:spTree>
    <p:extLst>
      <p:ext uri="{BB962C8B-B14F-4D97-AF65-F5344CB8AC3E}">
        <p14:creationId xmlns:p14="http://schemas.microsoft.com/office/powerpoint/2010/main" val="3699336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theme" Target="../theme/theme2.xml"/><Relationship Id="rId3" Type="http://schemas.openxmlformats.org/officeDocument/2006/relationships/slideLayout" Target="../slideLayouts/slideLayout10.xml"/><Relationship Id="rId21" Type="http://schemas.openxmlformats.org/officeDocument/2006/relationships/slideLayout" Target="../slideLayouts/slideLayout28.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9"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0.1. MODESOLVER</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31A689-589E-4A73-9313-EF44F7E4E6BA}"/>
              </a:ext>
            </a:extLst>
          </p:cNvPr>
          <p:cNvSpPr>
            <a:spLocks noGrp="1"/>
          </p:cNvSpPr>
          <p:nvPr>
            <p:ph type="title"/>
          </p:nvPr>
        </p:nvSpPr>
        <p:spPr>
          <a:xfrm>
            <a:off x="1638299" y="685800"/>
            <a:ext cx="8915402" cy="1371600"/>
          </a:xfrm>
          <a:prstGeom prst="rect">
            <a:avLst/>
          </a:prstGeom>
        </p:spPr>
        <p:txBody>
          <a:bodyPr vert="horz" lIns="91440" tIns="45720" rIns="91440" bIns="45720" rtlCol="0" anchor="ctr">
            <a:noAutofit/>
          </a:bodyPr>
          <a:lstStyle/>
          <a:p>
            <a:r>
              <a:rPr lang="es-ES"/>
              <a:t>Haga clic para modificar el estilo de título del patrón</a:t>
            </a:r>
            <a:endParaRPr lang="en-US"/>
          </a:p>
        </p:txBody>
      </p:sp>
      <p:sp>
        <p:nvSpPr>
          <p:cNvPr id="3" name="Text Placeholder 2">
            <a:extLst>
              <a:ext uri="{FF2B5EF4-FFF2-40B4-BE49-F238E27FC236}">
                <a16:creationId xmlns:a16="http://schemas.microsoft.com/office/drawing/2014/main" id="{CB2B11B8-9E77-4144-B9C1-FD164D9A11A6}"/>
              </a:ext>
            </a:extLst>
          </p:cNvPr>
          <p:cNvSpPr>
            <a:spLocks noGrp="1"/>
          </p:cNvSpPr>
          <p:nvPr>
            <p:ph type="body" idx="1"/>
          </p:nvPr>
        </p:nvSpPr>
        <p:spPr>
          <a:xfrm>
            <a:off x="1638300" y="2057400"/>
            <a:ext cx="8915402" cy="4137259"/>
          </a:xfrm>
          <a:prstGeom prst="rect">
            <a:avLst/>
          </a:prstGeom>
        </p:spPr>
        <p:txBody>
          <a:bodyPr vert="horz" lIns="91440" tIns="45720" rIns="91440" bIns="45720" rtlCol="0">
            <a:no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Footer Placeholder 4">
            <a:extLst>
              <a:ext uri="{FF2B5EF4-FFF2-40B4-BE49-F238E27FC236}">
                <a16:creationId xmlns:a16="http://schemas.microsoft.com/office/drawing/2014/main" id="{E3D79449-05F6-4BC7-95DF-F04E1F161498}"/>
              </a:ext>
            </a:extLst>
          </p:cNvPr>
          <p:cNvSpPr>
            <a:spLocks noGrp="1"/>
          </p:cNvSpPr>
          <p:nvPr>
            <p:ph type="ftr" sz="quarter" idx="3"/>
          </p:nvPr>
        </p:nvSpPr>
        <p:spPr>
          <a:xfrm>
            <a:off x="8777467" y="259223"/>
            <a:ext cx="3076381" cy="365125"/>
          </a:xfrm>
          <a:prstGeom prst="rect">
            <a:avLst/>
          </a:prstGeom>
        </p:spPr>
        <p:txBody>
          <a:bodyPr vert="horz" lIns="91440" tIns="45720" rIns="91440" bIns="45720" rtlCol="0" anchor="ctr"/>
          <a:lstStyle>
            <a:lvl1pPr algn="r">
              <a:defRPr sz="800" cap="all" spc="100" baseline="0">
                <a:solidFill>
                  <a:schemeClr val="tx1"/>
                </a:solidFill>
              </a:defRPr>
            </a:lvl1pPr>
          </a:lstStyle>
          <a:p>
            <a:r>
              <a:rPr lang="en-US"/>
              <a:t>Pie de página</a:t>
            </a:r>
          </a:p>
        </p:txBody>
      </p:sp>
      <p:sp>
        <p:nvSpPr>
          <p:cNvPr id="6" name="Slide Number Placeholder 5">
            <a:extLst>
              <a:ext uri="{FF2B5EF4-FFF2-40B4-BE49-F238E27FC236}">
                <a16:creationId xmlns:a16="http://schemas.microsoft.com/office/drawing/2014/main" id="{E9317FE5-2D1F-4ECC-9460-08145C3BB933}"/>
              </a:ext>
            </a:extLst>
          </p:cNvPr>
          <p:cNvSpPr>
            <a:spLocks noGrp="1"/>
          </p:cNvSpPr>
          <p:nvPr>
            <p:ph type="sldNum" sz="quarter" idx="4"/>
          </p:nvPr>
        </p:nvSpPr>
        <p:spPr>
          <a:xfrm>
            <a:off x="288189" y="244738"/>
            <a:ext cx="477046" cy="365125"/>
          </a:xfrm>
          <a:prstGeom prst="rect">
            <a:avLst/>
          </a:prstGeom>
        </p:spPr>
        <p:txBody>
          <a:bodyPr vert="horz" lIns="91440" tIns="45720" rIns="91440" bIns="45720" rtlCol="0" anchor="ctr"/>
          <a:lstStyle>
            <a:lvl1pPr algn="l">
              <a:defRPr sz="900" b="1" cap="all" spc="100" baseline="0">
                <a:solidFill>
                  <a:schemeClr val="tx1"/>
                </a:solidFill>
                <a:latin typeface="IBM Plex Sans SemiBold" panose="020B0703050203000203" pitchFamily="34" charset="0"/>
              </a:defRPr>
            </a:lvl1pPr>
          </a:lstStyle>
          <a:p>
            <a:fld id="{D637F8FC-4B86-4690-8888-22AB2F781BEF}" type="slidenum">
              <a:rPr lang="en-US" smtClean="0"/>
              <a:pPr/>
              <a:t>‹#›</a:t>
            </a:fld>
            <a:endParaRPr lang="en-US"/>
          </a:p>
        </p:txBody>
      </p:sp>
      <p:sp>
        <p:nvSpPr>
          <p:cNvPr id="4" name="Marcador de fecha 3">
            <a:extLst>
              <a:ext uri="{FF2B5EF4-FFF2-40B4-BE49-F238E27FC236}">
                <a16:creationId xmlns:a16="http://schemas.microsoft.com/office/drawing/2014/main" id="{192E7E35-99AA-FB59-BF26-FE5A7BA29BBC}"/>
              </a:ext>
            </a:extLst>
          </p:cNvPr>
          <p:cNvSpPr>
            <a:spLocks noGrp="1"/>
          </p:cNvSpPr>
          <p:nvPr>
            <p:ph type="dt" sz="half" idx="2"/>
          </p:nvPr>
        </p:nvSpPr>
        <p:spPr>
          <a:xfrm>
            <a:off x="896079" y="235012"/>
            <a:ext cx="1326266" cy="389336"/>
          </a:xfrm>
          <a:prstGeom prst="rect">
            <a:avLst/>
          </a:prstGeom>
        </p:spPr>
        <p:txBody>
          <a:bodyPr vert="horz" lIns="91440" tIns="45720" rIns="91440" bIns="45720" rtlCol="0" anchor="ctr"/>
          <a:lstStyle>
            <a:lvl1pPr algn="l">
              <a:defRPr sz="1200">
                <a:solidFill>
                  <a:schemeClr val="tx1"/>
                </a:solidFill>
              </a:defRPr>
            </a:lvl1pPr>
          </a:lstStyle>
          <a:p>
            <a:fld id="{FE219E62-A0ED-48EA-9646-18C4A010E10C}" type="datetime1">
              <a:rPr lang="es-ES" smtClean="0"/>
              <a:t>06/05/2026</a:t>
            </a:fld>
            <a:endParaRPr lang="es-ES"/>
          </a:p>
        </p:txBody>
      </p:sp>
    </p:spTree>
    <p:extLst>
      <p:ext uri="{BB962C8B-B14F-4D97-AF65-F5344CB8AC3E}">
        <p14:creationId xmlns:p14="http://schemas.microsoft.com/office/powerpoint/2010/main" val="388809809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Lst>
  <p:hf hdr="0"/>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31.jpeg"/></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image" Target="../media/image34.png"/><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40.png"/><Relationship Id="rId7" Type="http://schemas.openxmlformats.org/officeDocument/2006/relationships/image" Target="../media/image400.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19.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1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19.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3.png"/></Relationships>
</file>

<file path=ppt/slides/_rels/slide14.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image" Target="../media/image64.png"/><Relationship Id="rId1" Type="http://schemas.openxmlformats.org/officeDocument/2006/relationships/slideLayout" Target="../slideLayouts/slideLayout19.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1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1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1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3.xml"/><Relationship Id="rId4" Type="http://schemas.openxmlformats.org/officeDocument/2006/relationships/image" Target="../media/image8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8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A375502-658D-82B0-9DD5-1B6B9C9D9254}"/>
              </a:ext>
            </a:extLst>
          </p:cNvPr>
          <p:cNvSpPr>
            <a:spLocks noGrp="1"/>
          </p:cNvSpPr>
          <p:nvPr>
            <p:ph type="ctrTitle"/>
          </p:nvPr>
        </p:nvSpPr>
        <p:spPr>
          <a:xfrm>
            <a:off x="2743199" y="4189159"/>
            <a:ext cx="8711381" cy="1035242"/>
          </a:xfrm>
        </p:spPr>
        <p:txBody>
          <a:bodyPr/>
          <a:lstStyle/>
          <a:p>
            <a:r>
              <a:rPr lang="es-ES" sz="4400" err="1"/>
              <a:t>Programmable</a:t>
            </a:r>
            <a:r>
              <a:rPr lang="es-ES" sz="4400"/>
              <a:t> </a:t>
            </a:r>
            <a:r>
              <a:rPr lang="es-ES" sz="4400" err="1"/>
              <a:t>Integrated</a:t>
            </a:r>
            <a:r>
              <a:rPr lang="es-ES" sz="4400"/>
              <a:t> </a:t>
            </a:r>
            <a:r>
              <a:rPr lang="es-ES" sz="4400" err="1"/>
              <a:t>Photonics</a:t>
            </a:r>
            <a:endParaRPr lang="es-ES"/>
          </a:p>
        </p:txBody>
      </p:sp>
      <p:sp>
        <p:nvSpPr>
          <p:cNvPr id="5" name="Subtítulo 4">
            <a:extLst>
              <a:ext uri="{FF2B5EF4-FFF2-40B4-BE49-F238E27FC236}">
                <a16:creationId xmlns:a16="http://schemas.microsoft.com/office/drawing/2014/main" id="{8FD7B152-8575-8492-6AA6-1335D1453210}"/>
              </a:ext>
            </a:extLst>
          </p:cNvPr>
          <p:cNvSpPr>
            <a:spLocks noGrp="1"/>
          </p:cNvSpPr>
          <p:nvPr>
            <p:ph type="subTitle" idx="1"/>
          </p:nvPr>
        </p:nvSpPr>
        <p:spPr>
          <a:xfrm>
            <a:off x="2743198" y="5360122"/>
            <a:ext cx="8711381" cy="378526"/>
          </a:xfrm>
        </p:spPr>
        <p:txBody>
          <a:bodyPr/>
          <a:lstStyle/>
          <a:p>
            <a:r>
              <a:rPr lang="en-US" sz="1800" b="0" i="0" u="none" strike="noStrike">
                <a:solidFill>
                  <a:srgbClr val="000000"/>
                </a:solidFill>
                <a:effectLst/>
                <a:latin typeface="Aptos Narrow" panose="020B0004020202020204" pitchFamily="34" charset="0"/>
              </a:rPr>
              <a:t>Topic 6: WDM Cascaded MZIs </a:t>
            </a:r>
            <a:endParaRPr lang="es-ES"/>
          </a:p>
        </p:txBody>
      </p:sp>
      <p:pic>
        <p:nvPicPr>
          <p:cNvPr id="8" name="Marcador de posición de imagen 7">
            <a:extLst>
              <a:ext uri="{FF2B5EF4-FFF2-40B4-BE49-F238E27FC236}">
                <a16:creationId xmlns:a16="http://schemas.microsoft.com/office/drawing/2014/main" id="{E0A360BA-BC58-7BFF-E85C-3F6A2D328B21}"/>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1304" b="11304"/>
          <a:stretch/>
        </p:blipFill>
        <p:spPr/>
      </p:pic>
    </p:spTree>
    <p:extLst>
      <p:ext uri="{BB962C8B-B14F-4D97-AF65-F5344CB8AC3E}">
        <p14:creationId xmlns:p14="http://schemas.microsoft.com/office/powerpoint/2010/main" val="532000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786A1B-1C1F-7B02-25B0-F6BC755EC10A}"/>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all" spc="100" normalizeH="0" baseline="0" noProof="0">
                <a:ln>
                  <a:noFill/>
                </a:ln>
                <a:solidFill>
                  <a:srgbClr val="000000"/>
                </a:solidFill>
                <a:effectLst/>
                <a:uLnTx/>
                <a:uFillTx/>
                <a:latin typeface="IBM Plex Sans"/>
                <a:ea typeface="+mn-ea"/>
                <a:cs typeface="+mn-cs"/>
              </a:rPr>
              <a:t>Pie de página</a:t>
            </a:r>
          </a:p>
        </p:txBody>
      </p:sp>
      <p:sp>
        <p:nvSpPr>
          <p:cNvPr id="4" name="Slide Number Placeholder 3">
            <a:extLst>
              <a:ext uri="{FF2B5EF4-FFF2-40B4-BE49-F238E27FC236}">
                <a16:creationId xmlns:a16="http://schemas.microsoft.com/office/drawing/2014/main" id="{6C9192AA-184B-694E-9EE8-EDE1C9DAB9CB}"/>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637F8FC-4B86-4690-8888-22AB2F781BEF}" type="slidenum">
              <a:rPr kumimoji="0" lang="en-US" sz="900" b="1" i="0" u="none" strike="noStrike" kern="1200" cap="all" spc="100" normalizeH="0" baseline="0" noProof="0" smtClean="0">
                <a:ln>
                  <a:noFill/>
                </a:ln>
                <a:solidFill>
                  <a:srgbClr val="000000"/>
                </a:solidFill>
                <a:effectLst/>
                <a:uLnTx/>
                <a:uFillTx/>
                <a:latin typeface="IBM Plex Sans SemiBold" panose="020B0703050203000203"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900" b="1" i="0" u="none" strike="noStrike" kern="1200" cap="all" spc="100" normalizeH="0" baseline="0" noProof="0">
              <a:ln>
                <a:noFill/>
              </a:ln>
              <a:solidFill>
                <a:srgbClr val="000000"/>
              </a:solidFill>
              <a:effectLst/>
              <a:uLnTx/>
              <a:uFillTx/>
              <a:latin typeface="IBM Plex Sans SemiBold" panose="020B0703050203000203" pitchFamily="34" charset="0"/>
              <a:ea typeface="+mn-ea"/>
              <a:cs typeface="+mn-cs"/>
            </a:endParaRPr>
          </a:p>
        </p:txBody>
      </p:sp>
      <p:sp>
        <p:nvSpPr>
          <p:cNvPr id="7" name="Date Placeholder 6">
            <a:extLst>
              <a:ext uri="{FF2B5EF4-FFF2-40B4-BE49-F238E27FC236}">
                <a16:creationId xmlns:a16="http://schemas.microsoft.com/office/drawing/2014/main" id="{E7838BED-6ECC-2BD4-89E0-41BDC17EAAF3}"/>
              </a:ext>
            </a:extLst>
          </p:cNvPr>
          <p:cNvSpPr>
            <a:spLocks noGrp="1"/>
          </p:cNvSpPr>
          <p:nvPr>
            <p:ph type="dt" sz="half" idx="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9E18374-368A-4A3E-9C13-EFB00A3C21AB}" type="datetime1">
              <a:rPr kumimoji="0" lang="es-ES" sz="1200" b="0" i="0" u="none" strike="noStrike" kern="1200" cap="none" spc="0" normalizeH="0" baseline="0" noProof="0" smtClean="0">
                <a:ln>
                  <a:noFill/>
                </a:ln>
                <a:solidFill>
                  <a:srgbClr val="000000"/>
                </a:solidFill>
                <a:effectLst/>
                <a:uLnTx/>
                <a:uFillTx/>
                <a:latin typeface="IBM Plex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06/05/2026</a:t>
            </a:fld>
            <a:endParaRPr kumimoji="0" lang="es-ES" sz="1200" b="0" i="0" u="none" strike="noStrike" kern="1200" cap="none" spc="0" normalizeH="0" baseline="0" noProof="0">
              <a:ln>
                <a:noFill/>
              </a:ln>
              <a:solidFill>
                <a:srgbClr val="000000"/>
              </a:solidFill>
              <a:effectLst/>
              <a:uLnTx/>
              <a:uFillTx/>
              <a:latin typeface="IBM Plex Sans"/>
              <a:ea typeface="+mn-ea"/>
              <a:cs typeface="+mn-cs"/>
            </a:endParaRPr>
          </a:p>
        </p:txBody>
      </p:sp>
      <p:sp>
        <p:nvSpPr>
          <p:cNvPr id="8" name="Marcador de contenido 4">
            <a:extLst>
              <a:ext uri="{FF2B5EF4-FFF2-40B4-BE49-F238E27FC236}">
                <a16:creationId xmlns:a16="http://schemas.microsoft.com/office/drawing/2014/main" id="{FBB7BDEF-65E9-BF30-7DFC-CB56626AA67F}"/>
              </a:ext>
            </a:extLst>
          </p:cNvPr>
          <p:cNvSpPr txBox="1">
            <a:spLocks/>
          </p:cNvSpPr>
          <p:nvPr/>
        </p:nvSpPr>
        <p:spPr>
          <a:xfrm>
            <a:off x="891712" y="1520181"/>
            <a:ext cx="10544383" cy="3340232"/>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b="1" dirty="0"/>
              <a:t>What is WDM? </a:t>
            </a:r>
          </a:p>
          <a:p>
            <a:pPr lvl="0">
              <a:defRPr/>
            </a:pPr>
            <a:r>
              <a:rPr lang="en-US" b="1" dirty="0"/>
              <a:t>Examples of commercial WDMs </a:t>
            </a:r>
          </a:p>
          <a:p>
            <a:pPr lvl="0">
              <a:defRPr/>
            </a:pPr>
            <a:r>
              <a:rPr lang="en-US" b="1" dirty="0"/>
              <a:t>Implementation of a WDM </a:t>
            </a:r>
          </a:p>
          <a:p>
            <a:pPr lvl="0">
              <a:defRPr/>
            </a:pPr>
            <a:r>
              <a:rPr lang="en-US" b="1" dirty="0"/>
              <a:t>WDM Network Architecture and Naming Conventions </a:t>
            </a:r>
          </a:p>
          <a:p>
            <a:pPr lvl="0">
              <a:defRPr/>
            </a:pPr>
            <a:r>
              <a:rPr lang="en-US" b="1" dirty="0"/>
              <a:t>WDM Building blocks </a:t>
            </a:r>
          </a:p>
          <a:p>
            <a:pPr lvl="0">
              <a:defRPr/>
            </a:pPr>
            <a:r>
              <a:rPr lang="en-US" b="1" dirty="0"/>
              <a:t>From Single MZI Response to Target Spectral Distribution </a:t>
            </a:r>
          </a:p>
          <a:p>
            <a:pPr lvl="0">
              <a:defRPr/>
            </a:pPr>
            <a:r>
              <a:rPr lang="en-US" b="1" dirty="0"/>
              <a:t>Transfer Function </a:t>
            </a:r>
          </a:p>
          <a:p>
            <a:pPr lvl="0">
              <a:defRPr/>
            </a:pPr>
            <a:r>
              <a:rPr lang="en-US" b="1" dirty="0"/>
              <a:t>Spectral Window Formation via Phase Shifting </a:t>
            </a:r>
          </a:p>
          <a:p>
            <a:pPr lvl="0">
              <a:defRPr/>
            </a:pPr>
            <a:r>
              <a:rPr lang="en-US" b="1" dirty="0"/>
              <a:t>Layout</a:t>
            </a:r>
          </a:p>
          <a:p>
            <a:pPr lvl="0">
              <a:defRPr/>
            </a:pPr>
            <a:r>
              <a:rPr lang="en-US" b="1" dirty="0"/>
              <a:t>Conclusions</a:t>
            </a:r>
          </a:p>
        </p:txBody>
      </p:sp>
      <p:sp>
        <p:nvSpPr>
          <p:cNvPr id="9" name="Título 3">
            <a:extLst>
              <a:ext uri="{FF2B5EF4-FFF2-40B4-BE49-F238E27FC236}">
                <a16:creationId xmlns:a16="http://schemas.microsoft.com/office/drawing/2014/main" id="{864D3FEA-16F2-E3DF-D038-11900E168DC0}"/>
              </a:ext>
            </a:extLst>
          </p:cNvPr>
          <p:cNvSpPr>
            <a:spLocks noGrp="1"/>
          </p:cNvSpPr>
          <p:nvPr>
            <p:ph type="title"/>
          </p:nvPr>
        </p:nvSpPr>
        <p:spPr>
          <a:xfrm>
            <a:off x="891713" y="831755"/>
            <a:ext cx="10544383" cy="599007"/>
          </a:xfrm>
        </p:spPr>
        <p:txBody>
          <a:bodyPr/>
          <a:lstStyle/>
          <a:p>
            <a:r>
              <a:rPr lang="es-ES"/>
              <a:t>Table of </a:t>
            </a:r>
            <a:r>
              <a:rPr lang="es-ES" err="1"/>
              <a:t>contents</a:t>
            </a:r>
            <a:endParaRPr lang="en-US"/>
          </a:p>
        </p:txBody>
      </p:sp>
    </p:spTree>
    <p:extLst>
      <p:ext uri="{BB962C8B-B14F-4D97-AF65-F5344CB8AC3E}">
        <p14:creationId xmlns:p14="http://schemas.microsoft.com/office/powerpoint/2010/main" val="3336049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C0003-B165-97B1-6EFA-151B7DBF7588}"/>
              </a:ext>
            </a:extLst>
          </p:cNvPr>
          <p:cNvSpPr>
            <a:spLocks noGrp="1"/>
          </p:cNvSpPr>
          <p:nvPr>
            <p:ph type="title"/>
          </p:nvPr>
        </p:nvSpPr>
        <p:spPr>
          <a:xfrm>
            <a:off x="896079" y="644176"/>
            <a:ext cx="10544383" cy="599007"/>
          </a:xfrm>
        </p:spPr>
        <p:txBody>
          <a:bodyPr/>
          <a:lstStyle/>
          <a:p>
            <a:r>
              <a:rPr lang="en-US"/>
              <a:t>What is WDM?</a:t>
            </a:r>
          </a:p>
        </p:txBody>
      </p:sp>
      <p:sp>
        <p:nvSpPr>
          <p:cNvPr id="3" name="Footer Placeholder 2">
            <a:extLst>
              <a:ext uri="{FF2B5EF4-FFF2-40B4-BE49-F238E27FC236}">
                <a16:creationId xmlns:a16="http://schemas.microsoft.com/office/drawing/2014/main" id="{DD85EF5C-60D3-A266-6E7D-E1E51968380F}"/>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58C8C594-C89C-C818-3AEF-1BE3AEF29445}"/>
              </a:ext>
            </a:extLst>
          </p:cNvPr>
          <p:cNvSpPr>
            <a:spLocks noGrp="1"/>
          </p:cNvSpPr>
          <p:nvPr>
            <p:ph type="sldNum" sz="quarter" idx="12"/>
          </p:nvPr>
        </p:nvSpPr>
        <p:spPr/>
        <p:txBody>
          <a:bodyPr/>
          <a:lstStyle/>
          <a:p>
            <a:fld id="{D637F8FC-4B86-4690-8888-22AB2F781BEF}" type="slidenum">
              <a:rPr lang="en-US" smtClean="0"/>
              <a:pPr/>
              <a:t>3</a:t>
            </a:fld>
            <a:endParaRPr lang="en-US"/>
          </a:p>
        </p:txBody>
      </p:sp>
      <p:sp>
        <p:nvSpPr>
          <p:cNvPr id="7" name="Date Placeholder 6">
            <a:extLst>
              <a:ext uri="{FF2B5EF4-FFF2-40B4-BE49-F238E27FC236}">
                <a16:creationId xmlns:a16="http://schemas.microsoft.com/office/drawing/2014/main" id="{D7CA1FDC-F0D6-426E-5036-AAA65B378782}"/>
              </a:ext>
            </a:extLst>
          </p:cNvPr>
          <p:cNvSpPr>
            <a:spLocks noGrp="1"/>
          </p:cNvSpPr>
          <p:nvPr>
            <p:ph type="dt" sz="half" idx="2"/>
          </p:nvPr>
        </p:nvSpPr>
        <p:spPr/>
        <p:txBody>
          <a:bodyPr/>
          <a:lstStyle/>
          <a:p>
            <a:fld id="{39E18374-368A-4A3E-9C13-EFB00A3C21AB}" type="datetime1">
              <a:rPr lang="es-ES" smtClean="0"/>
              <a:t>06/05/2026</a:t>
            </a:fld>
            <a:endParaRPr lang="es-ES"/>
          </a:p>
        </p:txBody>
      </p:sp>
      <p:sp>
        <p:nvSpPr>
          <p:cNvPr id="121" name="TextBox 120">
            <a:extLst>
              <a:ext uri="{FF2B5EF4-FFF2-40B4-BE49-F238E27FC236}">
                <a16:creationId xmlns:a16="http://schemas.microsoft.com/office/drawing/2014/main" id="{5E1B2F2C-468A-6FBF-A967-308D8F0CDF52}"/>
              </a:ext>
            </a:extLst>
          </p:cNvPr>
          <p:cNvSpPr txBox="1"/>
          <p:nvPr/>
        </p:nvSpPr>
        <p:spPr>
          <a:xfrm>
            <a:off x="612835" y="1243183"/>
            <a:ext cx="5382167" cy="4801314"/>
          </a:xfrm>
          <a:prstGeom prst="rect">
            <a:avLst/>
          </a:prstGeom>
          <a:noFill/>
        </p:spPr>
        <p:txBody>
          <a:bodyPr wrap="square">
            <a:spAutoFit/>
          </a:bodyPr>
          <a:lstStyle/>
          <a:p>
            <a:pPr algn="just"/>
            <a:r>
              <a:rPr lang="en-US" dirty="0"/>
              <a:t>Wavelength Division Multiplexing (WDM) is a transmission technique used on optical fibers that uses multiple wavelengths to send data through the same medium, two or more “colors” can travel on a single fiber transmitting multiple signals under different wavelengths or frequencies in the optical spectrum. By enabling multiple optical channels to be transmitted over a single waveguide, WDM significantly enhances link capacity without increasing footprint or fiber count.</a:t>
            </a:r>
          </a:p>
          <a:p>
            <a:pPr algn="just"/>
            <a:endParaRPr lang="es-CO" dirty="0"/>
          </a:p>
          <a:p>
            <a:pPr algn="just"/>
            <a:r>
              <a:rPr lang="en-US" dirty="0"/>
              <a:t>When implemented on silicon photonics platforms, WDM systems benefit from reduced power consumption and lower assembly costs, due to their compatibility with CMOS fabrication and high level of integration.</a:t>
            </a:r>
            <a:endParaRPr lang="es-CO" dirty="0"/>
          </a:p>
        </p:txBody>
      </p:sp>
      <p:pic>
        <p:nvPicPr>
          <p:cNvPr id="123" name="Picture 122">
            <a:extLst>
              <a:ext uri="{FF2B5EF4-FFF2-40B4-BE49-F238E27FC236}">
                <a16:creationId xmlns:a16="http://schemas.microsoft.com/office/drawing/2014/main" id="{317A1047-EA7F-CEB1-3248-7677F0A070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5002" y="996310"/>
            <a:ext cx="5969865" cy="3907889"/>
          </a:xfrm>
          <a:prstGeom prst="rect">
            <a:avLst/>
          </a:prstGeom>
        </p:spPr>
      </p:pic>
      <p:sp>
        <p:nvSpPr>
          <p:cNvPr id="127" name="Rectangle: Rounded Corners 126">
            <a:extLst>
              <a:ext uri="{FF2B5EF4-FFF2-40B4-BE49-F238E27FC236}">
                <a16:creationId xmlns:a16="http://schemas.microsoft.com/office/drawing/2014/main" id="{1969A4B6-3E62-E3CF-3FDB-8D1A8C8596E0}"/>
              </a:ext>
            </a:extLst>
          </p:cNvPr>
          <p:cNvSpPr/>
          <p:nvPr/>
        </p:nvSpPr>
        <p:spPr>
          <a:xfrm>
            <a:off x="6283842" y="5155956"/>
            <a:ext cx="5681025" cy="636783"/>
          </a:xfrm>
          <a:prstGeom prst="roundRect">
            <a:avLst>
              <a:gd name="adj" fmla="val 11072"/>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How do we catch a color?</a:t>
            </a:r>
            <a:endParaRPr lang="es-CO">
              <a:solidFill>
                <a:schemeClr val="tx1"/>
              </a:solidFill>
            </a:endParaRPr>
          </a:p>
        </p:txBody>
      </p:sp>
    </p:spTree>
    <p:extLst>
      <p:ext uri="{BB962C8B-B14F-4D97-AF65-F5344CB8AC3E}">
        <p14:creationId xmlns:p14="http://schemas.microsoft.com/office/powerpoint/2010/main" val="3405189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952E7-7D8B-6560-F398-07B00922A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E6888-7711-1114-50C9-CFE115934C40}"/>
              </a:ext>
            </a:extLst>
          </p:cNvPr>
          <p:cNvSpPr>
            <a:spLocks noGrp="1"/>
          </p:cNvSpPr>
          <p:nvPr>
            <p:ph type="title"/>
          </p:nvPr>
        </p:nvSpPr>
        <p:spPr>
          <a:xfrm>
            <a:off x="526712" y="718604"/>
            <a:ext cx="10544383" cy="599007"/>
          </a:xfrm>
        </p:spPr>
        <p:txBody>
          <a:bodyPr/>
          <a:lstStyle/>
          <a:p>
            <a:r>
              <a:rPr lang="en-US"/>
              <a:t>Examples of commercial WDMs</a:t>
            </a:r>
          </a:p>
        </p:txBody>
      </p:sp>
      <p:sp>
        <p:nvSpPr>
          <p:cNvPr id="3" name="Footer Placeholder 2">
            <a:extLst>
              <a:ext uri="{FF2B5EF4-FFF2-40B4-BE49-F238E27FC236}">
                <a16:creationId xmlns:a16="http://schemas.microsoft.com/office/drawing/2014/main" id="{6AF3F578-79C6-9C1F-1F07-CEC03AA8E96D}"/>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3C33485B-6786-F27C-995B-F7CBA896A73F}"/>
              </a:ext>
            </a:extLst>
          </p:cNvPr>
          <p:cNvSpPr>
            <a:spLocks noGrp="1"/>
          </p:cNvSpPr>
          <p:nvPr>
            <p:ph type="sldNum" sz="quarter" idx="12"/>
          </p:nvPr>
        </p:nvSpPr>
        <p:spPr/>
        <p:txBody>
          <a:bodyPr/>
          <a:lstStyle/>
          <a:p>
            <a:fld id="{D637F8FC-4B86-4690-8888-22AB2F781BEF}" type="slidenum">
              <a:rPr lang="en-US" smtClean="0"/>
              <a:pPr/>
              <a:t>4</a:t>
            </a:fld>
            <a:endParaRPr lang="en-US"/>
          </a:p>
        </p:txBody>
      </p:sp>
      <p:sp>
        <p:nvSpPr>
          <p:cNvPr id="7" name="Date Placeholder 6">
            <a:extLst>
              <a:ext uri="{FF2B5EF4-FFF2-40B4-BE49-F238E27FC236}">
                <a16:creationId xmlns:a16="http://schemas.microsoft.com/office/drawing/2014/main" id="{11657383-5111-4FD3-089B-8FC691C4CF5B}"/>
              </a:ext>
            </a:extLst>
          </p:cNvPr>
          <p:cNvSpPr>
            <a:spLocks noGrp="1"/>
          </p:cNvSpPr>
          <p:nvPr>
            <p:ph type="dt" sz="half" idx="2"/>
          </p:nvPr>
        </p:nvSpPr>
        <p:spPr/>
        <p:txBody>
          <a:bodyPr/>
          <a:lstStyle/>
          <a:p>
            <a:fld id="{39E18374-368A-4A3E-9C13-EFB00A3C21AB}" type="datetime1">
              <a:rPr lang="es-ES" smtClean="0"/>
              <a:t>06/05/2026</a:t>
            </a:fld>
            <a:endParaRPr lang="es-ES"/>
          </a:p>
        </p:txBody>
      </p:sp>
      <p:pic>
        <p:nvPicPr>
          <p:cNvPr id="1026" name="Picture 2">
            <a:extLst>
              <a:ext uri="{FF2B5EF4-FFF2-40B4-BE49-F238E27FC236}">
                <a16:creationId xmlns:a16="http://schemas.microsoft.com/office/drawing/2014/main" id="{2B10ABE8-3F7C-7727-B6BB-5ED4C5987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3203" y="733089"/>
            <a:ext cx="3227892" cy="46097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defined">
            <a:extLst>
              <a:ext uri="{FF2B5EF4-FFF2-40B4-BE49-F238E27FC236}">
                <a16:creationId xmlns:a16="http://schemas.microsoft.com/office/drawing/2014/main" id="{7F987D0E-20D0-A986-969A-64F020CFC6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235" y="1515159"/>
            <a:ext cx="6437947" cy="3827681"/>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31">
            <a:extLst>
              <a:ext uri="{FF2B5EF4-FFF2-40B4-BE49-F238E27FC236}">
                <a16:creationId xmlns:a16="http://schemas.microsoft.com/office/drawing/2014/main" id="{CE893241-9EB6-C82B-785C-06BD06995CCF}"/>
              </a:ext>
            </a:extLst>
          </p:cNvPr>
          <p:cNvSpPr txBox="1"/>
          <p:nvPr/>
        </p:nvSpPr>
        <p:spPr>
          <a:xfrm>
            <a:off x="1146472" y="5432932"/>
            <a:ext cx="5904568" cy="400110"/>
          </a:xfrm>
          <a:prstGeom prst="rect">
            <a:avLst/>
          </a:prstGeom>
          <a:noFill/>
        </p:spPr>
        <p:txBody>
          <a:bodyPr wrap="square" rtlCol="0">
            <a:spAutoFit/>
          </a:bodyPr>
          <a:lstStyle/>
          <a:p>
            <a:r>
              <a:rPr lang="en-US" sz="1000"/>
              <a:t>Finot, C. (2015). </a:t>
            </a:r>
            <a:r>
              <a:rPr lang="en-US" sz="1000" i="1"/>
              <a:t>WDM multiplexer for DWDM communications</a:t>
            </a:r>
            <a:r>
              <a:rPr lang="en-US" sz="1000"/>
              <a:t> [Image]. Licensed under CC BY-SA 3.0.</a:t>
            </a:r>
          </a:p>
          <a:p>
            <a:endParaRPr lang="es-ES" sz="1000"/>
          </a:p>
        </p:txBody>
      </p:sp>
      <p:sp>
        <p:nvSpPr>
          <p:cNvPr id="9" name="CuadroTexto 31">
            <a:extLst>
              <a:ext uri="{FF2B5EF4-FFF2-40B4-BE49-F238E27FC236}">
                <a16:creationId xmlns:a16="http://schemas.microsoft.com/office/drawing/2014/main" id="{60056535-5B93-5682-FAE3-6DEB8940DEF4}"/>
              </a:ext>
            </a:extLst>
          </p:cNvPr>
          <p:cNvSpPr txBox="1"/>
          <p:nvPr/>
        </p:nvSpPr>
        <p:spPr>
          <a:xfrm>
            <a:off x="7645163" y="5432932"/>
            <a:ext cx="3703557" cy="553998"/>
          </a:xfrm>
          <a:prstGeom prst="rect">
            <a:avLst/>
          </a:prstGeom>
          <a:noFill/>
        </p:spPr>
        <p:txBody>
          <a:bodyPr wrap="square" rtlCol="0">
            <a:spAutoFit/>
          </a:bodyPr>
          <a:lstStyle/>
          <a:p>
            <a:r>
              <a:rPr lang="en-US" sz="1000" err="1"/>
              <a:t>dwdmstop</a:t>
            </a:r>
            <a:r>
              <a:rPr lang="en-US" sz="1000"/>
              <a:t> all, S. (2020). WDM/DWDM System in rack 19/21" [Image]. Licensed under CC BY-SA 4.0.</a:t>
            </a:r>
          </a:p>
          <a:p>
            <a:endParaRPr lang="es-ES" sz="1000"/>
          </a:p>
        </p:txBody>
      </p:sp>
    </p:spTree>
    <p:extLst>
      <p:ext uri="{BB962C8B-B14F-4D97-AF65-F5344CB8AC3E}">
        <p14:creationId xmlns:p14="http://schemas.microsoft.com/office/powerpoint/2010/main" val="376003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7FCCB-504C-9981-9417-19AB7A6AEE47}"/>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919CBD39-D1AF-BAAD-C2E9-56D7F099B0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1897" y="1449905"/>
            <a:ext cx="3859312" cy="2171393"/>
          </a:xfrm>
          <a:prstGeom prst="rect">
            <a:avLst/>
          </a:prstGeom>
        </p:spPr>
      </p:pic>
      <p:sp>
        <p:nvSpPr>
          <p:cNvPr id="2" name="Title 1">
            <a:extLst>
              <a:ext uri="{FF2B5EF4-FFF2-40B4-BE49-F238E27FC236}">
                <a16:creationId xmlns:a16="http://schemas.microsoft.com/office/drawing/2014/main" id="{252D4665-F766-439C-CDAE-66515CC27CC1}"/>
              </a:ext>
            </a:extLst>
          </p:cNvPr>
          <p:cNvSpPr>
            <a:spLocks noGrp="1"/>
          </p:cNvSpPr>
          <p:nvPr>
            <p:ph type="title"/>
          </p:nvPr>
        </p:nvSpPr>
        <p:spPr>
          <a:xfrm>
            <a:off x="896079" y="644176"/>
            <a:ext cx="10544383" cy="599007"/>
          </a:xfrm>
        </p:spPr>
        <p:txBody>
          <a:bodyPr/>
          <a:lstStyle/>
          <a:p>
            <a:r>
              <a:rPr lang="en-US"/>
              <a:t>Implementation of a WDM</a:t>
            </a:r>
          </a:p>
        </p:txBody>
      </p:sp>
      <p:sp>
        <p:nvSpPr>
          <p:cNvPr id="3" name="Footer Placeholder 2">
            <a:extLst>
              <a:ext uri="{FF2B5EF4-FFF2-40B4-BE49-F238E27FC236}">
                <a16:creationId xmlns:a16="http://schemas.microsoft.com/office/drawing/2014/main" id="{01B6762F-38B5-38EE-81A5-303AB2382065}"/>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1CDA3940-0F06-7C9C-C568-F842AA75A8A1}"/>
              </a:ext>
            </a:extLst>
          </p:cNvPr>
          <p:cNvSpPr>
            <a:spLocks noGrp="1"/>
          </p:cNvSpPr>
          <p:nvPr>
            <p:ph type="sldNum" sz="quarter" idx="12"/>
          </p:nvPr>
        </p:nvSpPr>
        <p:spPr/>
        <p:txBody>
          <a:bodyPr/>
          <a:lstStyle/>
          <a:p>
            <a:fld id="{D637F8FC-4B86-4690-8888-22AB2F781BEF}" type="slidenum">
              <a:rPr lang="en-US" smtClean="0"/>
              <a:pPr/>
              <a:t>5</a:t>
            </a:fld>
            <a:endParaRPr lang="en-US"/>
          </a:p>
        </p:txBody>
      </p:sp>
      <p:sp>
        <p:nvSpPr>
          <p:cNvPr id="7" name="Date Placeholder 6">
            <a:extLst>
              <a:ext uri="{FF2B5EF4-FFF2-40B4-BE49-F238E27FC236}">
                <a16:creationId xmlns:a16="http://schemas.microsoft.com/office/drawing/2014/main" id="{30064DE4-C1D0-B3C4-2ABB-E071458267C3}"/>
              </a:ext>
            </a:extLst>
          </p:cNvPr>
          <p:cNvSpPr>
            <a:spLocks noGrp="1"/>
          </p:cNvSpPr>
          <p:nvPr>
            <p:ph type="dt" sz="half" idx="2"/>
          </p:nvPr>
        </p:nvSpPr>
        <p:spPr/>
        <p:txBody>
          <a:bodyPr/>
          <a:lstStyle/>
          <a:p>
            <a:fld id="{39E18374-368A-4A3E-9C13-EFB00A3C21AB}" type="datetime1">
              <a:rPr lang="es-ES" smtClean="0"/>
              <a:t>06/05/2026</a:t>
            </a:fld>
            <a:endParaRPr lang="es-ES"/>
          </a:p>
        </p:txBody>
      </p:sp>
      <p:sp>
        <p:nvSpPr>
          <p:cNvPr id="6" name="TextBox 5">
            <a:extLst>
              <a:ext uri="{FF2B5EF4-FFF2-40B4-BE49-F238E27FC236}">
                <a16:creationId xmlns:a16="http://schemas.microsoft.com/office/drawing/2014/main" id="{AB092F3C-94DC-E54A-E52E-48E18C15ADC1}"/>
              </a:ext>
            </a:extLst>
          </p:cNvPr>
          <p:cNvSpPr txBox="1"/>
          <p:nvPr/>
        </p:nvSpPr>
        <p:spPr>
          <a:xfrm>
            <a:off x="939800" y="1424365"/>
            <a:ext cx="3527174" cy="400238"/>
          </a:xfrm>
          <a:prstGeom prst="rect">
            <a:avLst/>
          </a:prstGeom>
          <a:noFill/>
        </p:spPr>
        <p:txBody>
          <a:bodyPr wrap="square">
            <a:spAutoFit/>
          </a:bodyPr>
          <a:lstStyle/>
          <a:p>
            <a:pPr marL="274320" marR="0" lvl="1" algn="l" defTabSz="914400" rtl="0" eaLnBrk="1" fontAlgn="auto" latinLnBrk="0" hangingPunct="1">
              <a:lnSpc>
                <a:spcPct val="120000"/>
              </a:lnSpc>
              <a:spcBef>
                <a:spcPts val="500"/>
              </a:spcBef>
              <a:spcAft>
                <a:spcPts val="0"/>
              </a:spcAft>
              <a:buClrTx/>
              <a:buSzTx/>
              <a:tabLst/>
              <a:defRPr/>
            </a:pPr>
            <a:r>
              <a:rPr kumimoji="0" lang="es-ES" sz="1800" b="0" i="0" u="none" strike="noStrike" kern="1200" cap="none" spc="0" normalizeH="0" baseline="0" noProof="0" err="1">
                <a:ln>
                  <a:noFill/>
                </a:ln>
                <a:solidFill>
                  <a:srgbClr val="000000"/>
                </a:solidFill>
                <a:effectLst/>
                <a:uLnTx/>
                <a:uFillTx/>
                <a:latin typeface="IBM Plex Sans"/>
                <a:ea typeface="+mn-ea"/>
                <a:cs typeface="+mn-cs"/>
              </a:rPr>
              <a:t>Arrayed</a:t>
            </a:r>
            <a:r>
              <a:rPr kumimoji="0" lang="es-ES" sz="1800" b="0" i="0" u="none" strike="noStrike" kern="1200" cap="none" spc="0" normalizeH="0" baseline="0" noProof="0">
                <a:ln>
                  <a:noFill/>
                </a:ln>
                <a:solidFill>
                  <a:srgbClr val="000000"/>
                </a:solidFill>
                <a:effectLst/>
                <a:uLnTx/>
                <a:uFillTx/>
                <a:latin typeface="IBM Plex Sans"/>
                <a:ea typeface="+mn-ea"/>
                <a:cs typeface="+mn-cs"/>
              </a:rPr>
              <a:t> </a:t>
            </a:r>
            <a:r>
              <a:rPr kumimoji="0" lang="es-ES" sz="1800" b="0" i="0" u="none" strike="noStrike" kern="1200" cap="none" spc="0" normalizeH="0" baseline="0" noProof="0" err="1">
                <a:ln>
                  <a:noFill/>
                </a:ln>
                <a:solidFill>
                  <a:srgbClr val="000000"/>
                </a:solidFill>
                <a:effectLst/>
                <a:uLnTx/>
                <a:uFillTx/>
                <a:latin typeface="IBM Plex Sans"/>
                <a:ea typeface="+mn-ea"/>
                <a:cs typeface="+mn-cs"/>
              </a:rPr>
              <a:t>waveguide</a:t>
            </a:r>
            <a:r>
              <a:rPr kumimoji="0" lang="es-ES" sz="1800" b="0" i="0" u="none" strike="noStrike" kern="1200" cap="none" spc="0" normalizeH="0" baseline="0" noProof="0">
                <a:ln>
                  <a:noFill/>
                </a:ln>
                <a:solidFill>
                  <a:srgbClr val="000000"/>
                </a:solidFill>
                <a:effectLst/>
                <a:uLnTx/>
                <a:uFillTx/>
                <a:latin typeface="IBM Plex Sans"/>
                <a:ea typeface="+mn-ea"/>
                <a:cs typeface="+mn-cs"/>
              </a:rPr>
              <a:t> </a:t>
            </a:r>
            <a:r>
              <a:rPr kumimoji="0" lang="es-ES" sz="1800" b="0" i="0" u="none" strike="noStrike" kern="1200" cap="none" spc="0" normalizeH="0" baseline="0" noProof="0" err="1">
                <a:ln>
                  <a:noFill/>
                </a:ln>
                <a:solidFill>
                  <a:srgbClr val="000000"/>
                </a:solidFill>
                <a:effectLst/>
                <a:uLnTx/>
                <a:uFillTx/>
                <a:latin typeface="IBM Plex Sans"/>
                <a:ea typeface="+mn-ea"/>
                <a:cs typeface="+mn-cs"/>
              </a:rPr>
              <a:t>gratings</a:t>
            </a:r>
            <a:endParaRPr kumimoji="0" lang="es-ES" sz="1800" b="0" i="0" u="none" strike="noStrike" kern="1200" cap="none" spc="0" normalizeH="0" baseline="0" noProof="0">
              <a:ln>
                <a:noFill/>
              </a:ln>
              <a:solidFill>
                <a:srgbClr val="000000"/>
              </a:solidFill>
              <a:effectLst/>
              <a:uLnTx/>
              <a:uFillTx/>
              <a:latin typeface="IBM Plex Sans"/>
              <a:ea typeface="+mn-ea"/>
              <a:cs typeface="+mn-cs"/>
            </a:endParaRPr>
          </a:p>
        </p:txBody>
      </p:sp>
      <p:sp>
        <p:nvSpPr>
          <p:cNvPr id="60" name="TextBox 59">
            <a:extLst>
              <a:ext uri="{FF2B5EF4-FFF2-40B4-BE49-F238E27FC236}">
                <a16:creationId xmlns:a16="http://schemas.microsoft.com/office/drawing/2014/main" id="{4AEAAE28-2620-3934-7CF6-A7D4BCAE5DD8}"/>
              </a:ext>
            </a:extLst>
          </p:cNvPr>
          <p:cNvSpPr txBox="1"/>
          <p:nvPr/>
        </p:nvSpPr>
        <p:spPr>
          <a:xfrm>
            <a:off x="971233" y="3189496"/>
            <a:ext cx="2922371" cy="400238"/>
          </a:xfrm>
          <a:prstGeom prst="rect">
            <a:avLst/>
          </a:prstGeom>
          <a:noFill/>
        </p:spPr>
        <p:txBody>
          <a:bodyPr wrap="square">
            <a:spAutoFit/>
          </a:bodyPr>
          <a:lstStyle/>
          <a:p>
            <a:pPr marL="274320" marR="0" lvl="1" algn="l" defTabSz="914400" rtl="0" eaLnBrk="1" fontAlgn="auto" latinLnBrk="0" hangingPunct="1">
              <a:lnSpc>
                <a:spcPct val="120000"/>
              </a:lnSpc>
              <a:spcBef>
                <a:spcPts val="500"/>
              </a:spcBef>
              <a:spcAft>
                <a:spcPts val="0"/>
              </a:spcAft>
              <a:buClrTx/>
              <a:buSzTx/>
              <a:tabLst/>
              <a:defRPr/>
            </a:pPr>
            <a:r>
              <a:rPr lang="es-ES" err="1">
                <a:solidFill>
                  <a:srgbClr val="000000"/>
                </a:solidFill>
                <a:latin typeface="IBM Plex Sans"/>
              </a:rPr>
              <a:t>Micro-r</a:t>
            </a:r>
            <a:r>
              <a:rPr kumimoji="0" lang="es-ES" sz="1800" b="0" i="0" u="none" strike="noStrike" kern="1200" cap="none" spc="0" normalizeH="0" baseline="0" noProof="0" err="1">
                <a:ln>
                  <a:noFill/>
                </a:ln>
                <a:solidFill>
                  <a:srgbClr val="000000"/>
                </a:solidFill>
                <a:effectLst/>
                <a:uLnTx/>
                <a:uFillTx/>
                <a:latin typeface="IBM Plex Sans"/>
                <a:ea typeface="+mn-ea"/>
                <a:cs typeface="+mn-cs"/>
              </a:rPr>
              <a:t>ing</a:t>
            </a:r>
            <a:r>
              <a:rPr kumimoji="0" lang="es-ES" sz="1800" b="0" i="0" u="none" strike="noStrike" kern="1200" cap="none" spc="0" normalizeH="0" baseline="0" noProof="0">
                <a:ln>
                  <a:noFill/>
                </a:ln>
                <a:solidFill>
                  <a:srgbClr val="000000"/>
                </a:solidFill>
                <a:effectLst/>
                <a:uLnTx/>
                <a:uFillTx/>
                <a:latin typeface="IBM Plex Sans"/>
                <a:ea typeface="+mn-ea"/>
                <a:cs typeface="+mn-cs"/>
              </a:rPr>
              <a:t> </a:t>
            </a:r>
            <a:r>
              <a:rPr kumimoji="0" lang="es-ES" sz="1800" b="0" i="0" u="none" strike="noStrike" kern="1200" cap="none" spc="0" normalizeH="0" baseline="0" noProof="0" err="1">
                <a:ln>
                  <a:noFill/>
                </a:ln>
                <a:solidFill>
                  <a:srgbClr val="000000"/>
                </a:solidFill>
                <a:effectLst/>
                <a:uLnTx/>
                <a:uFillTx/>
                <a:latin typeface="IBM Plex Sans"/>
                <a:ea typeface="+mn-ea"/>
                <a:cs typeface="+mn-cs"/>
              </a:rPr>
              <a:t>resonators</a:t>
            </a:r>
            <a:endParaRPr kumimoji="0" lang="es-ES" sz="1800" b="0" i="0" u="none" strike="noStrike" kern="1200" cap="none" spc="0" normalizeH="0" baseline="0" noProof="0">
              <a:ln>
                <a:noFill/>
              </a:ln>
              <a:solidFill>
                <a:srgbClr val="000000"/>
              </a:solidFill>
              <a:effectLst/>
              <a:uLnTx/>
              <a:uFillTx/>
              <a:latin typeface="IBM Plex Sans"/>
              <a:ea typeface="+mn-ea"/>
              <a:cs typeface="+mn-cs"/>
            </a:endParaRPr>
          </a:p>
        </p:txBody>
      </p:sp>
      <p:sp>
        <p:nvSpPr>
          <p:cNvPr id="101" name="TextBox 100">
            <a:extLst>
              <a:ext uri="{FF2B5EF4-FFF2-40B4-BE49-F238E27FC236}">
                <a16:creationId xmlns:a16="http://schemas.microsoft.com/office/drawing/2014/main" id="{52DA9303-9039-C65A-5451-68FB0874037D}"/>
              </a:ext>
            </a:extLst>
          </p:cNvPr>
          <p:cNvSpPr txBox="1"/>
          <p:nvPr/>
        </p:nvSpPr>
        <p:spPr>
          <a:xfrm>
            <a:off x="961304" y="4744585"/>
            <a:ext cx="3285485" cy="400238"/>
          </a:xfrm>
          <a:prstGeom prst="rect">
            <a:avLst/>
          </a:prstGeom>
          <a:noFill/>
        </p:spPr>
        <p:txBody>
          <a:bodyPr wrap="square">
            <a:spAutoFit/>
          </a:bodyPr>
          <a:lstStyle/>
          <a:p>
            <a:pPr marL="274320" marR="0" lvl="1" algn="l" defTabSz="914400" rtl="0" eaLnBrk="1" fontAlgn="auto" latinLnBrk="0" hangingPunct="1">
              <a:lnSpc>
                <a:spcPct val="120000"/>
              </a:lnSpc>
              <a:spcBef>
                <a:spcPts val="500"/>
              </a:spcBef>
              <a:spcAft>
                <a:spcPts val="0"/>
              </a:spcAft>
              <a:buClrTx/>
              <a:buSzTx/>
              <a:tabLst/>
              <a:defRPr/>
            </a:pPr>
            <a:r>
              <a:rPr kumimoji="0" lang="es-ES" sz="1800" b="0" i="0" u="none" strike="noStrike" kern="1200" cap="none" spc="0" normalizeH="0" baseline="0" noProof="0">
                <a:ln>
                  <a:noFill/>
                </a:ln>
                <a:solidFill>
                  <a:srgbClr val="000000"/>
                </a:solidFill>
                <a:effectLst/>
                <a:uLnTx/>
                <a:uFillTx/>
                <a:latin typeface="IBM Plex Sans"/>
                <a:ea typeface="+mn-ea"/>
                <a:cs typeface="+mn-cs"/>
              </a:rPr>
              <a:t>Multi</a:t>
            </a:r>
            <a:r>
              <a:rPr lang="es-ES" err="1">
                <a:solidFill>
                  <a:srgbClr val="000000"/>
                </a:solidFill>
                <a:latin typeface="IBM Plex Sans"/>
              </a:rPr>
              <a:t>stage</a:t>
            </a:r>
            <a:r>
              <a:rPr lang="es-ES">
                <a:solidFill>
                  <a:srgbClr val="000000"/>
                </a:solidFill>
                <a:latin typeface="IBM Plex Sans"/>
              </a:rPr>
              <a:t> Bragg </a:t>
            </a:r>
            <a:r>
              <a:rPr lang="es-ES" err="1">
                <a:solidFill>
                  <a:srgbClr val="000000"/>
                </a:solidFill>
                <a:latin typeface="IBM Plex Sans"/>
              </a:rPr>
              <a:t>Gratings</a:t>
            </a:r>
            <a:endParaRPr kumimoji="0" lang="es-ES" sz="1800" b="0" i="0" u="none" strike="noStrike" kern="1200" cap="none" spc="0" normalizeH="0" baseline="0" noProof="0">
              <a:ln>
                <a:noFill/>
              </a:ln>
              <a:solidFill>
                <a:srgbClr val="000000"/>
              </a:solidFill>
              <a:effectLst/>
              <a:uLnTx/>
              <a:uFillTx/>
              <a:latin typeface="IBM Plex Sans"/>
              <a:ea typeface="+mn-ea"/>
              <a:cs typeface="+mn-cs"/>
            </a:endParaRPr>
          </a:p>
        </p:txBody>
      </p:sp>
      <p:pic>
        <p:nvPicPr>
          <p:cNvPr id="117" name="Picture 116">
            <a:extLst>
              <a:ext uri="{FF2B5EF4-FFF2-40B4-BE49-F238E27FC236}">
                <a16:creationId xmlns:a16="http://schemas.microsoft.com/office/drawing/2014/main" id="{39053E2C-B9CA-C795-4CA0-5D74D11BF6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18810" y="5177748"/>
            <a:ext cx="3285485" cy="771929"/>
          </a:xfrm>
          <a:prstGeom prst="rect">
            <a:avLst/>
          </a:prstGeom>
        </p:spPr>
      </p:pic>
      <p:pic>
        <p:nvPicPr>
          <p:cNvPr id="119" name="Picture 118">
            <a:extLst>
              <a:ext uri="{FF2B5EF4-FFF2-40B4-BE49-F238E27FC236}">
                <a16:creationId xmlns:a16="http://schemas.microsoft.com/office/drawing/2014/main" id="{39768E50-60A1-5126-03EF-CC0195F25C0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0158" y="3702494"/>
            <a:ext cx="3527175" cy="1060863"/>
          </a:xfrm>
          <a:prstGeom prst="rect">
            <a:avLst/>
          </a:prstGeom>
        </p:spPr>
      </p:pic>
      <p:sp>
        <p:nvSpPr>
          <p:cNvPr id="120" name="CuadroTexto 31">
            <a:extLst>
              <a:ext uri="{FF2B5EF4-FFF2-40B4-BE49-F238E27FC236}">
                <a16:creationId xmlns:a16="http://schemas.microsoft.com/office/drawing/2014/main" id="{01ABA14C-F90C-B25A-08CB-1600D28B13C9}"/>
              </a:ext>
            </a:extLst>
          </p:cNvPr>
          <p:cNvSpPr txBox="1"/>
          <p:nvPr/>
        </p:nvSpPr>
        <p:spPr>
          <a:xfrm>
            <a:off x="648632" y="5961252"/>
            <a:ext cx="11440160" cy="400110"/>
          </a:xfrm>
          <a:prstGeom prst="rect">
            <a:avLst/>
          </a:prstGeom>
          <a:noFill/>
        </p:spPr>
        <p:txBody>
          <a:bodyPr wrap="square" rtlCol="0">
            <a:spAutoFit/>
          </a:bodyPr>
          <a:lstStyle/>
          <a:p>
            <a:r>
              <a:rPr lang="en-US" sz="1000"/>
              <a:t>T. -H. Yen and Y. -J. Hung, "Fabrication-Tolerant CWDM (de)Multiplexer Based on Cascaded Mach–Zehnder Interferometers on Silicon-on-Insulator," in Journal of Lightwave Technology, vol. 39, no. 1, pp. 146-153, 1 Jan.1, 2021, </a:t>
            </a:r>
            <a:r>
              <a:rPr lang="en-US" sz="1000" err="1"/>
              <a:t>doi</a:t>
            </a:r>
            <a:r>
              <a:rPr lang="en-US" sz="1000"/>
              <a:t>: 10.1109/JLT.2020.3026314.</a:t>
            </a:r>
            <a:endParaRPr lang="es-ES" sz="1000"/>
          </a:p>
        </p:txBody>
      </p:sp>
      <p:sp>
        <p:nvSpPr>
          <p:cNvPr id="8" name="Rectangle: Rounded Corners 7">
            <a:extLst>
              <a:ext uri="{FF2B5EF4-FFF2-40B4-BE49-F238E27FC236}">
                <a16:creationId xmlns:a16="http://schemas.microsoft.com/office/drawing/2014/main" id="{C9EB7468-822A-BD33-5470-A3C715E897C9}"/>
              </a:ext>
            </a:extLst>
          </p:cNvPr>
          <p:cNvSpPr/>
          <p:nvPr/>
        </p:nvSpPr>
        <p:spPr>
          <a:xfrm>
            <a:off x="5455494" y="1980387"/>
            <a:ext cx="5681025" cy="400111"/>
          </a:xfrm>
          <a:prstGeom prst="roundRect">
            <a:avLst>
              <a:gd name="adj" fmla="val 11072"/>
            </a:avLst>
          </a:prstGeom>
          <a:solidFill>
            <a:srgbClr val="FBE5D6"/>
          </a:solidFill>
          <a:ln>
            <a:solidFill>
              <a:srgbClr val="E955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so easy to design</a:t>
            </a:r>
            <a:endParaRPr lang="es-CO">
              <a:solidFill>
                <a:schemeClr val="tx1"/>
              </a:solidFill>
            </a:endParaRPr>
          </a:p>
        </p:txBody>
      </p:sp>
      <p:sp>
        <p:nvSpPr>
          <p:cNvPr id="9" name="Rectangle: Rounded Corners 8">
            <a:extLst>
              <a:ext uri="{FF2B5EF4-FFF2-40B4-BE49-F238E27FC236}">
                <a16:creationId xmlns:a16="http://schemas.microsoft.com/office/drawing/2014/main" id="{9410FD52-D88F-6094-81B2-83B3E993D55B}"/>
              </a:ext>
            </a:extLst>
          </p:cNvPr>
          <p:cNvSpPr/>
          <p:nvPr/>
        </p:nvSpPr>
        <p:spPr>
          <a:xfrm>
            <a:off x="5455494" y="2494741"/>
            <a:ext cx="5681025" cy="400111"/>
          </a:xfrm>
          <a:prstGeom prst="roundRect">
            <a:avLst>
              <a:gd name="adj" fmla="val 11072"/>
            </a:avLst>
          </a:prstGeom>
          <a:solidFill>
            <a:srgbClr val="FBE5D6"/>
          </a:solidFill>
          <a:ln>
            <a:solidFill>
              <a:srgbClr val="E955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Moderate loses</a:t>
            </a:r>
            <a:endParaRPr lang="es-CO">
              <a:solidFill>
                <a:schemeClr val="tx1"/>
              </a:solidFill>
            </a:endParaRPr>
          </a:p>
        </p:txBody>
      </p:sp>
      <p:sp>
        <p:nvSpPr>
          <p:cNvPr id="10" name="Rectangle: Rounded Corners 9">
            <a:extLst>
              <a:ext uri="{FF2B5EF4-FFF2-40B4-BE49-F238E27FC236}">
                <a16:creationId xmlns:a16="http://schemas.microsoft.com/office/drawing/2014/main" id="{EF81A50E-548F-E2AB-8E66-5A7CB43F41E0}"/>
              </a:ext>
            </a:extLst>
          </p:cNvPr>
          <p:cNvSpPr/>
          <p:nvPr/>
        </p:nvSpPr>
        <p:spPr>
          <a:xfrm>
            <a:off x="5455494" y="3632981"/>
            <a:ext cx="5681025" cy="400111"/>
          </a:xfrm>
          <a:prstGeom prst="roundRect">
            <a:avLst>
              <a:gd name="adj" fmla="val 11072"/>
            </a:avLst>
          </a:prstGeom>
          <a:solidFill>
            <a:srgbClr val="FBE5D6"/>
          </a:solidFill>
          <a:ln>
            <a:solidFill>
              <a:srgbClr val="E955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Lack of flexibility</a:t>
            </a:r>
            <a:endParaRPr lang="es-CO">
              <a:solidFill>
                <a:schemeClr val="tx1"/>
              </a:solidFill>
            </a:endParaRPr>
          </a:p>
        </p:txBody>
      </p:sp>
      <p:sp>
        <p:nvSpPr>
          <p:cNvPr id="11" name="Rectangle: Rounded Corners 10">
            <a:extLst>
              <a:ext uri="{FF2B5EF4-FFF2-40B4-BE49-F238E27FC236}">
                <a16:creationId xmlns:a16="http://schemas.microsoft.com/office/drawing/2014/main" id="{898D8375-EF07-B71E-3D23-85CBEA0A297B}"/>
              </a:ext>
            </a:extLst>
          </p:cNvPr>
          <p:cNvSpPr/>
          <p:nvPr/>
        </p:nvSpPr>
        <p:spPr>
          <a:xfrm>
            <a:off x="5455494" y="4122183"/>
            <a:ext cx="5681025" cy="400111"/>
          </a:xfrm>
          <a:prstGeom prst="roundRect">
            <a:avLst>
              <a:gd name="adj" fmla="val 11072"/>
            </a:avLst>
          </a:prstGeom>
          <a:solidFill>
            <a:srgbClr val="FBE5D6"/>
          </a:solidFill>
          <a:ln>
            <a:solidFill>
              <a:srgbClr val="E955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Small tolerance to fabrication errors</a:t>
            </a:r>
            <a:endParaRPr lang="es-CO">
              <a:solidFill>
                <a:schemeClr val="tx1"/>
              </a:solidFill>
            </a:endParaRPr>
          </a:p>
        </p:txBody>
      </p:sp>
      <p:sp>
        <p:nvSpPr>
          <p:cNvPr id="12" name="Rectangle: Rounded Corners 11">
            <a:extLst>
              <a:ext uri="{FF2B5EF4-FFF2-40B4-BE49-F238E27FC236}">
                <a16:creationId xmlns:a16="http://schemas.microsoft.com/office/drawing/2014/main" id="{9C6DE4BC-39A1-5A13-6F3C-F1626723FDE5}"/>
              </a:ext>
            </a:extLst>
          </p:cNvPr>
          <p:cNvSpPr/>
          <p:nvPr/>
        </p:nvSpPr>
        <p:spPr>
          <a:xfrm>
            <a:off x="5450502" y="5335620"/>
            <a:ext cx="5681025" cy="400111"/>
          </a:xfrm>
          <a:prstGeom prst="roundRect">
            <a:avLst>
              <a:gd name="adj" fmla="val 11072"/>
            </a:avLst>
          </a:prstGeom>
          <a:solidFill>
            <a:srgbClr val="FBE5D6"/>
          </a:solidFill>
          <a:ln>
            <a:solidFill>
              <a:srgbClr val="E955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Small tolerance to fabrication errors</a:t>
            </a:r>
            <a:endParaRPr lang="es-CO">
              <a:solidFill>
                <a:schemeClr val="tx1"/>
              </a:solidFill>
            </a:endParaRPr>
          </a:p>
        </p:txBody>
      </p:sp>
      <p:cxnSp>
        <p:nvCxnSpPr>
          <p:cNvPr id="13" name="Straight Connector 12">
            <a:extLst>
              <a:ext uri="{FF2B5EF4-FFF2-40B4-BE49-F238E27FC236}">
                <a16:creationId xmlns:a16="http://schemas.microsoft.com/office/drawing/2014/main" id="{984FAB01-E891-118D-96B0-01E57B5EF6AA}"/>
              </a:ext>
            </a:extLst>
          </p:cNvPr>
          <p:cNvCxnSpPr>
            <a:cxnSpLocks/>
          </p:cNvCxnSpPr>
          <p:nvPr/>
        </p:nvCxnSpPr>
        <p:spPr>
          <a:xfrm flipH="1">
            <a:off x="554652" y="3032570"/>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D083FDF-B103-4B6D-C859-BDAC8DC35975}"/>
              </a:ext>
            </a:extLst>
          </p:cNvPr>
          <p:cNvCxnSpPr>
            <a:cxnSpLocks/>
          </p:cNvCxnSpPr>
          <p:nvPr/>
        </p:nvCxnSpPr>
        <p:spPr>
          <a:xfrm flipH="1">
            <a:off x="554652" y="4744585"/>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07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FCEFB-B655-62E7-B40D-F38AC2FC4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8FDC7-B8C3-B35B-0451-F534965F7EE9}"/>
              </a:ext>
            </a:extLst>
          </p:cNvPr>
          <p:cNvSpPr>
            <a:spLocks noGrp="1"/>
          </p:cNvSpPr>
          <p:nvPr>
            <p:ph type="title"/>
          </p:nvPr>
        </p:nvSpPr>
        <p:spPr>
          <a:xfrm>
            <a:off x="896079" y="644176"/>
            <a:ext cx="10544383" cy="599007"/>
          </a:xfrm>
        </p:spPr>
        <p:txBody>
          <a:bodyPr/>
          <a:lstStyle/>
          <a:p>
            <a:r>
              <a:rPr lang="en-US"/>
              <a:t>Implementation of a WDM</a:t>
            </a:r>
          </a:p>
        </p:txBody>
      </p:sp>
      <p:sp>
        <p:nvSpPr>
          <p:cNvPr id="3" name="Footer Placeholder 2">
            <a:extLst>
              <a:ext uri="{FF2B5EF4-FFF2-40B4-BE49-F238E27FC236}">
                <a16:creationId xmlns:a16="http://schemas.microsoft.com/office/drawing/2014/main" id="{BACE8C05-B7E0-8A42-1A59-2AA267D22EED}"/>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05DA508B-2EC6-0C79-70B1-2A84D066E4DC}"/>
              </a:ext>
            </a:extLst>
          </p:cNvPr>
          <p:cNvSpPr>
            <a:spLocks noGrp="1"/>
          </p:cNvSpPr>
          <p:nvPr>
            <p:ph type="sldNum" sz="quarter" idx="12"/>
          </p:nvPr>
        </p:nvSpPr>
        <p:spPr/>
        <p:txBody>
          <a:bodyPr/>
          <a:lstStyle/>
          <a:p>
            <a:fld id="{D637F8FC-4B86-4690-8888-22AB2F781BEF}" type="slidenum">
              <a:rPr lang="en-US" smtClean="0"/>
              <a:pPr/>
              <a:t>6</a:t>
            </a:fld>
            <a:endParaRPr lang="en-US"/>
          </a:p>
        </p:txBody>
      </p:sp>
      <p:sp>
        <p:nvSpPr>
          <p:cNvPr id="7" name="Date Placeholder 6">
            <a:extLst>
              <a:ext uri="{FF2B5EF4-FFF2-40B4-BE49-F238E27FC236}">
                <a16:creationId xmlns:a16="http://schemas.microsoft.com/office/drawing/2014/main" id="{336D5812-529D-BCDB-CDD7-60031F92FE3B}"/>
              </a:ext>
            </a:extLst>
          </p:cNvPr>
          <p:cNvSpPr>
            <a:spLocks noGrp="1"/>
          </p:cNvSpPr>
          <p:nvPr>
            <p:ph type="dt" sz="half" idx="2"/>
          </p:nvPr>
        </p:nvSpPr>
        <p:spPr/>
        <p:txBody>
          <a:bodyPr/>
          <a:lstStyle/>
          <a:p>
            <a:fld id="{39E18374-368A-4A3E-9C13-EFB00A3C21AB}" type="datetime1">
              <a:rPr lang="es-ES" smtClean="0"/>
              <a:t>06/05/2026</a:t>
            </a:fld>
            <a:endParaRPr lang="es-ES"/>
          </a:p>
        </p:txBody>
      </p:sp>
      <p:sp>
        <p:nvSpPr>
          <p:cNvPr id="60" name="TextBox 59">
            <a:extLst>
              <a:ext uri="{FF2B5EF4-FFF2-40B4-BE49-F238E27FC236}">
                <a16:creationId xmlns:a16="http://schemas.microsoft.com/office/drawing/2014/main" id="{354ACD01-D3F7-22BD-20FF-39B4E873C276}"/>
              </a:ext>
            </a:extLst>
          </p:cNvPr>
          <p:cNvSpPr txBox="1"/>
          <p:nvPr/>
        </p:nvSpPr>
        <p:spPr>
          <a:xfrm>
            <a:off x="526712" y="1468724"/>
            <a:ext cx="2922371" cy="400238"/>
          </a:xfrm>
          <a:prstGeom prst="rect">
            <a:avLst/>
          </a:prstGeom>
          <a:noFill/>
        </p:spPr>
        <p:txBody>
          <a:bodyPr wrap="square">
            <a:spAutoFit/>
          </a:bodyPr>
          <a:lstStyle/>
          <a:p>
            <a:pPr marL="274320" marR="0" lvl="1" algn="l" defTabSz="914400" rtl="0" eaLnBrk="1" fontAlgn="auto" latinLnBrk="0" hangingPunct="1">
              <a:lnSpc>
                <a:spcPct val="120000"/>
              </a:lnSpc>
              <a:spcBef>
                <a:spcPts val="500"/>
              </a:spcBef>
              <a:spcAft>
                <a:spcPts val="0"/>
              </a:spcAft>
              <a:buClrTx/>
              <a:buSzTx/>
              <a:tabLst/>
              <a:defRPr/>
            </a:pPr>
            <a:r>
              <a:rPr lang="es-ES">
                <a:solidFill>
                  <a:srgbClr val="000000"/>
                </a:solidFill>
                <a:latin typeface="IBM Plex Sans"/>
              </a:rPr>
              <a:t>MZI</a:t>
            </a:r>
            <a:endParaRPr kumimoji="0" lang="es-ES" sz="1800" b="0" i="0" u="none" strike="noStrike" kern="1200" cap="none" spc="0" normalizeH="0" baseline="0" noProof="0">
              <a:ln>
                <a:noFill/>
              </a:ln>
              <a:solidFill>
                <a:srgbClr val="000000"/>
              </a:solidFill>
              <a:effectLst/>
              <a:uLnTx/>
              <a:uFillTx/>
              <a:latin typeface="IBM Plex Sans"/>
              <a:ea typeface="+mn-ea"/>
              <a:cs typeface="+mn-cs"/>
            </a:endParaRPr>
          </a:p>
        </p:txBody>
      </p:sp>
      <p:sp>
        <p:nvSpPr>
          <p:cNvPr id="120" name="CuadroTexto 31">
            <a:extLst>
              <a:ext uri="{FF2B5EF4-FFF2-40B4-BE49-F238E27FC236}">
                <a16:creationId xmlns:a16="http://schemas.microsoft.com/office/drawing/2014/main" id="{DCF54156-00B4-8479-DE2F-9E4CBCEADB9B}"/>
              </a:ext>
            </a:extLst>
          </p:cNvPr>
          <p:cNvSpPr txBox="1"/>
          <p:nvPr/>
        </p:nvSpPr>
        <p:spPr>
          <a:xfrm>
            <a:off x="526712" y="5373023"/>
            <a:ext cx="11440160" cy="400110"/>
          </a:xfrm>
          <a:prstGeom prst="rect">
            <a:avLst/>
          </a:prstGeom>
          <a:noFill/>
        </p:spPr>
        <p:txBody>
          <a:bodyPr wrap="square" rtlCol="0">
            <a:spAutoFit/>
          </a:bodyPr>
          <a:lstStyle/>
          <a:p>
            <a:r>
              <a:rPr lang="en-US" sz="1000"/>
              <a:t>T. -H. Yen and Y. -J. Hung, "Fabrication-Tolerant CWDM (de)Multiplexer Based on Cascaded Mach–Zehnder Interferometers on Silicon-on-Insulator," in Journal of Lightwave Technology, vol. 39, no. 1, pp. 146-153, 1 Jan.1, 2021, </a:t>
            </a:r>
            <a:r>
              <a:rPr lang="en-US" sz="1000" err="1"/>
              <a:t>doi</a:t>
            </a:r>
            <a:r>
              <a:rPr lang="en-US" sz="1000"/>
              <a:t>: 10.1109/JLT.2020.3026314.</a:t>
            </a:r>
            <a:endParaRPr lang="es-ES" sz="1000"/>
          </a:p>
        </p:txBody>
      </p:sp>
      <p:sp>
        <p:nvSpPr>
          <p:cNvPr id="9" name="Rectangle: Rounded Corners 8">
            <a:extLst>
              <a:ext uri="{FF2B5EF4-FFF2-40B4-BE49-F238E27FC236}">
                <a16:creationId xmlns:a16="http://schemas.microsoft.com/office/drawing/2014/main" id="{96E52F4D-39FA-C453-3280-4EC7CB794DDD}"/>
              </a:ext>
            </a:extLst>
          </p:cNvPr>
          <p:cNvSpPr/>
          <p:nvPr/>
        </p:nvSpPr>
        <p:spPr>
          <a:xfrm>
            <a:off x="5455494" y="1932388"/>
            <a:ext cx="6398354" cy="1224221"/>
          </a:xfrm>
          <a:prstGeom prst="roundRect">
            <a:avLst>
              <a:gd name="adj" fmla="val 7290"/>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pPr>
            <a:r>
              <a:rPr lang="en-US" kern="100">
                <a:solidFill>
                  <a:schemeClr val="tx1"/>
                </a:solidFill>
                <a:latin typeface="Aptos" panose="020B0004020202020204" pitchFamily="34" charset="0"/>
                <a:cs typeface="Times New Roman" panose="02020603050405020304" pitchFamily="18" charset="0"/>
              </a:rPr>
              <a:t>Cascaded Mach-Zehnder interferometers (MZI) have been widely applied to build WDM demultiplexers due to its low insertion loss, and the control they offer over channel spacing and spectral response.</a:t>
            </a:r>
            <a:endParaRPr lang="es-CO" kern="100">
              <a:solidFill>
                <a:schemeClr val="tx1"/>
              </a:solidFill>
              <a:latin typeface="Aptos" panose="020B0004020202020204" pitchFamily="34"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D949E378-C879-B3D6-9575-A664F1F22676}"/>
              </a:ext>
            </a:extLst>
          </p:cNvPr>
          <p:cNvSpPr/>
          <p:nvPr/>
        </p:nvSpPr>
        <p:spPr>
          <a:xfrm>
            <a:off x="5455494" y="3429000"/>
            <a:ext cx="6398354" cy="1826839"/>
          </a:xfrm>
          <a:prstGeom prst="roundRect">
            <a:avLst>
              <a:gd name="adj" fmla="val 6637"/>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pPr>
            <a:r>
              <a:rPr lang="en-US" kern="100">
                <a:solidFill>
                  <a:schemeClr val="tx1"/>
                </a:solidFill>
                <a:latin typeface="Aptos" panose="020B0004020202020204" pitchFamily="34" charset="0"/>
                <a:cs typeface="Times New Roman" panose="02020603050405020304" pitchFamily="18" charset="0"/>
              </a:rPr>
              <a:t>Although these devices are inherently sensitive to fabrication variations and thermal fluctuations, their performance can be effectively stabilized through post-fabrication tuning and proper encapsulation. In particular, thermo-optic phase shifters allow compensation of phase errors.</a:t>
            </a:r>
            <a:endParaRPr lang="es-CO" kern="100">
              <a:solidFill>
                <a:schemeClr val="tx1"/>
              </a:solidFill>
              <a:latin typeface="Aptos" panose="020B0004020202020204" pitchFamily="34" charset="0"/>
              <a:cs typeface="Times New Roman" panose="02020603050405020304" pitchFamily="18" charset="0"/>
            </a:endParaRPr>
          </a:p>
        </p:txBody>
      </p:sp>
      <p:pic>
        <p:nvPicPr>
          <p:cNvPr id="1026" name="Picture 2">
            <a:extLst>
              <a:ext uri="{FF2B5EF4-FFF2-40B4-BE49-F238E27FC236}">
                <a16:creationId xmlns:a16="http://schemas.microsoft.com/office/drawing/2014/main" id="{7FB7E7AB-AE19-34B2-2CAB-EC6C161F7C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481" y="2033377"/>
            <a:ext cx="4206151" cy="3175231"/>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31">
            <a:extLst>
              <a:ext uri="{FF2B5EF4-FFF2-40B4-BE49-F238E27FC236}">
                <a16:creationId xmlns:a16="http://schemas.microsoft.com/office/drawing/2014/main" id="{88F5B01B-EF9B-869C-CEAD-1787DB765960}"/>
              </a:ext>
            </a:extLst>
          </p:cNvPr>
          <p:cNvSpPr txBox="1"/>
          <p:nvPr/>
        </p:nvSpPr>
        <p:spPr>
          <a:xfrm>
            <a:off x="526712" y="5791803"/>
            <a:ext cx="11440160" cy="400110"/>
          </a:xfrm>
          <a:prstGeom prst="rect">
            <a:avLst/>
          </a:prstGeom>
          <a:noFill/>
        </p:spPr>
        <p:txBody>
          <a:bodyPr wrap="square" rtlCol="0">
            <a:spAutoFit/>
          </a:bodyPr>
          <a:lstStyle/>
          <a:p>
            <a:r>
              <a:rPr lang="en-US" sz="1000"/>
              <a:t>Qiyuan Yi, Shuang Zheng, Zhiwei Yan, Guanglian Cheng, </a:t>
            </a:r>
            <a:r>
              <a:rPr lang="en-US" sz="1000" err="1"/>
              <a:t>Fanglu</a:t>
            </a:r>
            <a:r>
              <a:rPr lang="en-US" sz="1000"/>
              <a:t> Xu, Qiyuan Li, and Li Shen, "Silicon photonic flat-top WDM (de)multiplexer based on cascaded Mach-Zehnder interferometers for the 2 µm wavelength band," Opt. Express 30, 28232-28241 (2022)</a:t>
            </a:r>
            <a:endParaRPr lang="es-ES" sz="1000"/>
          </a:p>
        </p:txBody>
      </p:sp>
    </p:spTree>
    <p:extLst>
      <p:ext uri="{BB962C8B-B14F-4D97-AF65-F5344CB8AC3E}">
        <p14:creationId xmlns:p14="http://schemas.microsoft.com/office/powerpoint/2010/main" val="3147415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1B03-A830-2898-300C-D2E463572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DC3B6-0014-A1B7-CF25-FB72511F7862}"/>
              </a:ext>
            </a:extLst>
          </p:cNvPr>
          <p:cNvSpPr>
            <a:spLocks noGrp="1"/>
          </p:cNvSpPr>
          <p:nvPr>
            <p:ph type="title"/>
          </p:nvPr>
        </p:nvSpPr>
        <p:spPr>
          <a:xfrm>
            <a:off x="896079" y="644176"/>
            <a:ext cx="10544383" cy="599007"/>
          </a:xfrm>
        </p:spPr>
        <p:txBody>
          <a:bodyPr/>
          <a:lstStyle/>
          <a:p>
            <a:r>
              <a:rPr lang="en-US"/>
              <a:t>WDM Network Architecture and Naming Conventions</a:t>
            </a:r>
          </a:p>
        </p:txBody>
      </p:sp>
      <p:sp>
        <p:nvSpPr>
          <p:cNvPr id="3" name="Footer Placeholder 2">
            <a:extLst>
              <a:ext uri="{FF2B5EF4-FFF2-40B4-BE49-F238E27FC236}">
                <a16:creationId xmlns:a16="http://schemas.microsoft.com/office/drawing/2014/main" id="{FB3347A1-4683-1DA6-7C5B-1A0750313DD4}"/>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909186D8-76EC-0670-5A93-DD55D7218AD3}"/>
              </a:ext>
            </a:extLst>
          </p:cNvPr>
          <p:cNvSpPr>
            <a:spLocks noGrp="1"/>
          </p:cNvSpPr>
          <p:nvPr>
            <p:ph type="sldNum" sz="quarter" idx="12"/>
          </p:nvPr>
        </p:nvSpPr>
        <p:spPr/>
        <p:txBody>
          <a:bodyPr/>
          <a:lstStyle/>
          <a:p>
            <a:fld id="{D637F8FC-4B86-4690-8888-22AB2F781BEF}" type="slidenum">
              <a:rPr lang="en-US" smtClean="0"/>
              <a:pPr/>
              <a:t>7</a:t>
            </a:fld>
            <a:endParaRPr lang="en-US"/>
          </a:p>
        </p:txBody>
      </p:sp>
      <p:sp>
        <p:nvSpPr>
          <p:cNvPr id="7" name="Date Placeholder 6">
            <a:extLst>
              <a:ext uri="{FF2B5EF4-FFF2-40B4-BE49-F238E27FC236}">
                <a16:creationId xmlns:a16="http://schemas.microsoft.com/office/drawing/2014/main" id="{131D931C-98F5-F115-9692-485990F8E7B9}"/>
              </a:ext>
            </a:extLst>
          </p:cNvPr>
          <p:cNvSpPr>
            <a:spLocks noGrp="1"/>
          </p:cNvSpPr>
          <p:nvPr>
            <p:ph type="dt" sz="half" idx="2"/>
          </p:nvPr>
        </p:nvSpPr>
        <p:spPr/>
        <p:txBody>
          <a:bodyPr/>
          <a:lstStyle/>
          <a:p>
            <a:fld id="{39E18374-368A-4A3E-9C13-EFB00A3C21AB}" type="datetime1">
              <a:rPr lang="es-ES" smtClean="0"/>
              <a:t>06/05/2026</a:t>
            </a:fld>
            <a:endParaRPr lang="es-ES"/>
          </a:p>
        </p:txBody>
      </p:sp>
      <p:cxnSp>
        <p:nvCxnSpPr>
          <p:cNvPr id="8" name="Straight Arrow Connector 7">
            <a:extLst>
              <a:ext uri="{FF2B5EF4-FFF2-40B4-BE49-F238E27FC236}">
                <a16:creationId xmlns:a16="http://schemas.microsoft.com/office/drawing/2014/main" id="{5B916CD7-4D7B-F37F-AAEE-0B0FF6193144}"/>
              </a:ext>
            </a:extLst>
          </p:cNvPr>
          <p:cNvCxnSpPr>
            <a:cxnSpLocks/>
            <a:endCxn id="15" idx="1"/>
          </p:cNvCxnSpPr>
          <p:nvPr/>
        </p:nvCxnSpPr>
        <p:spPr>
          <a:xfrm>
            <a:off x="905151" y="4942692"/>
            <a:ext cx="705223" cy="0"/>
          </a:xfrm>
          <a:prstGeom prst="straightConnector1">
            <a:avLst/>
          </a:prstGeom>
          <a:noFill/>
          <a:ln w="19050" cap="flat" cmpd="sng" algn="ctr">
            <a:solidFill>
              <a:srgbClr val="156082"/>
            </a:solidFill>
            <a:prstDash val="solid"/>
            <a:miter lim="800000"/>
            <a:tailEnd type="triangle"/>
          </a:ln>
          <a:effectLst/>
        </p:spPr>
      </p:cxnSp>
      <p:grpSp>
        <p:nvGrpSpPr>
          <p:cNvPr id="9" name="Group 8">
            <a:extLst>
              <a:ext uri="{FF2B5EF4-FFF2-40B4-BE49-F238E27FC236}">
                <a16:creationId xmlns:a16="http://schemas.microsoft.com/office/drawing/2014/main" id="{7B82FC73-A4F9-00BC-CC2D-7FEEA3E589E4}"/>
              </a:ext>
            </a:extLst>
          </p:cNvPr>
          <p:cNvGrpSpPr/>
          <p:nvPr/>
        </p:nvGrpSpPr>
        <p:grpSpPr>
          <a:xfrm>
            <a:off x="1610374" y="4452395"/>
            <a:ext cx="1343676" cy="631598"/>
            <a:chOff x="2222345" y="4139233"/>
            <a:chExt cx="1343676" cy="631598"/>
          </a:xfrm>
        </p:grpSpPr>
        <p:sp>
          <p:nvSpPr>
            <p:cNvPr id="10" name="Rectangle: Rounded Corners 9">
              <a:extLst>
                <a:ext uri="{FF2B5EF4-FFF2-40B4-BE49-F238E27FC236}">
                  <a16:creationId xmlns:a16="http://schemas.microsoft.com/office/drawing/2014/main" id="{291FBC5F-28F9-15EC-8956-AB14FC23D8EE}"/>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11" name="Group 10">
              <a:extLst>
                <a:ext uri="{FF2B5EF4-FFF2-40B4-BE49-F238E27FC236}">
                  <a16:creationId xmlns:a16="http://schemas.microsoft.com/office/drawing/2014/main" id="{9EFF2CF8-51CB-A6C7-03E4-63E6482655EC}"/>
                </a:ext>
              </a:extLst>
            </p:cNvPr>
            <p:cNvGrpSpPr/>
            <p:nvPr/>
          </p:nvGrpSpPr>
          <p:grpSpPr>
            <a:xfrm>
              <a:off x="2222345" y="4247006"/>
              <a:ext cx="1343676" cy="416052"/>
              <a:chOff x="2023872" y="2779776"/>
              <a:chExt cx="1343676" cy="416052"/>
            </a:xfrm>
          </p:grpSpPr>
          <p:grpSp>
            <p:nvGrpSpPr>
              <p:cNvPr id="13" name="Group 12">
                <a:extLst>
                  <a:ext uri="{FF2B5EF4-FFF2-40B4-BE49-F238E27FC236}">
                    <a16:creationId xmlns:a16="http://schemas.microsoft.com/office/drawing/2014/main" id="{F37FF37F-B655-0939-19A4-414A2FA5A0F7}"/>
                  </a:ext>
                </a:extLst>
              </p:cNvPr>
              <p:cNvGrpSpPr/>
              <p:nvPr/>
            </p:nvGrpSpPr>
            <p:grpSpPr>
              <a:xfrm>
                <a:off x="2023872" y="2779776"/>
                <a:ext cx="1343676" cy="67056"/>
                <a:chOff x="2023872" y="2779776"/>
                <a:chExt cx="1343676" cy="67056"/>
              </a:xfrm>
            </p:grpSpPr>
            <p:sp>
              <p:nvSpPr>
                <p:cNvPr id="17" name="Rectangle 16">
                  <a:extLst>
                    <a:ext uri="{FF2B5EF4-FFF2-40B4-BE49-F238E27FC236}">
                      <a16:creationId xmlns:a16="http://schemas.microsoft.com/office/drawing/2014/main" id="{69A586EC-57EB-B187-8F40-A72E207A2AAF}"/>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61AC6479-A68B-9583-E92E-D0740FB1094D}"/>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4" name="Group 13">
                <a:extLst>
                  <a:ext uri="{FF2B5EF4-FFF2-40B4-BE49-F238E27FC236}">
                    <a16:creationId xmlns:a16="http://schemas.microsoft.com/office/drawing/2014/main" id="{3FAEC86E-4B14-43F9-1408-DFDF213FD585}"/>
                  </a:ext>
                </a:extLst>
              </p:cNvPr>
              <p:cNvGrpSpPr/>
              <p:nvPr/>
            </p:nvGrpSpPr>
            <p:grpSpPr>
              <a:xfrm>
                <a:off x="2023872" y="3128772"/>
                <a:ext cx="1343676" cy="67056"/>
                <a:chOff x="2023872" y="3128772"/>
                <a:chExt cx="1343676" cy="67056"/>
              </a:xfrm>
            </p:grpSpPr>
            <p:sp>
              <p:nvSpPr>
                <p:cNvPr id="15" name="Rectangle 14">
                  <a:extLst>
                    <a:ext uri="{FF2B5EF4-FFF2-40B4-BE49-F238E27FC236}">
                      <a16:creationId xmlns:a16="http://schemas.microsoft.com/office/drawing/2014/main" id="{A0F1E0E5-FBCF-FF21-4662-51BE5A735BB1}"/>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C6C8B344-5480-42B0-530F-5630F0D9E524}"/>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12" name="TextBox 11">
              <a:extLst>
                <a:ext uri="{FF2B5EF4-FFF2-40B4-BE49-F238E27FC236}">
                  <a16:creationId xmlns:a16="http://schemas.microsoft.com/office/drawing/2014/main" id="{EFC08B5B-DA81-339B-D582-4897561DA135}"/>
                </a:ext>
              </a:extLst>
            </p:cNvPr>
            <p:cNvSpPr txBox="1"/>
            <p:nvPr/>
          </p:nvSpPr>
          <p:spPr>
            <a:xfrm>
              <a:off x="2379956" y="4270366"/>
              <a:ext cx="10284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ptos" panose="02110004020202020204"/>
                </a:rPr>
                <a:t>MZI_</a:t>
              </a:r>
              <a:r>
                <a:rPr kumimoji="0" lang="es-CO" sz="1800" b="0" i="0" u="none" strike="noStrike" kern="0" cap="none" spc="0" normalizeH="0" baseline="0" noProof="0">
                  <a:ln>
                    <a:noFill/>
                  </a:ln>
                  <a:solidFill>
                    <a:prstClr val="black"/>
                  </a:solidFill>
                  <a:effectLst/>
                  <a:uLnTx/>
                  <a:uFillTx/>
                  <a:latin typeface="Aptos" panose="02110004020202020204"/>
                </a:rPr>
                <a:t>In</a:t>
              </a:r>
              <a:endParaRPr kumimoji="0" lang="en-US" sz="1800" b="0" i="0" u="none" strike="noStrike" kern="0" cap="none" spc="0" normalizeH="0" baseline="0" noProof="0">
                <a:ln>
                  <a:noFill/>
                </a:ln>
                <a:solidFill>
                  <a:prstClr val="black"/>
                </a:solidFill>
                <a:effectLst/>
                <a:uLnTx/>
                <a:uFillTx/>
                <a:latin typeface="Aptos" panose="02110004020202020204"/>
              </a:endParaRPr>
            </a:p>
          </p:txBody>
        </p:sp>
      </p:grpSp>
      <p:grpSp>
        <p:nvGrpSpPr>
          <p:cNvPr id="19" name="Group 18">
            <a:extLst>
              <a:ext uri="{FF2B5EF4-FFF2-40B4-BE49-F238E27FC236}">
                <a16:creationId xmlns:a16="http://schemas.microsoft.com/office/drawing/2014/main" id="{E5E63FC0-D037-AAB3-39FC-7F9741A0614D}"/>
              </a:ext>
            </a:extLst>
          </p:cNvPr>
          <p:cNvGrpSpPr/>
          <p:nvPr/>
        </p:nvGrpSpPr>
        <p:grpSpPr>
          <a:xfrm>
            <a:off x="9226906" y="3338266"/>
            <a:ext cx="1343676" cy="2859856"/>
            <a:chOff x="9347264" y="3331000"/>
            <a:chExt cx="1343676" cy="2859856"/>
          </a:xfrm>
        </p:grpSpPr>
        <p:grpSp>
          <p:nvGrpSpPr>
            <p:cNvPr id="20" name="Group 19">
              <a:extLst>
                <a:ext uri="{FF2B5EF4-FFF2-40B4-BE49-F238E27FC236}">
                  <a16:creationId xmlns:a16="http://schemas.microsoft.com/office/drawing/2014/main" id="{BF27A597-BA1D-EA8F-DDC2-D2A1B4E66474}"/>
                </a:ext>
              </a:extLst>
            </p:cNvPr>
            <p:cNvGrpSpPr/>
            <p:nvPr/>
          </p:nvGrpSpPr>
          <p:grpSpPr>
            <a:xfrm>
              <a:off x="9347264" y="5559258"/>
              <a:ext cx="1343676" cy="631598"/>
              <a:chOff x="2222345" y="4139233"/>
              <a:chExt cx="1343676" cy="631598"/>
            </a:xfrm>
          </p:grpSpPr>
          <p:sp>
            <p:nvSpPr>
              <p:cNvPr id="51" name="Rectangle: Rounded Corners 50">
                <a:extLst>
                  <a:ext uri="{FF2B5EF4-FFF2-40B4-BE49-F238E27FC236}">
                    <a16:creationId xmlns:a16="http://schemas.microsoft.com/office/drawing/2014/main" id="{3D155B9D-AD55-4ED9-A627-907F7D853B16}"/>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52" name="Group 51">
                <a:extLst>
                  <a:ext uri="{FF2B5EF4-FFF2-40B4-BE49-F238E27FC236}">
                    <a16:creationId xmlns:a16="http://schemas.microsoft.com/office/drawing/2014/main" id="{1569FCE2-A9BD-3CA7-F803-E778DC0FAD7F}"/>
                  </a:ext>
                </a:extLst>
              </p:cNvPr>
              <p:cNvGrpSpPr/>
              <p:nvPr/>
            </p:nvGrpSpPr>
            <p:grpSpPr>
              <a:xfrm>
                <a:off x="2222345" y="4247006"/>
                <a:ext cx="1343676" cy="416052"/>
                <a:chOff x="2023872" y="2779776"/>
                <a:chExt cx="1343676" cy="416052"/>
              </a:xfrm>
            </p:grpSpPr>
            <p:grpSp>
              <p:nvGrpSpPr>
                <p:cNvPr id="54" name="Group 53">
                  <a:extLst>
                    <a:ext uri="{FF2B5EF4-FFF2-40B4-BE49-F238E27FC236}">
                      <a16:creationId xmlns:a16="http://schemas.microsoft.com/office/drawing/2014/main" id="{759FC88F-1EAB-AD6D-7D8E-2612977D61D9}"/>
                    </a:ext>
                  </a:extLst>
                </p:cNvPr>
                <p:cNvGrpSpPr/>
                <p:nvPr/>
              </p:nvGrpSpPr>
              <p:grpSpPr>
                <a:xfrm>
                  <a:off x="2023872" y="2779776"/>
                  <a:ext cx="1343676" cy="67056"/>
                  <a:chOff x="2023872" y="2779776"/>
                  <a:chExt cx="1343676" cy="67056"/>
                </a:xfrm>
              </p:grpSpPr>
              <p:sp>
                <p:nvSpPr>
                  <p:cNvPr id="58" name="Rectangle 57">
                    <a:extLst>
                      <a:ext uri="{FF2B5EF4-FFF2-40B4-BE49-F238E27FC236}">
                        <a16:creationId xmlns:a16="http://schemas.microsoft.com/office/drawing/2014/main" id="{D3D597DB-9248-27E8-E20C-E91A49371D56}"/>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9" name="Rectangle 58">
                    <a:extLst>
                      <a:ext uri="{FF2B5EF4-FFF2-40B4-BE49-F238E27FC236}">
                        <a16:creationId xmlns:a16="http://schemas.microsoft.com/office/drawing/2014/main" id="{537BAF9F-7F8D-2131-7441-E1EF7CDED878}"/>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55" name="Group 54">
                  <a:extLst>
                    <a:ext uri="{FF2B5EF4-FFF2-40B4-BE49-F238E27FC236}">
                      <a16:creationId xmlns:a16="http://schemas.microsoft.com/office/drawing/2014/main" id="{867CF24E-DCD9-D89B-29D0-9DDCC76085CA}"/>
                    </a:ext>
                  </a:extLst>
                </p:cNvPr>
                <p:cNvGrpSpPr/>
                <p:nvPr/>
              </p:nvGrpSpPr>
              <p:grpSpPr>
                <a:xfrm>
                  <a:off x="2023872" y="3128772"/>
                  <a:ext cx="1343676" cy="67056"/>
                  <a:chOff x="2023872" y="3128772"/>
                  <a:chExt cx="1343676" cy="67056"/>
                </a:xfrm>
              </p:grpSpPr>
              <p:sp>
                <p:nvSpPr>
                  <p:cNvPr id="56" name="Rectangle 55">
                    <a:extLst>
                      <a:ext uri="{FF2B5EF4-FFF2-40B4-BE49-F238E27FC236}">
                        <a16:creationId xmlns:a16="http://schemas.microsoft.com/office/drawing/2014/main" id="{2D294986-CF17-9FBA-7287-A2458A90CDF7}"/>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7" name="Rectangle 56">
                    <a:extLst>
                      <a:ext uri="{FF2B5EF4-FFF2-40B4-BE49-F238E27FC236}">
                        <a16:creationId xmlns:a16="http://schemas.microsoft.com/office/drawing/2014/main" id="{A93739B9-E965-D7CA-B60A-E395E1FA55AA}"/>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53" name="TextBox 52">
                <a:extLst>
                  <a:ext uri="{FF2B5EF4-FFF2-40B4-BE49-F238E27FC236}">
                    <a16:creationId xmlns:a16="http://schemas.microsoft.com/office/drawing/2014/main" id="{B18C2D0C-D5B6-7D2A-C7C6-27EDEACBFEDC}"/>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MZI_1</a:t>
                </a:r>
                <a:r>
                  <a:rPr lang="es-MX" kern="0">
                    <a:solidFill>
                      <a:prstClr val="black"/>
                    </a:solidFill>
                    <a:latin typeface="Aptos" panose="02110004020202020204"/>
                  </a:rPr>
                  <a:t>_5</a:t>
                </a:r>
                <a:endParaRPr lang="en-US" kern="0">
                  <a:solidFill>
                    <a:prstClr val="black"/>
                  </a:solidFill>
                  <a:latin typeface="Aptos" panose="02110004020202020204"/>
                </a:endParaRPr>
              </a:p>
            </p:txBody>
          </p:sp>
        </p:grpSp>
        <p:grpSp>
          <p:nvGrpSpPr>
            <p:cNvPr id="21" name="Group 20">
              <a:extLst>
                <a:ext uri="{FF2B5EF4-FFF2-40B4-BE49-F238E27FC236}">
                  <a16:creationId xmlns:a16="http://schemas.microsoft.com/office/drawing/2014/main" id="{16C55F66-7D42-81F3-0FF8-C0AA08559C56}"/>
                </a:ext>
              </a:extLst>
            </p:cNvPr>
            <p:cNvGrpSpPr/>
            <p:nvPr/>
          </p:nvGrpSpPr>
          <p:grpSpPr>
            <a:xfrm>
              <a:off x="9347264" y="4814814"/>
              <a:ext cx="1343676" cy="631598"/>
              <a:chOff x="2222345" y="4139233"/>
              <a:chExt cx="1343676" cy="631598"/>
            </a:xfrm>
          </p:grpSpPr>
          <p:sp>
            <p:nvSpPr>
              <p:cNvPr id="42" name="Rectangle: Rounded Corners 41">
                <a:extLst>
                  <a:ext uri="{FF2B5EF4-FFF2-40B4-BE49-F238E27FC236}">
                    <a16:creationId xmlns:a16="http://schemas.microsoft.com/office/drawing/2014/main" id="{5A55C5E6-5DFF-5E1C-7505-7A6ADB896F03}"/>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43" name="Group 42">
                <a:extLst>
                  <a:ext uri="{FF2B5EF4-FFF2-40B4-BE49-F238E27FC236}">
                    <a16:creationId xmlns:a16="http://schemas.microsoft.com/office/drawing/2014/main" id="{AC721AE2-E486-7A1D-2D87-01EB96F2B061}"/>
                  </a:ext>
                </a:extLst>
              </p:cNvPr>
              <p:cNvGrpSpPr/>
              <p:nvPr/>
            </p:nvGrpSpPr>
            <p:grpSpPr>
              <a:xfrm>
                <a:off x="2222345" y="4247006"/>
                <a:ext cx="1343676" cy="416052"/>
                <a:chOff x="2023872" y="2779776"/>
                <a:chExt cx="1343676" cy="416052"/>
              </a:xfrm>
            </p:grpSpPr>
            <p:grpSp>
              <p:nvGrpSpPr>
                <p:cNvPr id="45" name="Group 44">
                  <a:extLst>
                    <a:ext uri="{FF2B5EF4-FFF2-40B4-BE49-F238E27FC236}">
                      <a16:creationId xmlns:a16="http://schemas.microsoft.com/office/drawing/2014/main" id="{156971F7-5B56-459F-A7FA-FC71023108D2}"/>
                    </a:ext>
                  </a:extLst>
                </p:cNvPr>
                <p:cNvGrpSpPr/>
                <p:nvPr/>
              </p:nvGrpSpPr>
              <p:grpSpPr>
                <a:xfrm>
                  <a:off x="2023872" y="2779776"/>
                  <a:ext cx="1343676" cy="67056"/>
                  <a:chOff x="2023872" y="2779776"/>
                  <a:chExt cx="1343676" cy="67056"/>
                </a:xfrm>
              </p:grpSpPr>
              <p:sp>
                <p:nvSpPr>
                  <p:cNvPr id="49" name="Rectangle 48">
                    <a:extLst>
                      <a:ext uri="{FF2B5EF4-FFF2-40B4-BE49-F238E27FC236}">
                        <a16:creationId xmlns:a16="http://schemas.microsoft.com/office/drawing/2014/main" id="{9BE6B736-3F8F-22B6-77B5-6EB23829FC2A}"/>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1B4142BF-8238-FF99-B894-1555AA669129}"/>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46" name="Group 45">
                  <a:extLst>
                    <a:ext uri="{FF2B5EF4-FFF2-40B4-BE49-F238E27FC236}">
                      <a16:creationId xmlns:a16="http://schemas.microsoft.com/office/drawing/2014/main" id="{CF680FAB-9853-A922-56AD-7626624F8503}"/>
                    </a:ext>
                  </a:extLst>
                </p:cNvPr>
                <p:cNvGrpSpPr/>
                <p:nvPr/>
              </p:nvGrpSpPr>
              <p:grpSpPr>
                <a:xfrm>
                  <a:off x="2023872" y="3128772"/>
                  <a:ext cx="1343676" cy="67056"/>
                  <a:chOff x="2023872" y="3128772"/>
                  <a:chExt cx="1343676" cy="67056"/>
                </a:xfrm>
              </p:grpSpPr>
              <p:sp>
                <p:nvSpPr>
                  <p:cNvPr id="47" name="Rectangle 46">
                    <a:extLst>
                      <a:ext uri="{FF2B5EF4-FFF2-40B4-BE49-F238E27FC236}">
                        <a16:creationId xmlns:a16="http://schemas.microsoft.com/office/drawing/2014/main" id="{BBDDCD7E-9112-77BF-EE45-E9D65576328D}"/>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8" name="Rectangle 47">
                    <a:extLst>
                      <a:ext uri="{FF2B5EF4-FFF2-40B4-BE49-F238E27FC236}">
                        <a16:creationId xmlns:a16="http://schemas.microsoft.com/office/drawing/2014/main" id="{252067C5-D8DD-4F37-9E1A-013F80550B48}"/>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44" name="TextBox 43">
                <a:extLst>
                  <a:ext uri="{FF2B5EF4-FFF2-40B4-BE49-F238E27FC236}">
                    <a16:creationId xmlns:a16="http://schemas.microsoft.com/office/drawing/2014/main" id="{0B9F556B-8FB6-42F6-F1E9-940793FC265A}"/>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MZI_3</a:t>
                </a:r>
                <a:r>
                  <a:rPr lang="es-MX" kern="0">
                    <a:solidFill>
                      <a:prstClr val="black"/>
                    </a:solidFill>
                    <a:latin typeface="Aptos" panose="02110004020202020204"/>
                  </a:rPr>
                  <a:t>_7</a:t>
                </a:r>
                <a:endParaRPr lang="en-US" kern="0">
                  <a:solidFill>
                    <a:prstClr val="black"/>
                  </a:solidFill>
                  <a:latin typeface="Aptos" panose="02110004020202020204"/>
                </a:endParaRPr>
              </a:p>
            </p:txBody>
          </p:sp>
        </p:grpSp>
        <p:grpSp>
          <p:nvGrpSpPr>
            <p:cNvPr id="22" name="Group 21">
              <a:extLst>
                <a:ext uri="{FF2B5EF4-FFF2-40B4-BE49-F238E27FC236}">
                  <a16:creationId xmlns:a16="http://schemas.microsoft.com/office/drawing/2014/main" id="{F1C13B63-34EB-00FE-D13E-3AFDDAFF1396}"/>
                </a:ext>
              </a:extLst>
            </p:cNvPr>
            <p:cNvGrpSpPr/>
            <p:nvPr/>
          </p:nvGrpSpPr>
          <p:grpSpPr>
            <a:xfrm>
              <a:off x="9347264" y="4072907"/>
              <a:ext cx="1343676" cy="631598"/>
              <a:chOff x="2222345" y="4139233"/>
              <a:chExt cx="1343676" cy="631598"/>
            </a:xfrm>
          </p:grpSpPr>
          <p:sp>
            <p:nvSpPr>
              <p:cNvPr id="33" name="Rectangle: Rounded Corners 32">
                <a:extLst>
                  <a:ext uri="{FF2B5EF4-FFF2-40B4-BE49-F238E27FC236}">
                    <a16:creationId xmlns:a16="http://schemas.microsoft.com/office/drawing/2014/main" id="{2CF71EA1-3E65-AE4F-D486-3D3B3DA6A841}"/>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34" name="Group 33">
                <a:extLst>
                  <a:ext uri="{FF2B5EF4-FFF2-40B4-BE49-F238E27FC236}">
                    <a16:creationId xmlns:a16="http://schemas.microsoft.com/office/drawing/2014/main" id="{E3E9386F-B676-454F-BCE1-B96EEF545902}"/>
                  </a:ext>
                </a:extLst>
              </p:cNvPr>
              <p:cNvGrpSpPr/>
              <p:nvPr/>
            </p:nvGrpSpPr>
            <p:grpSpPr>
              <a:xfrm>
                <a:off x="2222345" y="4247006"/>
                <a:ext cx="1343676" cy="416052"/>
                <a:chOff x="2023872" y="2779776"/>
                <a:chExt cx="1343676" cy="416052"/>
              </a:xfrm>
            </p:grpSpPr>
            <p:grpSp>
              <p:nvGrpSpPr>
                <p:cNvPr id="36" name="Group 35">
                  <a:extLst>
                    <a:ext uri="{FF2B5EF4-FFF2-40B4-BE49-F238E27FC236}">
                      <a16:creationId xmlns:a16="http://schemas.microsoft.com/office/drawing/2014/main" id="{9792EA23-6BD0-6004-9188-69D80EBB0742}"/>
                    </a:ext>
                  </a:extLst>
                </p:cNvPr>
                <p:cNvGrpSpPr/>
                <p:nvPr/>
              </p:nvGrpSpPr>
              <p:grpSpPr>
                <a:xfrm>
                  <a:off x="2023872" y="2779776"/>
                  <a:ext cx="1343676" cy="67056"/>
                  <a:chOff x="2023872" y="2779776"/>
                  <a:chExt cx="1343676" cy="67056"/>
                </a:xfrm>
              </p:grpSpPr>
              <p:sp>
                <p:nvSpPr>
                  <p:cNvPr id="40" name="Rectangle 39">
                    <a:extLst>
                      <a:ext uri="{FF2B5EF4-FFF2-40B4-BE49-F238E27FC236}">
                        <a16:creationId xmlns:a16="http://schemas.microsoft.com/office/drawing/2014/main" id="{15B9CCB7-5C7F-4B3E-67F6-D70C8ECEA843}"/>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1" name="Rectangle 40">
                    <a:extLst>
                      <a:ext uri="{FF2B5EF4-FFF2-40B4-BE49-F238E27FC236}">
                        <a16:creationId xmlns:a16="http://schemas.microsoft.com/office/drawing/2014/main" id="{80BFBFE2-AF95-4DB7-C3E9-837363DBADEA}"/>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37" name="Group 36">
                  <a:extLst>
                    <a:ext uri="{FF2B5EF4-FFF2-40B4-BE49-F238E27FC236}">
                      <a16:creationId xmlns:a16="http://schemas.microsoft.com/office/drawing/2014/main" id="{93290658-3AAE-09A6-F47E-C881E88F264B}"/>
                    </a:ext>
                  </a:extLst>
                </p:cNvPr>
                <p:cNvGrpSpPr/>
                <p:nvPr/>
              </p:nvGrpSpPr>
              <p:grpSpPr>
                <a:xfrm>
                  <a:off x="2023872" y="3128772"/>
                  <a:ext cx="1343676" cy="67056"/>
                  <a:chOff x="2023872" y="3128772"/>
                  <a:chExt cx="1343676" cy="67056"/>
                </a:xfrm>
              </p:grpSpPr>
              <p:sp>
                <p:nvSpPr>
                  <p:cNvPr id="38" name="Rectangle 37">
                    <a:extLst>
                      <a:ext uri="{FF2B5EF4-FFF2-40B4-BE49-F238E27FC236}">
                        <a16:creationId xmlns:a16="http://schemas.microsoft.com/office/drawing/2014/main" id="{B84227F2-591F-BF38-C7A2-2A4E7F021302}"/>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9" name="Rectangle 38">
                    <a:extLst>
                      <a:ext uri="{FF2B5EF4-FFF2-40B4-BE49-F238E27FC236}">
                        <a16:creationId xmlns:a16="http://schemas.microsoft.com/office/drawing/2014/main" id="{8B5DB554-76E0-F336-0453-66DF95E617B0}"/>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35" name="TextBox 34">
                <a:extLst>
                  <a:ext uri="{FF2B5EF4-FFF2-40B4-BE49-F238E27FC236}">
                    <a16:creationId xmlns:a16="http://schemas.microsoft.com/office/drawing/2014/main" id="{E764B8D0-09A8-3E2D-F0C0-D7A32FCD5AEB}"/>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MZI_2</a:t>
                </a:r>
                <a:r>
                  <a:rPr lang="es-MX" kern="0">
                    <a:solidFill>
                      <a:prstClr val="black"/>
                    </a:solidFill>
                    <a:latin typeface="Aptos" panose="02110004020202020204"/>
                  </a:rPr>
                  <a:t>_6</a:t>
                </a:r>
                <a:endParaRPr lang="en-US" kern="0">
                  <a:solidFill>
                    <a:prstClr val="black"/>
                  </a:solidFill>
                  <a:latin typeface="Aptos" panose="02110004020202020204"/>
                </a:endParaRPr>
              </a:p>
            </p:txBody>
          </p:sp>
        </p:grpSp>
        <p:grpSp>
          <p:nvGrpSpPr>
            <p:cNvPr id="23" name="Group 22">
              <a:extLst>
                <a:ext uri="{FF2B5EF4-FFF2-40B4-BE49-F238E27FC236}">
                  <a16:creationId xmlns:a16="http://schemas.microsoft.com/office/drawing/2014/main" id="{9DA6B3EC-CC8B-120B-3FE7-B26826DD36C8}"/>
                </a:ext>
              </a:extLst>
            </p:cNvPr>
            <p:cNvGrpSpPr/>
            <p:nvPr/>
          </p:nvGrpSpPr>
          <p:grpSpPr>
            <a:xfrm>
              <a:off x="9347264" y="3331000"/>
              <a:ext cx="1343676" cy="631598"/>
              <a:chOff x="2222345" y="4139233"/>
              <a:chExt cx="1343676" cy="631598"/>
            </a:xfrm>
          </p:grpSpPr>
          <p:sp>
            <p:nvSpPr>
              <p:cNvPr id="24" name="Rectangle: Rounded Corners 23">
                <a:extLst>
                  <a:ext uri="{FF2B5EF4-FFF2-40B4-BE49-F238E27FC236}">
                    <a16:creationId xmlns:a16="http://schemas.microsoft.com/office/drawing/2014/main" id="{64F2B116-4B31-AB45-0806-DA433D2D0FB0}"/>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4B4198BA-135E-7FFB-7BD1-8C61C49CBAC3}"/>
                  </a:ext>
                </a:extLst>
              </p:cNvPr>
              <p:cNvGrpSpPr/>
              <p:nvPr/>
            </p:nvGrpSpPr>
            <p:grpSpPr>
              <a:xfrm>
                <a:off x="2222345" y="4247006"/>
                <a:ext cx="1343676" cy="416052"/>
                <a:chOff x="2023872" y="2779776"/>
                <a:chExt cx="1343676" cy="416052"/>
              </a:xfrm>
            </p:grpSpPr>
            <p:grpSp>
              <p:nvGrpSpPr>
                <p:cNvPr id="27" name="Group 26">
                  <a:extLst>
                    <a:ext uri="{FF2B5EF4-FFF2-40B4-BE49-F238E27FC236}">
                      <a16:creationId xmlns:a16="http://schemas.microsoft.com/office/drawing/2014/main" id="{A626DCF9-3FAD-E2C5-075E-BD686DF2625E}"/>
                    </a:ext>
                  </a:extLst>
                </p:cNvPr>
                <p:cNvGrpSpPr/>
                <p:nvPr/>
              </p:nvGrpSpPr>
              <p:grpSpPr>
                <a:xfrm>
                  <a:off x="2023872" y="2779776"/>
                  <a:ext cx="1343676" cy="67056"/>
                  <a:chOff x="2023872" y="2779776"/>
                  <a:chExt cx="1343676" cy="67056"/>
                </a:xfrm>
              </p:grpSpPr>
              <p:sp>
                <p:nvSpPr>
                  <p:cNvPr id="31" name="Rectangle 30">
                    <a:extLst>
                      <a:ext uri="{FF2B5EF4-FFF2-40B4-BE49-F238E27FC236}">
                        <a16:creationId xmlns:a16="http://schemas.microsoft.com/office/drawing/2014/main" id="{5A662D38-D1D3-B247-FBB6-B8CB195C509E}"/>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2" name="Rectangle 31">
                    <a:extLst>
                      <a:ext uri="{FF2B5EF4-FFF2-40B4-BE49-F238E27FC236}">
                        <a16:creationId xmlns:a16="http://schemas.microsoft.com/office/drawing/2014/main" id="{9302A37B-60AE-B6B2-E41F-15F636EEEE02}"/>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28" name="Group 27">
                  <a:extLst>
                    <a:ext uri="{FF2B5EF4-FFF2-40B4-BE49-F238E27FC236}">
                      <a16:creationId xmlns:a16="http://schemas.microsoft.com/office/drawing/2014/main" id="{3FB46366-D758-1FA5-B7B6-7C055A08DCF7}"/>
                    </a:ext>
                  </a:extLst>
                </p:cNvPr>
                <p:cNvGrpSpPr/>
                <p:nvPr/>
              </p:nvGrpSpPr>
              <p:grpSpPr>
                <a:xfrm>
                  <a:off x="2023872" y="3128772"/>
                  <a:ext cx="1343676" cy="67056"/>
                  <a:chOff x="2023872" y="3128772"/>
                  <a:chExt cx="1343676" cy="67056"/>
                </a:xfrm>
              </p:grpSpPr>
              <p:sp>
                <p:nvSpPr>
                  <p:cNvPr id="29" name="Rectangle 28">
                    <a:extLst>
                      <a:ext uri="{FF2B5EF4-FFF2-40B4-BE49-F238E27FC236}">
                        <a16:creationId xmlns:a16="http://schemas.microsoft.com/office/drawing/2014/main" id="{80253A80-E0B7-2EEE-EC9B-DF3B7ABB2D52}"/>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0" name="Rectangle 29">
                    <a:extLst>
                      <a:ext uri="{FF2B5EF4-FFF2-40B4-BE49-F238E27FC236}">
                        <a16:creationId xmlns:a16="http://schemas.microsoft.com/office/drawing/2014/main" id="{7BD8D55E-E1E3-8C78-E478-B001969E60EC}"/>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26" name="TextBox 25">
                <a:extLst>
                  <a:ext uri="{FF2B5EF4-FFF2-40B4-BE49-F238E27FC236}">
                    <a16:creationId xmlns:a16="http://schemas.microsoft.com/office/drawing/2014/main" id="{A2A0EE8A-B6C5-C8FE-A4FB-950B279F6C87}"/>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CO" kern="0">
                    <a:solidFill>
                      <a:prstClr val="black"/>
                    </a:solidFill>
                    <a:latin typeface="Aptos" panose="02110004020202020204"/>
                  </a:rPr>
                  <a:t>4</a:t>
                </a:r>
                <a:r>
                  <a:rPr lang="es-MX" kern="0">
                    <a:solidFill>
                      <a:prstClr val="black"/>
                    </a:solidFill>
                    <a:latin typeface="Aptos" panose="02110004020202020204"/>
                  </a:rPr>
                  <a:t>_8</a:t>
                </a:r>
                <a:endParaRPr lang="en-US" kern="0">
                  <a:solidFill>
                    <a:prstClr val="black"/>
                  </a:solidFill>
                  <a:latin typeface="Aptos" panose="02110004020202020204"/>
                </a:endParaRPr>
              </a:p>
            </p:txBody>
          </p:sp>
        </p:grpSp>
      </p:grpSp>
      <p:grpSp>
        <p:nvGrpSpPr>
          <p:cNvPr id="61" name="Group 60">
            <a:extLst>
              <a:ext uri="{FF2B5EF4-FFF2-40B4-BE49-F238E27FC236}">
                <a16:creationId xmlns:a16="http://schemas.microsoft.com/office/drawing/2014/main" id="{8EC8E7C4-74D0-1777-68C2-A48DA464B4A8}"/>
              </a:ext>
            </a:extLst>
          </p:cNvPr>
          <p:cNvGrpSpPr/>
          <p:nvPr/>
        </p:nvGrpSpPr>
        <p:grpSpPr>
          <a:xfrm>
            <a:off x="5314437" y="3862091"/>
            <a:ext cx="1343676" cy="631598"/>
            <a:chOff x="2222345" y="4139233"/>
            <a:chExt cx="1343676" cy="631598"/>
          </a:xfrm>
        </p:grpSpPr>
        <p:sp>
          <p:nvSpPr>
            <p:cNvPr id="72" name="Rectangle: Rounded Corners 71">
              <a:extLst>
                <a:ext uri="{FF2B5EF4-FFF2-40B4-BE49-F238E27FC236}">
                  <a16:creationId xmlns:a16="http://schemas.microsoft.com/office/drawing/2014/main" id="{411C39B7-4C01-932D-A60E-5CD29FDBEF0F}"/>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73" name="Group 72">
              <a:extLst>
                <a:ext uri="{FF2B5EF4-FFF2-40B4-BE49-F238E27FC236}">
                  <a16:creationId xmlns:a16="http://schemas.microsoft.com/office/drawing/2014/main" id="{F57531AE-F7F8-C0FD-1089-13D87151E62A}"/>
                </a:ext>
              </a:extLst>
            </p:cNvPr>
            <p:cNvGrpSpPr/>
            <p:nvPr/>
          </p:nvGrpSpPr>
          <p:grpSpPr>
            <a:xfrm>
              <a:off x="2222345" y="4247006"/>
              <a:ext cx="1343676" cy="416052"/>
              <a:chOff x="2023872" y="2779776"/>
              <a:chExt cx="1343676" cy="416052"/>
            </a:xfrm>
          </p:grpSpPr>
          <p:grpSp>
            <p:nvGrpSpPr>
              <p:cNvPr id="75" name="Group 74">
                <a:extLst>
                  <a:ext uri="{FF2B5EF4-FFF2-40B4-BE49-F238E27FC236}">
                    <a16:creationId xmlns:a16="http://schemas.microsoft.com/office/drawing/2014/main" id="{7A9578D5-86F7-9A4D-EF31-86411950E7E5}"/>
                  </a:ext>
                </a:extLst>
              </p:cNvPr>
              <p:cNvGrpSpPr/>
              <p:nvPr/>
            </p:nvGrpSpPr>
            <p:grpSpPr>
              <a:xfrm>
                <a:off x="2023872" y="2779776"/>
                <a:ext cx="1343676" cy="67056"/>
                <a:chOff x="2023872" y="2779776"/>
                <a:chExt cx="1343676" cy="67056"/>
              </a:xfrm>
            </p:grpSpPr>
            <p:sp>
              <p:nvSpPr>
                <p:cNvPr id="79" name="Rectangle 78">
                  <a:extLst>
                    <a:ext uri="{FF2B5EF4-FFF2-40B4-BE49-F238E27FC236}">
                      <a16:creationId xmlns:a16="http://schemas.microsoft.com/office/drawing/2014/main" id="{E3212338-6C8D-B82D-5393-003C314D23EE}"/>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0" name="Rectangle 79">
                  <a:extLst>
                    <a:ext uri="{FF2B5EF4-FFF2-40B4-BE49-F238E27FC236}">
                      <a16:creationId xmlns:a16="http://schemas.microsoft.com/office/drawing/2014/main" id="{4CC68428-573D-BB42-3068-4C8F5286969F}"/>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76" name="Group 75">
                <a:extLst>
                  <a:ext uri="{FF2B5EF4-FFF2-40B4-BE49-F238E27FC236}">
                    <a16:creationId xmlns:a16="http://schemas.microsoft.com/office/drawing/2014/main" id="{3BC4A327-EE58-0B00-BA09-335EA64C915C}"/>
                  </a:ext>
                </a:extLst>
              </p:cNvPr>
              <p:cNvGrpSpPr/>
              <p:nvPr/>
            </p:nvGrpSpPr>
            <p:grpSpPr>
              <a:xfrm>
                <a:off x="2023872" y="3128772"/>
                <a:ext cx="1343676" cy="67056"/>
                <a:chOff x="2023872" y="3128772"/>
                <a:chExt cx="1343676" cy="67056"/>
              </a:xfrm>
            </p:grpSpPr>
            <p:sp>
              <p:nvSpPr>
                <p:cNvPr id="77" name="Rectangle 76">
                  <a:extLst>
                    <a:ext uri="{FF2B5EF4-FFF2-40B4-BE49-F238E27FC236}">
                      <a16:creationId xmlns:a16="http://schemas.microsoft.com/office/drawing/2014/main" id="{A515BA5C-8BCC-E67E-FB99-A5B0E3CE40E0}"/>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47B0655B-C015-CC76-638A-BC81BAA54BF2}"/>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74" name="TextBox 73">
              <a:extLst>
                <a:ext uri="{FF2B5EF4-FFF2-40B4-BE49-F238E27FC236}">
                  <a16:creationId xmlns:a16="http://schemas.microsoft.com/office/drawing/2014/main" id="{B9973357-CBC1-5825-F510-DC84BBE099FA}"/>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TP</a:t>
              </a:r>
              <a:endParaRPr lang="en-US" kern="0">
                <a:solidFill>
                  <a:prstClr val="black"/>
                </a:solidFill>
                <a:latin typeface="Aptos" panose="02110004020202020204"/>
              </a:endParaRPr>
            </a:p>
          </p:txBody>
        </p:sp>
      </p:grpSp>
      <p:grpSp>
        <p:nvGrpSpPr>
          <p:cNvPr id="62" name="Group 61">
            <a:extLst>
              <a:ext uri="{FF2B5EF4-FFF2-40B4-BE49-F238E27FC236}">
                <a16:creationId xmlns:a16="http://schemas.microsoft.com/office/drawing/2014/main" id="{984C96DB-53D1-6D42-C447-D59570DB9600}"/>
              </a:ext>
            </a:extLst>
          </p:cNvPr>
          <p:cNvGrpSpPr/>
          <p:nvPr/>
        </p:nvGrpSpPr>
        <p:grpSpPr>
          <a:xfrm>
            <a:off x="5314437" y="5380049"/>
            <a:ext cx="1343676" cy="631598"/>
            <a:chOff x="2222345" y="4139233"/>
            <a:chExt cx="1343676" cy="631598"/>
          </a:xfrm>
        </p:grpSpPr>
        <p:sp>
          <p:nvSpPr>
            <p:cNvPr id="63" name="Rectangle: Rounded Corners 62">
              <a:extLst>
                <a:ext uri="{FF2B5EF4-FFF2-40B4-BE49-F238E27FC236}">
                  <a16:creationId xmlns:a16="http://schemas.microsoft.com/office/drawing/2014/main" id="{61BCF188-ACF8-CAE0-0841-5CA032AB089B}"/>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64" name="Group 63">
              <a:extLst>
                <a:ext uri="{FF2B5EF4-FFF2-40B4-BE49-F238E27FC236}">
                  <a16:creationId xmlns:a16="http://schemas.microsoft.com/office/drawing/2014/main" id="{A5EF43B6-08BC-1C82-F00B-55BFF83C96C3}"/>
                </a:ext>
              </a:extLst>
            </p:cNvPr>
            <p:cNvGrpSpPr/>
            <p:nvPr/>
          </p:nvGrpSpPr>
          <p:grpSpPr>
            <a:xfrm>
              <a:off x="2222345" y="4247006"/>
              <a:ext cx="1343676" cy="416052"/>
              <a:chOff x="2023872" y="2779776"/>
              <a:chExt cx="1343676" cy="416052"/>
            </a:xfrm>
          </p:grpSpPr>
          <p:grpSp>
            <p:nvGrpSpPr>
              <p:cNvPr id="66" name="Group 65">
                <a:extLst>
                  <a:ext uri="{FF2B5EF4-FFF2-40B4-BE49-F238E27FC236}">
                    <a16:creationId xmlns:a16="http://schemas.microsoft.com/office/drawing/2014/main" id="{BF1082B8-F8F7-679F-9E73-A4D6845660DA}"/>
                  </a:ext>
                </a:extLst>
              </p:cNvPr>
              <p:cNvGrpSpPr/>
              <p:nvPr/>
            </p:nvGrpSpPr>
            <p:grpSpPr>
              <a:xfrm>
                <a:off x="2023872" y="2779776"/>
                <a:ext cx="1343676" cy="67056"/>
                <a:chOff x="2023872" y="2779776"/>
                <a:chExt cx="1343676" cy="67056"/>
              </a:xfrm>
            </p:grpSpPr>
            <p:sp>
              <p:nvSpPr>
                <p:cNvPr id="70" name="Rectangle 69">
                  <a:extLst>
                    <a:ext uri="{FF2B5EF4-FFF2-40B4-BE49-F238E27FC236}">
                      <a16:creationId xmlns:a16="http://schemas.microsoft.com/office/drawing/2014/main" id="{07D39D71-ACA1-8D1C-D722-9560EE2FF9AC}"/>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71" name="Rectangle 70">
                  <a:extLst>
                    <a:ext uri="{FF2B5EF4-FFF2-40B4-BE49-F238E27FC236}">
                      <a16:creationId xmlns:a16="http://schemas.microsoft.com/office/drawing/2014/main" id="{EAEB6994-A631-5F40-1570-AAA43DB58E08}"/>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67" name="Group 66">
                <a:extLst>
                  <a:ext uri="{FF2B5EF4-FFF2-40B4-BE49-F238E27FC236}">
                    <a16:creationId xmlns:a16="http://schemas.microsoft.com/office/drawing/2014/main" id="{5801B6E7-98AE-4B35-DA0F-D2A53B86DE6A}"/>
                  </a:ext>
                </a:extLst>
              </p:cNvPr>
              <p:cNvGrpSpPr/>
              <p:nvPr/>
            </p:nvGrpSpPr>
            <p:grpSpPr>
              <a:xfrm>
                <a:off x="2023872" y="3128772"/>
                <a:ext cx="1343676" cy="67056"/>
                <a:chOff x="2023872" y="3128772"/>
                <a:chExt cx="1343676" cy="67056"/>
              </a:xfrm>
            </p:grpSpPr>
            <p:sp>
              <p:nvSpPr>
                <p:cNvPr id="68" name="Rectangle 67">
                  <a:extLst>
                    <a:ext uri="{FF2B5EF4-FFF2-40B4-BE49-F238E27FC236}">
                      <a16:creationId xmlns:a16="http://schemas.microsoft.com/office/drawing/2014/main" id="{712A9D2E-6EDB-9DDB-98E0-D7B3E3AB7084}"/>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9" name="Rectangle 68">
                  <a:extLst>
                    <a:ext uri="{FF2B5EF4-FFF2-40B4-BE49-F238E27FC236}">
                      <a16:creationId xmlns:a16="http://schemas.microsoft.com/office/drawing/2014/main" id="{DC7E43C5-3A54-FB5A-51F2-9C0BE9B77B60}"/>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65" name="TextBox 64">
              <a:extLst>
                <a:ext uri="{FF2B5EF4-FFF2-40B4-BE49-F238E27FC236}">
                  <a16:creationId xmlns:a16="http://schemas.microsoft.com/office/drawing/2014/main" id="{088D5DAF-CA54-33A7-1593-95C606A93962}"/>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BM</a:t>
              </a:r>
              <a:endParaRPr lang="en-US" kern="0">
                <a:solidFill>
                  <a:prstClr val="black"/>
                </a:solidFill>
                <a:latin typeface="Aptos" panose="02110004020202020204"/>
              </a:endParaRPr>
            </a:p>
          </p:txBody>
        </p:sp>
      </p:grpSp>
      <p:cxnSp>
        <p:nvCxnSpPr>
          <p:cNvPr id="81" name="Connector: Elbow 80">
            <a:extLst>
              <a:ext uri="{FF2B5EF4-FFF2-40B4-BE49-F238E27FC236}">
                <a16:creationId xmlns:a16="http://schemas.microsoft.com/office/drawing/2014/main" id="{E003AB9A-8B96-C86F-54AE-11D68682E4FC}"/>
              </a:ext>
            </a:extLst>
          </p:cNvPr>
          <p:cNvCxnSpPr>
            <a:cxnSpLocks/>
            <a:stCxn id="18" idx="3"/>
            <a:endCxn id="77" idx="1"/>
          </p:cNvCxnSpPr>
          <p:nvPr/>
        </p:nvCxnSpPr>
        <p:spPr>
          <a:xfrm flipV="1">
            <a:off x="2954050" y="4352388"/>
            <a:ext cx="2360387" cy="241308"/>
          </a:xfrm>
          <a:prstGeom prst="bentConnector3">
            <a:avLst/>
          </a:prstGeom>
          <a:noFill/>
          <a:ln w="19050" cap="flat" cmpd="sng" algn="ctr">
            <a:solidFill>
              <a:srgbClr val="156082"/>
            </a:solidFill>
            <a:prstDash val="solid"/>
            <a:miter lim="800000"/>
          </a:ln>
          <a:effectLst/>
        </p:spPr>
      </p:cxnSp>
      <p:cxnSp>
        <p:nvCxnSpPr>
          <p:cNvPr id="82" name="Connector: Elbow 81">
            <a:extLst>
              <a:ext uri="{FF2B5EF4-FFF2-40B4-BE49-F238E27FC236}">
                <a16:creationId xmlns:a16="http://schemas.microsoft.com/office/drawing/2014/main" id="{AB0015B5-3497-157A-54E8-C43AA098B764}"/>
              </a:ext>
            </a:extLst>
          </p:cNvPr>
          <p:cNvCxnSpPr>
            <a:cxnSpLocks/>
            <a:stCxn id="16" idx="3"/>
            <a:endCxn id="68" idx="1"/>
          </p:cNvCxnSpPr>
          <p:nvPr/>
        </p:nvCxnSpPr>
        <p:spPr>
          <a:xfrm>
            <a:off x="2954050" y="4942692"/>
            <a:ext cx="2360387" cy="927654"/>
          </a:xfrm>
          <a:prstGeom prst="bentConnector3">
            <a:avLst/>
          </a:prstGeom>
          <a:noFill/>
          <a:ln w="19050" cap="flat" cmpd="sng" algn="ctr">
            <a:solidFill>
              <a:srgbClr val="156082"/>
            </a:solidFill>
            <a:prstDash val="solid"/>
            <a:miter lim="800000"/>
          </a:ln>
          <a:effectLst/>
        </p:spPr>
      </p:cxnSp>
      <p:cxnSp>
        <p:nvCxnSpPr>
          <p:cNvPr id="83" name="Connector: Elbow 82">
            <a:extLst>
              <a:ext uri="{FF2B5EF4-FFF2-40B4-BE49-F238E27FC236}">
                <a16:creationId xmlns:a16="http://schemas.microsoft.com/office/drawing/2014/main" id="{4C8938AF-8D2E-A545-9325-1DF8F00F42A8}"/>
              </a:ext>
            </a:extLst>
          </p:cNvPr>
          <p:cNvCxnSpPr>
            <a:cxnSpLocks/>
            <a:stCxn id="80" idx="3"/>
            <a:endCxn id="29" idx="1"/>
          </p:cNvCxnSpPr>
          <p:nvPr/>
        </p:nvCxnSpPr>
        <p:spPr>
          <a:xfrm flipV="1">
            <a:off x="6658113" y="3828563"/>
            <a:ext cx="2568793" cy="174829"/>
          </a:xfrm>
          <a:prstGeom prst="bentConnector3">
            <a:avLst/>
          </a:prstGeom>
          <a:noFill/>
          <a:ln w="19050" cap="flat" cmpd="sng" algn="ctr">
            <a:solidFill>
              <a:srgbClr val="156082"/>
            </a:solidFill>
            <a:prstDash val="solid"/>
            <a:miter lim="800000"/>
          </a:ln>
          <a:effectLst/>
        </p:spPr>
      </p:cxnSp>
      <p:cxnSp>
        <p:nvCxnSpPr>
          <p:cNvPr id="84" name="Connector: Elbow 83">
            <a:extLst>
              <a:ext uri="{FF2B5EF4-FFF2-40B4-BE49-F238E27FC236}">
                <a16:creationId xmlns:a16="http://schemas.microsoft.com/office/drawing/2014/main" id="{4D837D81-29F7-854A-5EEF-4AE401511162}"/>
              </a:ext>
            </a:extLst>
          </p:cNvPr>
          <p:cNvCxnSpPr>
            <a:cxnSpLocks/>
            <a:stCxn id="78" idx="3"/>
            <a:endCxn id="38" idx="1"/>
          </p:cNvCxnSpPr>
          <p:nvPr/>
        </p:nvCxnSpPr>
        <p:spPr>
          <a:xfrm>
            <a:off x="6658113" y="4352388"/>
            <a:ext cx="2568793" cy="218082"/>
          </a:xfrm>
          <a:prstGeom prst="bentConnector3">
            <a:avLst/>
          </a:prstGeom>
          <a:noFill/>
          <a:ln w="19050" cap="flat" cmpd="sng" algn="ctr">
            <a:solidFill>
              <a:srgbClr val="156082"/>
            </a:solidFill>
            <a:prstDash val="solid"/>
            <a:miter lim="800000"/>
          </a:ln>
          <a:effectLst/>
        </p:spPr>
      </p:cxnSp>
      <p:cxnSp>
        <p:nvCxnSpPr>
          <p:cNvPr id="85" name="Connector: Elbow 84">
            <a:extLst>
              <a:ext uri="{FF2B5EF4-FFF2-40B4-BE49-F238E27FC236}">
                <a16:creationId xmlns:a16="http://schemas.microsoft.com/office/drawing/2014/main" id="{FD321F42-851D-AAA3-4280-9FFAD397ED16}"/>
              </a:ext>
            </a:extLst>
          </p:cNvPr>
          <p:cNvCxnSpPr>
            <a:cxnSpLocks/>
            <a:stCxn id="71" idx="3"/>
            <a:endCxn id="47" idx="1"/>
          </p:cNvCxnSpPr>
          <p:nvPr/>
        </p:nvCxnSpPr>
        <p:spPr>
          <a:xfrm flipV="1">
            <a:off x="6658113" y="5312377"/>
            <a:ext cx="2568793" cy="208973"/>
          </a:xfrm>
          <a:prstGeom prst="bentConnector3">
            <a:avLst/>
          </a:prstGeom>
          <a:noFill/>
          <a:ln w="19050" cap="flat" cmpd="sng" algn="ctr">
            <a:solidFill>
              <a:srgbClr val="156082"/>
            </a:solidFill>
            <a:prstDash val="solid"/>
            <a:miter lim="800000"/>
          </a:ln>
          <a:effectLst/>
        </p:spPr>
      </p:cxnSp>
      <p:cxnSp>
        <p:nvCxnSpPr>
          <p:cNvPr id="86" name="Connector: Elbow 85">
            <a:extLst>
              <a:ext uri="{FF2B5EF4-FFF2-40B4-BE49-F238E27FC236}">
                <a16:creationId xmlns:a16="http://schemas.microsoft.com/office/drawing/2014/main" id="{DE635563-D7F0-3476-D228-9F52DA1A1BFC}"/>
              </a:ext>
            </a:extLst>
          </p:cNvPr>
          <p:cNvCxnSpPr>
            <a:cxnSpLocks/>
            <a:stCxn id="69" idx="3"/>
            <a:endCxn id="56" idx="1"/>
          </p:cNvCxnSpPr>
          <p:nvPr/>
        </p:nvCxnSpPr>
        <p:spPr>
          <a:xfrm>
            <a:off x="6658113" y="5870346"/>
            <a:ext cx="2568793" cy="186475"/>
          </a:xfrm>
          <a:prstGeom prst="bentConnector3">
            <a:avLst/>
          </a:prstGeom>
          <a:noFill/>
          <a:ln w="19050" cap="flat" cmpd="sng" algn="ctr">
            <a:solidFill>
              <a:srgbClr val="156082"/>
            </a:solidFill>
            <a:prstDash val="solid"/>
            <a:miter lim="800000"/>
          </a:ln>
          <a:effectLst/>
        </p:spPr>
      </p:cxnSp>
      <p:grpSp>
        <p:nvGrpSpPr>
          <p:cNvPr id="87" name="Group 86">
            <a:extLst>
              <a:ext uri="{FF2B5EF4-FFF2-40B4-BE49-F238E27FC236}">
                <a16:creationId xmlns:a16="http://schemas.microsoft.com/office/drawing/2014/main" id="{28726026-23CD-6C1F-34D0-BBAC65A30F7D}"/>
              </a:ext>
            </a:extLst>
          </p:cNvPr>
          <p:cNvGrpSpPr/>
          <p:nvPr/>
        </p:nvGrpSpPr>
        <p:grpSpPr>
          <a:xfrm>
            <a:off x="2920477" y="4320232"/>
            <a:ext cx="733755" cy="674276"/>
            <a:chOff x="3625793" y="4306223"/>
            <a:chExt cx="733755" cy="674276"/>
          </a:xfrm>
        </p:grpSpPr>
        <p:sp>
          <p:nvSpPr>
            <p:cNvPr id="88" name="TextBox 87">
              <a:extLst>
                <a:ext uri="{FF2B5EF4-FFF2-40B4-BE49-F238E27FC236}">
                  <a16:creationId xmlns:a16="http://schemas.microsoft.com/office/drawing/2014/main" id="{31EEFDCD-0518-6775-9915-594FEC6F7700}"/>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89" name="TextBox 88">
              <a:extLst>
                <a:ext uri="{FF2B5EF4-FFF2-40B4-BE49-F238E27FC236}">
                  <a16:creationId xmlns:a16="http://schemas.microsoft.com/office/drawing/2014/main" id="{3FC6EDDC-F7D1-690A-5096-0AE78956CEF0}"/>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90" name="Group 89">
            <a:extLst>
              <a:ext uri="{FF2B5EF4-FFF2-40B4-BE49-F238E27FC236}">
                <a16:creationId xmlns:a16="http://schemas.microsoft.com/office/drawing/2014/main" id="{6DD6A802-BFA9-D68D-7CBD-E3859EA8A672}"/>
              </a:ext>
            </a:extLst>
          </p:cNvPr>
          <p:cNvGrpSpPr/>
          <p:nvPr/>
        </p:nvGrpSpPr>
        <p:grpSpPr>
          <a:xfrm>
            <a:off x="6636482" y="3699782"/>
            <a:ext cx="733755" cy="674276"/>
            <a:chOff x="3625793" y="4306223"/>
            <a:chExt cx="733755" cy="674276"/>
          </a:xfrm>
        </p:grpSpPr>
        <p:sp>
          <p:nvSpPr>
            <p:cNvPr id="91" name="TextBox 90">
              <a:extLst>
                <a:ext uri="{FF2B5EF4-FFF2-40B4-BE49-F238E27FC236}">
                  <a16:creationId xmlns:a16="http://schemas.microsoft.com/office/drawing/2014/main" id="{AEBCC48D-DEDC-8647-3E7E-C0CC616196D5}"/>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92" name="TextBox 91">
              <a:extLst>
                <a:ext uri="{FF2B5EF4-FFF2-40B4-BE49-F238E27FC236}">
                  <a16:creationId xmlns:a16="http://schemas.microsoft.com/office/drawing/2014/main" id="{F6735E00-10DB-6855-A363-B9BF7601B96B}"/>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93" name="Group 92">
            <a:extLst>
              <a:ext uri="{FF2B5EF4-FFF2-40B4-BE49-F238E27FC236}">
                <a16:creationId xmlns:a16="http://schemas.microsoft.com/office/drawing/2014/main" id="{EBBCFDB7-6809-7636-294C-DC66AE33CAB6}"/>
              </a:ext>
            </a:extLst>
          </p:cNvPr>
          <p:cNvGrpSpPr/>
          <p:nvPr/>
        </p:nvGrpSpPr>
        <p:grpSpPr>
          <a:xfrm>
            <a:off x="6622422" y="5196070"/>
            <a:ext cx="733755" cy="674276"/>
            <a:chOff x="3625793" y="4306223"/>
            <a:chExt cx="733755" cy="674276"/>
          </a:xfrm>
        </p:grpSpPr>
        <p:sp>
          <p:nvSpPr>
            <p:cNvPr id="94" name="TextBox 93">
              <a:extLst>
                <a:ext uri="{FF2B5EF4-FFF2-40B4-BE49-F238E27FC236}">
                  <a16:creationId xmlns:a16="http://schemas.microsoft.com/office/drawing/2014/main" id="{E37A4EBB-235D-E1A2-BF89-7262CE479473}"/>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95" name="TextBox 94">
              <a:extLst>
                <a:ext uri="{FF2B5EF4-FFF2-40B4-BE49-F238E27FC236}">
                  <a16:creationId xmlns:a16="http://schemas.microsoft.com/office/drawing/2014/main" id="{D019203B-51B4-6277-2160-A24B4A64C48A}"/>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sp>
        <p:nvSpPr>
          <p:cNvPr id="97" name="TextBox 96">
            <a:extLst>
              <a:ext uri="{FF2B5EF4-FFF2-40B4-BE49-F238E27FC236}">
                <a16:creationId xmlns:a16="http://schemas.microsoft.com/office/drawing/2014/main" id="{CA0DD3EC-90DC-CD4F-8A65-150F3BE55D2E}"/>
              </a:ext>
            </a:extLst>
          </p:cNvPr>
          <p:cNvSpPr txBox="1"/>
          <p:nvPr/>
        </p:nvSpPr>
        <p:spPr>
          <a:xfrm>
            <a:off x="916095" y="4659831"/>
            <a:ext cx="733755" cy="307777"/>
          </a:xfrm>
          <a:prstGeom prst="rect">
            <a:avLst/>
          </a:prstGeom>
          <a:noFill/>
        </p:spPr>
        <p:txBody>
          <a:bodyPr wrap="square" rtlCol="0">
            <a:spAutoFit/>
          </a:bodyPr>
          <a:lstStyle/>
          <a:p>
            <a:r>
              <a:rPr lang="es-ES" sz="1400">
                <a:solidFill>
                  <a:srgbClr val="000000"/>
                </a:solidFill>
              </a:rPr>
              <a:t>Input</a:t>
            </a:r>
          </a:p>
        </p:txBody>
      </p:sp>
      <p:sp>
        <p:nvSpPr>
          <p:cNvPr id="98" name="TextBox 97">
            <a:extLst>
              <a:ext uri="{FF2B5EF4-FFF2-40B4-BE49-F238E27FC236}">
                <a16:creationId xmlns:a16="http://schemas.microsoft.com/office/drawing/2014/main" id="{6EF66A2C-8E7D-F988-3D66-967CD2559D4B}"/>
              </a:ext>
            </a:extLst>
          </p:cNvPr>
          <p:cNvSpPr txBox="1"/>
          <p:nvPr/>
        </p:nvSpPr>
        <p:spPr>
          <a:xfrm>
            <a:off x="10690093" y="5782572"/>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1</a:t>
            </a:r>
          </a:p>
        </p:txBody>
      </p:sp>
      <p:cxnSp>
        <p:nvCxnSpPr>
          <p:cNvPr id="99" name="Straight Arrow Connector 98">
            <a:extLst>
              <a:ext uri="{FF2B5EF4-FFF2-40B4-BE49-F238E27FC236}">
                <a16:creationId xmlns:a16="http://schemas.microsoft.com/office/drawing/2014/main" id="{9A8D5ED5-BC6B-2B5C-32AC-8210F12338DC}"/>
              </a:ext>
            </a:extLst>
          </p:cNvPr>
          <p:cNvCxnSpPr>
            <a:cxnSpLocks/>
            <a:stCxn id="57" idx="3"/>
          </p:cNvCxnSpPr>
          <p:nvPr/>
        </p:nvCxnSpPr>
        <p:spPr>
          <a:xfrm>
            <a:off x="10570582" y="6056821"/>
            <a:ext cx="902093" cy="0"/>
          </a:xfrm>
          <a:prstGeom prst="straightConnector1">
            <a:avLst/>
          </a:prstGeom>
          <a:noFill/>
          <a:ln w="19050" cap="flat" cmpd="sng" algn="ctr">
            <a:solidFill>
              <a:srgbClr val="156082"/>
            </a:solidFill>
            <a:prstDash val="solid"/>
            <a:miter lim="800000"/>
            <a:tailEnd type="triangle"/>
          </a:ln>
          <a:effectLst/>
        </p:spPr>
      </p:cxnSp>
      <p:sp>
        <p:nvSpPr>
          <p:cNvPr id="102" name="TextBox 101">
            <a:extLst>
              <a:ext uri="{FF2B5EF4-FFF2-40B4-BE49-F238E27FC236}">
                <a16:creationId xmlns:a16="http://schemas.microsoft.com/office/drawing/2014/main" id="{D3DCD25C-3B9F-F25C-0DFE-76A4F60099D1}"/>
              </a:ext>
            </a:extLst>
          </p:cNvPr>
          <p:cNvSpPr txBox="1"/>
          <p:nvPr/>
        </p:nvSpPr>
        <p:spPr>
          <a:xfrm>
            <a:off x="10690093" y="5432385"/>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5</a:t>
            </a:r>
          </a:p>
        </p:txBody>
      </p:sp>
      <p:cxnSp>
        <p:nvCxnSpPr>
          <p:cNvPr id="103" name="Straight Arrow Connector 102">
            <a:extLst>
              <a:ext uri="{FF2B5EF4-FFF2-40B4-BE49-F238E27FC236}">
                <a16:creationId xmlns:a16="http://schemas.microsoft.com/office/drawing/2014/main" id="{DDA9159F-8BAB-3395-D142-1438979EC65A}"/>
              </a:ext>
            </a:extLst>
          </p:cNvPr>
          <p:cNvCxnSpPr>
            <a:cxnSpLocks/>
          </p:cNvCxnSpPr>
          <p:nvPr/>
        </p:nvCxnSpPr>
        <p:spPr>
          <a:xfrm>
            <a:off x="10570582" y="5706634"/>
            <a:ext cx="902093" cy="0"/>
          </a:xfrm>
          <a:prstGeom prst="straightConnector1">
            <a:avLst/>
          </a:prstGeom>
          <a:noFill/>
          <a:ln w="19050" cap="flat" cmpd="sng" algn="ctr">
            <a:solidFill>
              <a:srgbClr val="156082"/>
            </a:solidFill>
            <a:prstDash val="solid"/>
            <a:miter lim="800000"/>
            <a:tailEnd type="triangle"/>
          </a:ln>
          <a:effectLst/>
        </p:spPr>
      </p:cxnSp>
      <p:sp>
        <p:nvSpPr>
          <p:cNvPr id="104" name="TextBox 103">
            <a:extLst>
              <a:ext uri="{FF2B5EF4-FFF2-40B4-BE49-F238E27FC236}">
                <a16:creationId xmlns:a16="http://schemas.microsoft.com/office/drawing/2014/main" id="{52189E61-ACEB-F115-FAC0-D869897582D1}"/>
              </a:ext>
            </a:extLst>
          </p:cNvPr>
          <p:cNvSpPr txBox="1"/>
          <p:nvPr/>
        </p:nvSpPr>
        <p:spPr>
          <a:xfrm>
            <a:off x="10690093" y="5038407"/>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3</a:t>
            </a:r>
          </a:p>
        </p:txBody>
      </p:sp>
      <p:cxnSp>
        <p:nvCxnSpPr>
          <p:cNvPr id="105" name="Straight Arrow Connector 104">
            <a:extLst>
              <a:ext uri="{FF2B5EF4-FFF2-40B4-BE49-F238E27FC236}">
                <a16:creationId xmlns:a16="http://schemas.microsoft.com/office/drawing/2014/main" id="{A1197A4F-94EF-AF04-3CE0-E636D8918A9D}"/>
              </a:ext>
            </a:extLst>
          </p:cNvPr>
          <p:cNvCxnSpPr>
            <a:cxnSpLocks/>
          </p:cNvCxnSpPr>
          <p:nvPr/>
        </p:nvCxnSpPr>
        <p:spPr>
          <a:xfrm>
            <a:off x="10570582" y="5312656"/>
            <a:ext cx="902093" cy="0"/>
          </a:xfrm>
          <a:prstGeom prst="straightConnector1">
            <a:avLst/>
          </a:prstGeom>
          <a:noFill/>
          <a:ln w="19050" cap="flat" cmpd="sng" algn="ctr">
            <a:solidFill>
              <a:srgbClr val="156082"/>
            </a:solidFill>
            <a:prstDash val="solid"/>
            <a:miter lim="800000"/>
            <a:tailEnd type="triangle"/>
          </a:ln>
          <a:effectLst/>
        </p:spPr>
      </p:cxnSp>
      <p:sp>
        <p:nvSpPr>
          <p:cNvPr id="106" name="TextBox 105">
            <a:extLst>
              <a:ext uri="{FF2B5EF4-FFF2-40B4-BE49-F238E27FC236}">
                <a16:creationId xmlns:a16="http://schemas.microsoft.com/office/drawing/2014/main" id="{0DB3061D-74FD-E411-92E8-7BB8D82C9E0B}"/>
              </a:ext>
            </a:extLst>
          </p:cNvPr>
          <p:cNvSpPr txBox="1"/>
          <p:nvPr/>
        </p:nvSpPr>
        <p:spPr>
          <a:xfrm>
            <a:off x="10690093" y="4688220"/>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7</a:t>
            </a:r>
          </a:p>
        </p:txBody>
      </p:sp>
      <p:cxnSp>
        <p:nvCxnSpPr>
          <p:cNvPr id="107" name="Straight Arrow Connector 106">
            <a:extLst>
              <a:ext uri="{FF2B5EF4-FFF2-40B4-BE49-F238E27FC236}">
                <a16:creationId xmlns:a16="http://schemas.microsoft.com/office/drawing/2014/main" id="{7915A477-DE1F-7FD3-F6C6-4FE6065CF925}"/>
              </a:ext>
            </a:extLst>
          </p:cNvPr>
          <p:cNvCxnSpPr>
            <a:cxnSpLocks/>
          </p:cNvCxnSpPr>
          <p:nvPr/>
        </p:nvCxnSpPr>
        <p:spPr>
          <a:xfrm>
            <a:off x="10570582" y="4962469"/>
            <a:ext cx="902093" cy="0"/>
          </a:xfrm>
          <a:prstGeom prst="straightConnector1">
            <a:avLst/>
          </a:prstGeom>
          <a:noFill/>
          <a:ln w="19050" cap="flat" cmpd="sng" algn="ctr">
            <a:solidFill>
              <a:srgbClr val="156082"/>
            </a:solidFill>
            <a:prstDash val="solid"/>
            <a:miter lim="800000"/>
            <a:tailEnd type="triangle"/>
          </a:ln>
          <a:effectLst/>
        </p:spPr>
      </p:cxnSp>
      <p:sp>
        <p:nvSpPr>
          <p:cNvPr id="108" name="TextBox 107">
            <a:extLst>
              <a:ext uri="{FF2B5EF4-FFF2-40B4-BE49-F238E27FC236}">
                <a16:creationId xmlns:a16="http://schemas.microsoft.com/office/drawing/2014/main" id="{34EA1780-3E5D-AF88-BB31-9903FCE68766}"/>
              </a:ext>
            </a:extLst>
          </p:cNvPr>
          <p:cNvSpPr txBox="1"/>
          <p:nvPr/>
        </p:nvSpPr>
        <p:spPr>
          <a:xfrm>
            <a:off x="10690093" y="4298506"/>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2</a:t>
            </a:r>
          </a:p>
        </p:txBody>
      </p:sp>
      <p:cxnSp>
        <p:nvCxnSpPr>
          <p:cNvPr id="109" name="Straight Arrow Connector 108">
            <a:extLst>
              <a:ext uri="{FF2B5EF4-FFF2-40B4-BE49-F238E27FC236}">
                <a16:creationId xmlns:a16="http://schemas.microsoft.com/office/drawing/2014/main" id="{34E24FAA-9CE4-BE81-0131-C717BACE32D0}"/>
              </a:ext>
            </a:extLst>
          </p:cNvPr>
          <p:cNvCxnSpPr>
            <a:cxnSpLocks/>
          </p:cNvCxnSpPr>
          <p:nvPr/>
        </p:nvCxnSpPr>
        <p:spPr>
          <a:xfrm>
            <a:off x="10570582" y="4572755"/>
            <a:ext cx="902093" cy="0"/>
          </a:xfrm>
          <a:prstGeom prst="straightConnector1">
            <a:avLst/>
          </a:prstGeom>
          <a:noFill/>
          <a:ln w="19050" cap="flat" cmpd="sng" algn="ctr">
            <a:solidFill>
              <a:srgbClr val="156082"/>
            </a:solidFill>
            <a:prstDash val="solid"/>
            <a:miter lim="800000"/>
            <a:tailEnd type="triangle"/>
          </a:ln>
          <a:effectLst/>
        </p:spPr>
      </p:cxnSp>
      <p:sp>
        <p:nvSpPr>
          <p:cNvPr id="110" name="TextBox 109">
            <a:extLst>
              <a:ext uri="{FF2B5EF4-FFF2-40B4-BE49-F238E27FC236}">
                <a16:creationId xmlns:a16="http://schemas.microsoft.com/office/drawing/2014/main" id="{7DBEB9A0-D4F7-8B70-E62B-BCF622B0E7F7}"/>
              </a:ext>
            </a:extLst>
          </p:cNvPr>
          <p:cNvSpPr txBox="1"/>
          <p:nvPr/>
        </p:nvSpPr>
        <p:spPr>
          <a:xfrm>
            <a:off x="10690093" y="3948319"/>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6</a:t>
            </a:r>
          </a:p>
        </p:txBody>
      </p:sp>
      <p:cxnSp>
        <p:nvCxnSpPr>
          <p:cNvPr id="111" name="Straight Arrow Connector 110">
            <a:extLst>
              <a:ext uri="{FF2B5EF4-FFF2-40B4-BE49-F238E27FC236}">
                <a16:creationId xmlns:a16="http://schemas.microsoft.com/office/drawing/2014/main" id="{D6C7536A-6481-CD37-9AD5-6E502E1DC320}"/>
              </a:ext>
            </a:extLst>
          </p:cNvPr>
          <p:cNvCxnSpPr>
            <a:cxnSpLocks/>
          </p:cNvCxnSpPr>
          <p:nvPr/>
        </p:nvCxnSpPr>
        <p:spPr>
          <a:xfrm>
            <a:off x="10570582" y="4222568"/>
            <a:ext cx="902093" cy="0"/>
          </a:xfrm>
          <a:prstGeom prst="straightConnector1">
            <a:avLst/>
          </a:prstGeom>
          <a:noFill/>
          <a:ln w="19050" cap="flat" cmpd="sng" algn="ctr">
            <a:solidFill>
              <a:srgbClr val="156082"/>
            </a:solidFill>
            <a:prstDash val="solid"/>
            <a:miter lim="800000"/>
            <a:tailEnd type="triangle"/>
          </a:ln>
          <a:effectLst/>
        </p:spPr>
      </p:cxnSp>
      <p:sp>
        <p:nvSpPr>
          <p:cNvPr id="112" name="TextBox 111">
            <a:extLst>
              <a:ext uri="{FF2B5EF4-FFF2-40B4-BE49-F238E27FC236}">
                <a16:creationId xmlns:a16="http://schemas.microsoft.com/office/drawing/2014/main" id="{068510D2-CA81-D96F-0DE1-BB6509839584}"/>
              </a:ext>
            </a:extLst>
          </p:cNvPr>
          <p:cNvSpPr txBox="1"/>
          <p:nvPr/>
        </p:nvSpPr>
        <p:spPr>
          <a:xfrm>
            <a:off x="10695132" y="3554582"/>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4</a:t>
            </a:r>
          </a:p>
        </p:txBody>
      </p:sp>
      <p:cxnSp>
        <p:nvCxnSpPr>
          <p:cNvPr id="113" name="Straight Arrow Connector 112">
            <a:extLst>
              <a:ext uri="{FF2B5EF4-FFF2-40B4-BE49-F238E27FC236}">
                <a16:creationId xmlns:a16="http://schemas.microsoft.com/office/drawing/2014/main" id="{4FAF73D0-39A0-A855-FB01-B2C2FB8F209B}"/>
              </a:ext>
            </a:extLst>
          </p:cNvPr>
          <p:cNvCxnSpPr>
            <a:cxnSpLocks/>
          </p:cNvCxnSpPr>
          <p:nvPr/>
        </p:nvCxnSpPr>
        <p:spPr>
          <a:xfrm>
            <a:off x="10575621" y="3828831"/>
            <a:ext cx="902093" cy="0"/>
          </a:xfrm>
          <a:prstGeom prst="straightConnector1">
            <a:avLst/>
          </a:prstGeom>
          <a:noFill/>
          <a:ln w="19050" cap="flat" cmpd="sng" algn="ctr">
            <a:solidFill>
              <a:srgbClr val="156082"/>
            </a:solidFill>
            <a:prstDash val="solid"/>
            <a:miter lim="800000"/>
            <a:tailEnd type="triangle"/>
          </a:ln>
          <a:effectLst/>
        </p:spPr>
      </p:cxnSp>
      <p:sp>
        <p:nvSpPr>
          <p:cNvPr id="114" name="TextBox 113">
            <a:extLst>
              <a:ext uri="{FF2B5EF4-FFF2-40B4-BE49-F238E27FC236}">
                <a16:creationId xmlns:a16="http://schemas.microsoft.com/office/drawing/2014/main" id="{807D9FD8-4B31-643E-2BB8-ACD8CB0B71FC}"/>
              </a:ext>
            </a:extLst>
          </p:cNvPr>
          <p:cNvSpPr txBox="1"/>
          <p:nvPr/>
        </p:nvSpPr>
        <p:spPr>
          <a:xfrm>
            <a:off x="10706707" y="3204395"/>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8</a:t>
            </a:r>
          </a:p>
        </p:txBody>
      </p:sp>
      <p:cxnSp>
        <p:nvCxnSpPr>
          <p:cNvPr id="115" name="Straight Arrow Connector 114">
            <a:extLst>
              <a:ext uri="{FF2B5EF4-FFF2-40B4-BE49-F238E27FC236}">
                <a16:creationId xmlns:a16="http://schemas.microsoft.com/office/drawing/2014/main" id="{5818B905-7D42-BC0A-0E5A-1F5184B36722}"/>
              </a:ext>
            </a:extLst>
          </p:cNvPr>
          <p:cNvCxnSpPr>
            <a:cxnSpLocks/>
          </p:cNvCxnSpPr>
          <p:nvPr/>
        </p:nvCxnSpPr>
        <p:spPr>
          <a:xfrm>
            <a:off x="10575621" y="3478644"/>
            <a:ext cx="902093" cy="0"/>
          </a:xfrm>
          <a:prstGeom prst="straightConnector1">
            <a:avLst/>
          </a:prstGeom>
          <a:noFill/>
          <a:ln w="19050" cap="flat" cmpd="sng" algn="ctr">
            <a:solidFill>
              <a:srgbClr val="156082"/>
            </a:solidFill>
            <a:prstDash val="solid"/>
            <a:miter lim="800000"/>
            <a:tailEnd type="triangle"/>
          </a:ln>
          <a:effectLst/>
        </p:spPr>
      </p:cxnSp>
      <p:sp>
        <p:nvSpPr>
          <p:cNvPr id="5" name="TextBox 4">
            <a:extLst>
              <a:ext uri="{FF2B5EF4-FFF2-40B4-BE49-F238E27FC236}">
                <a16:creationId xmlns:a16="http://schemas.microsoft.com/office/drawing/2014/main" id="{F8EC694A-F2CB-9077-850B-BE3E709B5A85}"/>
              </a:ext>
            </a:extLst>
          </p:cNvPr>
          <p:cNvSpPr txBox="1"/>
          <p:nvPr/>
        </p:nvSpPr>
        <p:spPr>
          <a:xfrm>
            <a:off x="612835" y="1243183"/>
            <a:ext cx="11126881" cy="646331"/>
          </a:xfrm>
          <a:prstGeom prst="rect">
            <a:avLst/>
          </a:prstGeom>
          <a:noFill/>
        </p:spPr>
        <p:txBody>
          <a:bodyPr wrap="square">
            <a:spAutoFit/>
          </a:bodyPr>
          <a:lstStyle/>
          <a:p>
            <a:pPr algn="just"/>
            <a:r>
              <a:rPr lang="en-US"/>
              <a:t>This diagram introduces the naming convention of each MZI stage and the signal flow. The input is defined at the lower port.</a:t>
            </a:r>
            <a:endParaRPr lang="es-CO"/>
          </a:p>
        </p:txBody>
      </p:sp>
      <p:cxnSp>
        <p:nvCxnSpPr>
          <p:cNvPr id="6" name="Straight Connector 5">
            <a:extLst>
              <a:ext uri="{FF2B5EF4-FFF2-40B4-BE49-F238E27FC236}">
                <a16:creationId xmlns:a16="http://schemas.microsoft.com/office/drawing/2014/main" id="{418E2D57-2A61-E947-908D-D0DC41F1028C}"/>
              </a:ext>
            </a:extLst>
          </p:cNvPr>
          <p:cNvCxnSpPr>
            <a:cxnSpLocks/>
          </p:cNvCxnSpPr>
          <p:nvPr/>
        </p:nvCxnSpPr>
        <p:spPr>
          <a:xfrm>
            <a:off x="4004351" y="1769806"/>
            <a:ext cx="0" cy="4532671"/>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9860688-AB2C-8605-5962-E782D53125A8}"/>
              </a:ext>
            </a:extLst>
          </p:cNvPr>
          <p:cNvCxnSpPr>
            <a:cxnSpLocks/>
          </p:cNvCxnSpPr>
          <p:nvPr/>
        </p:nvCxnSpPr>
        <p:spPr>
          <a:xfrm>
            <a:off x="8138816" y="1761440"/>
            <a:ext cx="0" cy="4532671"/>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0" name="Rectangle: Rounded Corners 99">
            <a:extLst>
              <a:ext uri="{FF2B5EF4-FFF2-40B4-BE49-F238E27FC236}">
                <a16:creationId xmlns:a16="http://schemas.microsoft.com/office/drawing/2014/main" id="{71E0713B-A4C3-D7D3-2BAB-90B3E57A4E22}"/>
              </a:ext>
            </a:extLst>
          </p:cNvPr>
          <p:cNvSpPr/>
          <p:nvPr/>
        </p:nvSpPr>
        <p:spPr>
          <a:xfrm>
            <a:off x="1180373" y="1911853"/>
            <a:ext cx="1941704" cy="307777"/>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Stage 1</a:t>
            </a:r>
            <a:endParaRPr lang="es-CO">
              <a:solidFill>
                <a:schemeClr val="tx1"/>
              </a:solidFill>
            </a:endParaRPr>
          </a:p>
        </p:txBody>
      </p:sp>
      <p:sp>
        <p:nvSpPr>
          <p:cNvPr id="101" name="Rectangle: Rounded Corners 100">
            <a:extLst>
              <a:ext uri="{FF2B5EF4-FFF2-40B4-BE49-F238E27FC236}">
                <a16:creationId xmlns:a16="http://schemas.microsoft.com/office/drawing/2014/main" id="{26A12BCF-AA51-4087-4CA4-8E3D5D5E0C33}"/>
              </a:ext>
            </a:extLst>
          </p:cNvPr>
          <p:cNvSpPr/>
          <p:nvPr/>
        </p:nvSpPr>
        <p:spPr>
          <a:xfrm>
            <a:off x="5077798" y="1911853"/>
            <a:ext cx="1941704" cy="307777"/>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Stage 2</a:t>
            </a:r>
            <a:endParaRPr lang="es-CO">
              <a:solidFill>
                <a:schemeClr val="tx1"/>
              </a:solidFill>
            </a:endParaRPr>
          </a:p>
        </p:txBody>
      </p:sp>
      <p:sp>
        <p:nvSpPr>
          <p:cNvPr id="116" name="Rectangle: Rounded Corners 115">
            <a:extLst>
              <a:ext uri="{FF2B5EF4-FFF2-40B4-BE49-F238E27FC236}">
                <a16:creationId xmlns:a16="http://schemas.microsoft.com/office/drawing/2014/main" id="{B8D70F0E-CC6C-3C75-5970-8B2352CA0FAF}"/>
              </a:ext>
            </a:extLst>
          </p:cNvPr>
          <p:cNvSpPr/>
          <p:nvPr/>
        </p:nvSpPr>
        <p:spPr>
          <a:xfrm>
            <a:off x="9102027" y="1911853"/>
            <a:ext cx="1941704" cy="307777"/>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Stage 3</a:t>
            </a:r>
            <a:endParaRPr lang="es-CO">
              <a:solidFill>
                <a:schemeClr val="tx1"/>
              </a:solidFill>
            </a:endParaRPr>
          </a:p>
        </p:txBody>
      </p:sp>
      <p:sp>
        <p:nvSpPr>
          <p:cNvPr id="117" name="TextBox 116">
            <a:extLst>
              <a:ext uri="{FF2B5EF4-FFF2-40B4-BE49-F238E27FC236}">
                <a16:creationId xmlns:a16="http://schemas.microsoft.com/office/drawing/2014/main" id="{0E8AEA0E-0C82-2A6B-4C03-35B288C1DFB2}"/>
              </a:ext>
            </a:extLst>
          </p:cNvPr>
          <p:cNvSpPr txBox="1"/>
          <p:nvPr/>
        </p:nvSpPr>
        <p:spPr>
          <a:xfrm>
            <a:off x="169716" y="2415849"/>
            <a:ext cx="3734345" cy="923330"/>
          </a:xfrm>
          <a:prstGeom prst="rect">
            <a:avLst/>
          </a:prstGeom>
          <a:noFill/>
        </p:spPr>
        <p:txBody>
          <a:bodyPr wrap="square">
            <a:spAutoFit/>
          </a:bodyPr>
          <a:lstStyle/>
          <a:p>
            <a:pPr algn="just"/>
            <a:r>
              <a:rPr lang="en-US" sz="1800" b="0" i="0" u="none" strike="noStrike" kern="1200" baseline="0">
                <a:solidFill>
                  <a:schemeClr val="tx1"/>
                </a:solidFill>
                <a:latin typeface="+mn-lt"/>
                <a:ea typeface="+mn-ea"/>
                <a:cs typeface="+mn-cs"/>
              </a:rPr>
              <a:t>The shape of the outputs in the 1st MZI plays a decisive role in the final shapes of the 8 outputs</a:t>
            </a:r>
            <a:endParaRPr lang="en-US"/>
          </a:p>
        </p:txBody>
      </p:sp>
      <p:sp>
        <p:nvSpPr>
          <p:cNvPr id="118" name="TextBox 117">
            <a:extLst>
              <a:ext uri="{FF2B5EF4-FFF2-40B4-BE49-F238E27FC236}">
                <a16:creationId xmlns:a16="http://schemas.microsoft.com/office/drawing/2014/main" id="{59ADCB4D-1A85-0BD2-41FE-24AF829F6416}"/>
              </a:ext>
            </a:extLst>
          </p:cNvPr>
          <p:cNvSpPr txBox="1"/>
          <p:nvPr/>
        </p:nvSpPr>
        <p:spPr>
          <a:xfrm>
            <a:off x="4228827" y="2499413"/>
            <a:ext cx="3734345" cy="369332"/>
          </a:xfrm>
          <a:prstGeom prst="rect">
            <a:avLst/>
          </a:prstGeom>
          <a:noFill/>
        </p:spPr>
        <p:txBody>
          <a:bodyPr wrap="square">
            <a:spAutoFit/>
          </a:bodyPr>
          <a:lstStyle/>
          <a:p>
            <a:pPr algn="just"/>
            <a:r>
              <a:rPr lang="en-US"/>
              <a:t>Splits channels into subgroups </a:t>
            </a:r>
          </a:p>
        </p:txBody>
      </p:sp>
      <p:sp>
        <p:nvSpPr>
          <p:cNvPr id="119" name="TextBox 118">
            <a:extLst>
              <a:ext uri="{FF2B5EF4-FFF2-40B4-BE49-F238E27FC236}">
                <a16:creationId xmlns:a16="http://schemas.microsoft.com/office/drawing/2014/main" id="{EE3C6830-0E7C-18A6-2F3C-C03C0B10BB2E}"/>
              </a:ext>
            </a:extLst>
          </p:cNvPr>
          <p:cNvSpPr txBox="1"/>
          <p:nvPr/>
        </p:nvSpPr>
        <p:spPr>
          <a:xfrm>
            <a:off x="8287939" y="2415849"/>
            <a:ext cx="3734345" cy="646331"/>
          </a:xfrm>
          <a:prstGeom prst="rect">
            <a:avLst/>
          </a:prstGeom>
          <a:noFill/>
        </p:spPr>
        <p:txBody>
          <a:bodyPr wrap="square">
            <a:spAutoFit/>
          </a:bodyPr>
          <a:lstStyle/>
          <a:p>
            <a:pPr algn="just"/>
            <a:r>
              <a:rPr lang="en-US"/>
              <a:t>Refines the filtering to obtain individual outputs</a:t>
            </a:r>
          </a:p>
        </p:txBody>
      </p:sp>
    </p:spTree>
    <p:extLst>
      <p:ext uri="{BB962C8B-B14F-4D97-AF65-F5344CB8AC3E}">
        <p14:creationId xmlns:p14="http://schemas.microsoft.com/office/powerpoint/2010/main" val="2045434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D8E38-6B84-97ED-06F2-9BC540A301BE}"/>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D1CC5264-9C8D-DA4D-AEED-08CE765C27FE}"/>
              </a:ext>
            </a:extLst>
          </p:cNvPr>
          <p:cNvSpPr/>
          <p:nvPr/>
        </p:nvSpPr>
        <p:spPr>
          <a:xfrm>
            <a:off x="121597" y="4714442"/>
            <a:ext cx="1018572" cy="19988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BD4AFD-8167-2BA4-500A-16806D48A217}"/>
              </a:ext>
            </a:extLst>
          </p:cNvPr>
          <p:cNvSpPr>
            <a:spLocks noGrp="1"/>
          </p:cNvSpPr>
          <p:nvPr>
            <p:ph type="title"/>
          </p:nvPr>
        </p:nvSpPr>
        <p:spPr>
          <a:xfrm>
            <a:off x="526712" y="524257"/>
            <a:ext cx="11186867" cy="599007"/>
          </a:xfrm>
        </p:spPr>
        <p:txBody>
          <a:bodyPr/>
          <a:lstStyle/>
          <a:p>
            <a:r>
              <a:rPr lang="en-US"/>
              <a:t>WDM Building blocks</a:t>
            </a:r>
          </a:p>
        </p:txBody>
      </p:sp>
      <p:sp>
        <p:nvSpPr>
          <p:cNvPr id="3" name="Footer Placeholder 2">
            <a:extLst>
              <a:ext uri="{FF2B5EF4-FFF2-40B4-BE49-F238E27FC236}">
                <a16:creationId xmlns:a16="http://schemas.microsoft.com/office/drawing/2014/main" id="{12D47F2B-E65F-C33D-3017-91D9102476F3}"/>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F7B6E07B-C347-1802-C361-1CB58008E5CF}"/>
              </a:ext>
            </a:extLst>
          </p:cNvPr>
          <p:cNvSpPr>
            <a:spLocks noGrp="1"/>
          </p:cNvSpPr>
          <p:nvPr>
            <p:ph type="sldNum" sz="quarter" idx="12"/>
          </p:nvPr>
        </p:nvSpPr>
        <p:spPr/>
        <p:txBody>
          <a:bodyPr/>
          <a:lstStyle/>
          <a:p>
            <a:fld id="{D637F8FC-4B86-4690-8888-22AB2F781BEF}" type="slidenum">
              <a:rPr lang="en-US" smtClean="0"/>
              <a:pPr/>
              <a:t>8</a:t>
            </a:fld>
            <a:endParaRPr lang="en-US"/>
          </a:p>
        </p:txBody>
      </p:sp>
      <p:sp>
        <p:nvSpPr>
          <p:cNvPr id="7" name="Date Placeholder 6">
            <a:extLst>
              <a:ext uri="{FF2B5EF4-FFF2-40B4-BE49-F238E27FC236}">
                <a16:creationId xmlns:a16="http://schemas.microsoft.com/office/drawing/2014/main" id="{9B251E04-E756-FDC8-E049-6464BFC0F8D5}"/>
              </a:ext>
            </a:extLst>
          </p:cNvPr>
          <p:cNvSpPr>
            <a:spLocks noGrp="1"/>
          </p:cNvSpPr>
          <p:nvPr>
            <p:ph type="dt" sz="half" idx="2"/>
          </p:nvPr>
        </p:nvSpPr>
        <p:spPr/>
        <p:txBody>
          <a:bodyPr/>
          <a:lstStyle/>
          <a:p>
            <a:fld id="{39E18374-368A-4A3E-9C13-EFB00A3C21AB}" type="datetime1">
              <a:rPr lang="es-ES" smtClean="0"/>
              <a:t>06/05/2026</a:t>
            </a:fld>
            <a:endParaRPr lang="es-ES"/>
          </a:p>
        </p:txBody>
      </p:sp>
      <mc:AlternateContent xmlns:mc="http://schemas.openxmlformats.org/markup-compatibility/2006">
        <mc:Choice xmlns:a14="http://schemas.microsoft.com/office/drawing/2010/main" Requires="a14">
          <p:sp>
            <p:nvSpPr>
              <p:cNvPr id="99" name="TextBox 98">
                <a:extLst>
                  <a:ext uri="{FF2B5EF4-FFF2-40B4-BE49-F238E27FC236}">
                    <a16:creationId xmlns:a16="http://schemas.microsoft.com/office/drawing/2014/main" id="{6A75C2B0-0724-8C45-8CFB-B33B7B434F16}"/>
                  </a:ext>
                </a:extLst>
              </p:cNvPr>
              <p:cNvSpPr txBox="1"/>
              <p:nvPr/>
            </p:nvSpPr>
            <p:spPr>
              <a:xfrm>
                <a:off x="369212" y="1880713"/>
                <a:ext cx="2115823" cy="6646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b="1" i="1" smtClean="0">
                              <a:latin typeface="Cambria Math" panose="02040503050406030204" pitchFamily="18" charset="0"/>
                            </a:rPr>
                          </m:ctrlPr>
                        </m:mPr>
                        <m:mr>
                          <m:e>
                            <m:r>
                              <m:rPr>
                                <m:sty m:val="p"/>
                              </m:rPr>
                              <a:rPr lang="es-MX" b="0" i="0" smtClean="0">
                                <a:latin typeface="Cambria Math" panose="02040503050406030204" pitchFamily="18" charset="0"/>
                              </a:rPr>
                              <m:t>U</m:t>
                            </m:r>
                            <m:r>
                              <a:rPr lang="en-US" b="0" i="0">
                                <a:latin typeface="Cambria Math" panose="02040503050406030204" pitchFamily="18" charset="0"/>
                              </a:rPr>
                              <m:t>=</m:t>
                            </m:r>
                            <m:f>
                              <m:fPr>
                                <m:ctrlPr>
                                  <a:rPr lang="en-US" b="0" i="1">
                                    <a:latin typeface="Cambria Math" panose="02040503050406030204" pitchFamily="18" charset="0"/>
                                  </a:rPr>
                                </m:ctrlPr>
                              </m:fPr>
                              <m:num>
                                <m:r>
                                  <a:rPr lang="en-US" b="0" i="0">
                                    <a:latin typeface="Cambria Math" panose="02040503050406030204" pitchFamily="18" charset="0"/>
                                  </a:rPr>
                                  <m:t>1</m:t>
                                </m:r>
                              </m:num>
                              <m:den>
                                <m:rad>
                                  <m:radPr>
                                    <m:degHide m:val="on"/>
                                    <m:ctrlPr>
                                      <a:rPr lang="en-US" b="0" i="1">
                                        <a:latin typeface="Cambria Math" panose="02040503050406030204" pitchFamily="18" charset="0"/>
                                      </a:rPr>
                                    </m:ctrlPr>
                                  </m:radPr>
                                  <m:deg/>
                                  <m:e>
                                    <m:r>
                                      <a:rPr lang="en-US" b="0" i="0">
                                        <a:latin typeface="Cambria Math" panose="02040503050406030204" pitchFamily="18" charset="0"/>
                                      </a:rPr>
                                      <m:t>2</m:t>
                                    </m:r>
                                  </m:e>
                                </m:rad>
                              </m:den>
                            </m:f>
                            <m:d>
                              <m:dPr>
                                <m:ctrlPr>
                                  <a:rPr lang="en-US" b="0" i="1">
                                    <a:latin typeface="Cambria Math" panose="02040503050406030204" pitchFamily="18" charset="0"/>
                                  </a:rPr>
                                </m:ctrlPr>
                              </m:dPr>
                              <m:e>
                                <m:m>
                                  <m:mPr>
                                    <m:plcHide m:val="on"/>
                                    <m:mcs>
                                      <m:mc>
                                        <m:mcPr>
                                          <m:count m:val="2"/>
                                          <m:mcJc m:val="center"/>
                                        </m:mcPr>
                                      </m:mc>
                                    </m:mcs>
                                    <m:ctrlPr>
                                      <a:rPr lang="en-US" b="0" i="1">
                                        <a:latin typeface="Cambria Math" panose="02040503050406030204" pitchFamily="18" charset="0"/>
                                      </a:rPr>
                                    </m:ctrlPr>
                                  </m:mPr>
                                  <m:mr>
                                    <m:e>
                                      <m:r>
                                        <a:rPr lang="en-US" b="0" i="0">
                                          <a:latin typeface="Cambria Math" panose="02040503050406030204" pitchFamily="18" charset="0"/>
                                        </a:rPr>
                                        <m:t>1</m:t>
                                      </m:r>
                                    </m:e>
                                    <m:e>
                                      <m:r>
                                        <a:rPr lang="en-US" b="0" i="1">
                                          <a:latin typeface="Cambria Math" panose="02040503050406030204" pitchFamily="18" charset="0"/>
                                        </a:rPr>
                                        <m:t>𝑗</m:t>
                                      </m:r>
                                    </m:e>
                                  </m:mr>
                                  <m:mr>
                                    <m:e>
                                      <m:r>
                                        <a:rPr lang="en-US" b="0" i="1">
                                          <a:latin typeface="Cambria Math" panose="02040503050406030204" pitchFamily="18" charset="0"/>
                                        </a:rPr>
                                        <m:t>𝑗</m:t>
                                      </m:r>
                                    </m:e>
                                    <m:e>
                                      <m:r>
                                        <a:rPr lang="en-US" b="0" i="0">
                                          <a:latin typeface="Cambria Math" panose="02040503050406030204" pitchFamily="18" charset="0"/>
                                        </a:rPr>
                                        <m:t>1</m:t>
                                      </m:r>
                                    </m:e>
                                  </m:mr>
                                </m:m>
                              </m:e>
                            </m:d>
                          </m:e>
                        </m:mr>
                      </m:m>
                    </m:oMath>
                  </m:oMathPara>
                </a14:m>
                <a:endParaRPr lang="en-US"/>
              </a:p>
            </p:txBody>
          </p:sp>
        </mc:Choice>
        <mc:Fallback>
          <p:sp>
            <p:nvSpPr>
              <p:cNvPr id="99" name="TextBox 98">
                <a:extLst>
                  <a:ext uri="{FF2B5EF4-FFF2-40B4-BE49-F238E27FC236}">
                    <a16:creationId xmlns:a16="http://schemas.microsoft.com/office/drawing/2014/main" id="{6A75C2B0-0724-8C45-8CFB-B33B7B434F16}"/>
                  </a:ext>
                </a:extLst>
              </p:cNvPr>
              <p:cNvSpPr txBox="1">
                <a:spLocks noRot="1" noChangeAspect="1" noMove="1" noResize="1" noEditPoints="1" noAdjustHandles="1" noChangeArrowheads="1" noChangeShapeType="1" noTextEdit="1"/>
              </p:cNvSpPr>
              <p:nvPr/>
            </p:nvSpPr>
            <p:spPr>
              <a:xfrm>
                <a:off x="369212" y="1880713"/>
                <a:ext cx="2115823" cy="66460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1" name="TextBox 100">
                <a:extLst>
                  <a:ext uri="{FF2B5EF4-FFF2-40B4-BE49-F238E27FC236}">
                    <a16:creationId xmlns:a16="http://schemas.microsoft.com/office/drawing/2014/main" id="{C952D9DD-3F7A-AFB0-D37A-149FFDDA7974}"/>
                  </a:ext>
                </a:extLst>
              </p:cNvPr>
              <p:cNvSpPr txBox="1"/>
              <p:nvPr/>
            </p:nvSpPr>
            <p:spPr>
              <a:xfrm>
                <a:off x="-49821" y="4737326"/>
                <a:ext cx="2624471" cy="6011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b="0" i="1" smtClean="0">
                              <a:latin typeface="Cambria Math" panose="02040503050406030204" pitchFamily="18" charset="0"/>
                            </a:rPr>
                          </m:ctrlPr>
                        </m:mPr>
                        <m:mr>
                          <m:e>
                            <m:r>
                              <m:rPr>
                                <m:sty m:val="p"/>
                              </m:rPr>
                              <a:rPr lang="en-US" b="0">
                                <a:latin typeface="Cambria Math" panose="02040503050406030204" pitchFamily="18" charset="0"/>
                              </a:rPr>
                              <m:t>Phase</m:t>
                            </m:r>
                            <m:d>
                              <m:dPr>
                                <m:ctrlPr>
                                  <a:rPr lang="en-US" b="0" i="1">
                                    <a:latin typeface="Cambria Math" panose="02040503050406030204" pitchFamily="18" charset="0"/>
                                  </a:rPr>
                                </m:ctrlPr>
                              </m:dPr>
                              <m:e>
                                <m:r>
                                  <a:rPr lang="en-US" b="0" i="1">
                                    <a:latin typeface="Cambria Math" panose="02040503050406030204" pitchFamily="18" charset="0"/>
                                  </a:rPr>
                                  <m:t>𝜙</m:t>
                                </m:r>
                              </m:e>
                            </m:d>
                            <m:r>
                              <a:rPr lang="en-US" b="0" i="0">
                                <a:latin typeface="Cambria Math" panose="02040503050406030204" pitchFamily="18" charset="0"/>
                              </a:rPr>
                              <m:t>=</m:t>
                            </m:r>
                            <m:d>
                              <m:dPr>
                                <m:ctrlPr>
                                  <a:rPr lang="en-US" b="0" i="1">
                                    <a:latin typeface="Cambria Math" panose="02040503050406030204" pitchFamily="18" charset="0"/>
                                  </a:rPr>
                                </m:ctrlPr>
                              </m:dPr>
                              <m:e>
                                <m:m>
                                  <m:mPr>
                                    <m:plcHide m:val="on"/>
                                    <m:mcs>
                                      <m:mc>
                                        <m:mcPr>
                                          <m:count m:val="2"/>
                                          <m:mcJc m:val="center"/>
                                        </m:mcPr>
                                      </m:mc>
                                    </m:mcs>
                                    <m:ctrlPr>
                                      <a:rPr lang="en-US" b="0" i="1">
                                        <a:latin typeface="Cambria Math" panose="02040503050406030204" pitchFamily="18" charset="0"/>
                                      </a:rPr>
                                    </m:ctrlPr>
                                  </m:mPr>
                                  <m:mr>
                                    <m:e>
                                      <m:sSup>
                                        <m:sSupPr>
                                          <m:ctrlPr>
                                            <a:rPr lang="en-US" b="0" i="1">
                                              <a:latin typeface="Cambria Math" panose="02040503050406030204" pitchFamily="18" charset="0"/>
                                            </a:rPr>
                                          </m:ctrlPr>
                                        </m:sSupPr>
                                        <m:e>
                                          <m:r>
                                            <a:rPr lang="en-US" b="0" i="1">
                                              <a:latin typeface="Cambria Math" panose="02040503050406030204" pitchFamily="18" charset="0"/>
                                            </a:rPr>
                                            <m:t>𝑒</m:t>
                                          </m:r>
                                        </m:e>
                                        <m:sup>
                                          <m:r>
                                            <a:rPr lang="en-US" b="0" i="1">
                                              <a:latin typeface="Cambria Math" panose="02040503050406030204" pitchFamily="18" charset="0"/>
                                            </a:rPr>
                                            <m:t>𝑗</m:t>
                                          </m:r>
                                          <m:r>
                                            <a:rPr lang="en-US" b="0" i="1">
                                              <a:latin typeface="Cambria Math" panose="02040503050406030204" pitchFamily="18" charset="0"/>
                                            </a:rPr>
                                            <m:t>𝜙</m:t>
                                          </m:r>
                                        </m:sup>
                                      </m:sSup>
                                    </m:e>
                                    <m:e>
                                      <m:r>
                                        <a:rPr lang="en-US" b="0" i="0">
                                          <a:latin typeface="Cambria Math" panose="02040503050406030204" pitchFamily="18" charset="0"/>
                                        </a:rPr>
                                        <m:t>0</m:t>
                                      </m:r>
                                    </m:e>
                                  </m:mr>
                                  <m:mr>
                                    <m:e>
                                      <m:r>
                                        <a:rPr lang="en-US" b="0" i="0">
                                          <a:latin typeface="Cambria Math" panose="02040503050406030204" pitchFamily="18" charset="0"/>
                                        </a:rPr>
                                        <m:t>0</m:t>
                                      </m:r>
                                    </m:e>
                                    <m:e>
                                      <m:r>
                                        <a:rPr lang="en-US" b="0" i="0">
                                          <a:latin typeface="Cambria Math" panose="02040503050406030204" pitchFamily="18" charset="0"/>
                                        </a:rPr>
                                        <m:t>1</m:t>
                                      </m:r>
                                    </m:e>
                                  </m:mr>
                                </m:m>
                              </m:e>
                            </m:d>
                          </m:e>
                        </m:mr>
                      </m:m>
                    </m:oMath>
                  </m:oMathPara>
                </a14:m>
                <a:endParaRPr lang="en-US"/>
              </a:p>
            </p:txBody>
          </p:sp>
        </mc:Choice>
        <mc:Fallback>
          <p:sp>
            <p:nvSpPr>
              <p:cNvPr id="101" name="TextBox 100">
                <a:extLst>
                  <a:ext uri="{FF2B5EF4-FFF2-40B4-BE49-F238E27FC236}">
                    <a16:creationId xmlns:a16="http://schemas.microsoft.com/office/drawing/2014/main" id="{C952D9DD-3F7A-AFB0-D37A-149FFDDA7974}"/>
                  </a:ext>
                </a:extLst>
              </p:cNvPr>
              <p:cNvSpPr txBox="1">
                <a:spLocks noRot="1" noChangeAspect="1" noMove="1" noResize="1" noEditPoints="1" noAdjustHandles="1" noChangeArrowheads="1" noChangeShapeType="1" noTextEdit="1"/>
              </p:cNvSpPr>
              <p:nvPr/>
            </p:nvSpPr>
            <p:spPr>
              <a:xfrm>
                <a:off x="-49821" y="4737326"/>
                <a:ext cx="2624471" cy="60112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3" name="TextBox 102">
                <a:extLst>
                  <a:ext uri="{FF2B5EF4-FFF2-40B4-BE49-F238E27FC236}">
                    <a16:creationId xmlns:a16="http://schemas.microsoft.com/office/drawing/2014/main" id="{17120811-31CC-9E73-06C7-1E32C6989E1B}"/>
                  </a:ext>
                </a:extLst>
              </p:cNvPr>
              <p:cNvSpPr txBox="1"/>
              <p:nvPr/>
            </p:nvSpPr>
            <p:spPr>
              <a:xfrm>
                <a:off x="-34725" y="3318566"/>
                <a:ext cx="2705099" cy="6034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b="0" i="1" smtClean="0">
                              <a:latin typeface="Cambria Math" panose="02040503050406030204" pitchFamily="18" charset="0"/>
                            </a:rPr>
                          </m:ctrlPr>
                        </m:mPr>
                        <m:mr>
                          <m:e>
                            <m:r>
                              <m:rPr>
                                <m:sty m:val="p"/>
                              </m:rPr>
                              <a:rPr lang="en-US" b="0">
                                <a:latin typeface="Cambria Math" panose="02040503050406030204" pitchFamily="18" charset="0"/>
                              </a:rPr>
                              <m:t>Delay</m:t>
                            </m:r>
                            <m:d>
                              <m:dPr>
                                <m:ctrlPr>
                                  <a:rPr lang="en-US" b="0" i="1">
                                    <a:latin typeface="Cambria Math" panose="02040503050406030204" pitchFamily="18" charset="0"/>
                                  </a:rPr>
                                </m:ctrlPr>
                              </m:dPr>
                              <m:e>
                                <m:r>
                                  <a:rPr lang="en-US" b="0" i="1">
                                    <a:latin typeface="Cambria Math" panose="02040503050406030204" pitchFamily="18" charset="0"/>
                                  </a:rPr>
                                  <m:t>𝛽</m:t>
                                </m:r>
                                <m:r>
                                  <a:rPr lang="en-US" b="0" i="1">
                                    <a:latin typeface="Cambria Math" panose="02040503050406030204" pitchFamily="18" charset="0"/>
                                  </a:rPr>
                                  <m:t>𝐿</m:t>
                                </m:r>
                              </m:e>
                            </m:d>
                            <m:r>
                              <a:rPr lang="en-US" b="0" i="0">
                                <a:latin typeface="Cambria Math" panose="02040503050406030204" pitchFamily="18" charset="0"/>
                              </a:rPr>
                              <m:t>=</m:t>
                            </m:r>
                            <m:d>
                              <m:dPr>
                                <m:ctrlPr>
                                  <a:rPr lang="en-US" b="0" i="1">
                                    <a:latin typeface="Cambria Math" panose="02040503050406030204" pitchFamily="18" charset="0"/>
                                  </a:rPr>
                                </m:ctrlPr>
                              </m:dPr>
                              <m:e>
                                <m:m>
                                  <m:mPr>
                                    <m:plcHide m:val="on"/>
                                    <m:mcs>
                                      <m:mc>
                                        <m:mcPr>
                                          <m:count m:val="2"/>
                                          <m:mcJc m:val="center"/>
                                        </m:mcPr>
                                      </m:mc>
                                    </m:mcs>
                                    <m:ctrlPr>
                                      <a:rPr lang="en-US" b="0" i="1">
                                        <a:latin typeface="Cambria Math" panose="02040503050406030204" pitchFamily="18" charset="0"/>
                                      </a:rPr>
                                    </m:ctrlPr>
                                  </m:mPr>
                                  <m:mr>
                                    <m:e>
                                      <m:sSup>
                                        <m:sSupPr>
                                          <m:ctrlPr>
                                            <a:rPr lang="en-US" b="0" i="1">
                                              <a:latin typeface="Cambria Math" panose="02040503050406030204" pitchFamily="18" charset="0"/>
                                            </a:rPr>
                                          </m:ctrlPr>
                                        </m:sSupPr>
                                        <m:e>
                                          <m:r>
                                            <a:rPr lang="en-US" b="0" i="1">
                                              <a:latin typeface="Cambria Math" panose="02040503050406030204" pitchFamily="18" charset="0"/>
                                            </a:rPr>
                                            <m:t>𝑒</m:t>
                                          </m:r>
                                        </m:e>
                                        <m:sup>
                                          <m:r>
                                            <a:rPr lang="en-US" b="0" i="0">
                                              <a:latin typeface="Cambria Math" panose="02040503050406030204" pitchFamily="18" charset="0"/>
                                            </a:rPr>
                                            <m:t>−</m:t>
                                          </m:r>
                                          <m:r>
                                            <a:rPr lang="en-US" b="0" i="1">
                                              <a:latin typeface="Cambria Math" panose="02040503050406030204" pitchFamily="18" charset="0"/>
                                            </a:rPr>
                                            <m:t>𝑗</m:t>
                                          </m:r>
                                          <m:r>
                                            <a:rPr lang="en-US" b="0" i="1">
                                              <a:latin typeface="Cambria Math" panose="02040503050406030204" pitchFamily="18" charset="0"/>
                                            </a:rPr>
                                            <m:t>𝛽</m:t>
                                          </m:r>
                                          <m:r>
                                            <a:rPr lang="en-US" b="0" i="1">
                                              <a:latin typeface="Cambria Math" panose="02040503050406030204" pitchFamily="18" charset="0"/>
                                            </a:rPr>
                                            <m:t>𝐿</m:t>
                                          </m:r>
                                        </m:sup>
                                      </m:sSup>
                                    </m:e>
                                    <m:e>
                                      <m:r>
                                        <a:rPr lang="en-US" b="0" i="0">
                                          <a:latin typeface="Cambria Math" panose="02040503050406030204" pitchFamily="18" charset="0"/>
                                        </a:rPr>
                                        <m:t>0</m:t>
                                      </m:r>
                                    </m:e>
                                  </m:mr>
                                  <m:mr>
                                    <m:e>
                                      <m:r>
                                        <a:rPr lang="en-US" b="0" i="0">
                                          <a:latin typeface="Cambria Math" panose="02040503050406030204" pitchFamily="18" charset="0"/>
                                        </a:rPr>
                                        <m:t>0</m:t>
                                      </m:r>
                                    </m:e>
                                    <m:e>
                                      <m:r>
                                        <a:rPr lang="en-US" b="0" i="0">
                                          <a:latin typeface="Cambria Math" panose="02040503050406030204" pitchFamily="18" charset="0"/>
                                        </a:rPr>
                                        <m:t>1</m:t>
                                      </m:r>
                                    </m:e>
                                  </m:mr>
                                </m:m>
                              </m:e>
                            </m:d>
                          </m:e>
                        </m:mr>
                      </m:m>
                    </m:oMath>
                  </m:oMathPara>
                </a14:m>
                <a:endParaRPr lang="en-US"/>
              </a:p>
            </p:txBody>
          </p:sp>
        </mc:Choice>
        <mc:Fallback>
          <p:sp>
            <p:nvSpPr>
              <p:cNvPr id="103" name="TextBox 102">
                <a:extLst>
                  <a:ext uri="{FF2B5EF4-FFF2-40B4-BE49-F238E27FC236}">
                    <a16:creationId xmlns:a16="http://schemas.microsoft.com/office/drawing/2014/main" id="{17120811-31CC-9E73-06C7-1E32C6989E1B}"/>
                  </a:ext>
                </a:extLst>
              </p:cNvPr>
              <p:cNvSpPr txBox="1">
                <a:spLocks noRot="1" noChangeAspect="1" noMove="1" noResize="1" noEditPoints="1" noAdjustHandles="1" noChangeArrowheads="1" noChangeShapeType="1" noTextEdit="1"/>
              </p:cNvSpPr>
              <p:nvPr/>
            </p:nvSpPr>
            <p:spPr>
              <a:xfrm>
                <a:off x="-34725" y="3318566"/>
                <a:ext cx="2705099" cy="603435"/>
              </a:xfrm>
              <a:prstGeom prst="rect">
                <a:avLst/>
              </a:prstGeom>
              <a:blipFill>
                <a:blip r:embed="rId5"/>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22001BB9-E4CC-18F2-8151-3B05656A17AF}"/>
              </a:ext>
            </a:extLst>
          </p:cNvPr>
          <p:cNvCxnSpPr>
            <a:cxnSpLocks/>
          </p:cNvCxnSpPr>
          <p:nvPr/>
        </p:nvCxnSpPr>
        <p:spPr>
          <a:xfrm flipH="1">
            <a:off x="630883" y="3098409"/>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E0B8051E-9CF0-471E-4B6C-C7DFFA8187B1}"/>
              </a:ext>
            </a:extLst>
          </p:cNvPr>
          <p:cNvSpPr/>
          <p:nvPr/>
        </p:nvSpPr>
        <p:spPr>
          <a:xfrm>
            <a:off x="2670373" y="1401618"/>
            <a:ext cx="9402021" cy="904330"/>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buNone/>
            </a:pPr>
            <a:r>
              <a:rPr lang="en-US" kern="100">
                <a:solidFill>
                  <a:schemeClr val="tx1"/>
                </a:solidFill>
                <a:latin typeface="Aptos" panose="020B0004020202020204" pitchFamily="34" charset="0"/>
                <a:ea typeface="Aptos" panose="020B0004020202020204" pitchFamily="34" charset="0"/>
                <a:cs typeface="Times New Roman" panose="02020603050405020304" pitchFamily="18" charset="0"/>
              </a:rPr>
              <a:t>An MMI acts as a passive linear transformation block that performs power splitting-combining and phase mixing between input signals, through multimode interference, according to a fixed unitary transfer matrix defined by its geometry.</a:t>
            </a:r>
            <a:endParaRPr lang="es-CO" kern="100">
              <a:solidFill>
                <a:schemeClr val="tx1"/>
              </a:solidFill>
              <a:latin typeface="Aptos" panose="020B0004020202020204" pitchFamily="34" charset="0"/>
              <a:ea typeface="Aptos" panose="020B0004020202020204" pitchFamily="34"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D55B9636-4DA8-C38A-BBCD-24A5BA7FC367}"/>
              </a:ext>
            </a:extLst>
          </p:cNvPr>
          <p:cNvSpPr/>
          <p:nvPr/>
        </p:nvSpPr>
        <p:spPr>
          <a:xfrm>
            <a:off x="2670374" y="2387655"/>
            <a:ext cx="9390446" cy="603434"/>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buNone/>
            </a:pPr>
            <a:r>
              <a:rPr lang="en-US" kern="100">
                <a:solidFill>
                  <a:schemeClr val="tx1"/>
                </a:solidFill>
                <a:latin typeface="Aptos" panose="020B0004020202020204" pitchFamily="34" charset="0"/>
                <a:ea typeface="Aptos" panose="020B0004020202020204" pitchFamily="34" charset="0"/>
                <a:cs typeface="Times New Roman" panose="02020603050405020304" pitchFamily="18" charset="0"/>
              </a:rPr>
              <a:t>Produce well-defined amplitude splitting ratios (50:50) and fixed relative phase relationships between outputs (</a:t>
            </a:r>
            <a:r>
              <a:rPr lang="es-CO" kern="100">
                <a:solidFill>
                  <a:schemeClr val="tx1"/>
                </a:solidFill>
                <a:latin typeface="Aptos" panose="020B0004020202020204" pitchFamily="34" charset="0"/>
                <a:ea typeface="Aptos" panose="020B0004020202020204" pitchFamily="34" charset="0"/>
                <a:cs typeface="Times New Roman" panose="02020603050405020304" pitchFamily="18" charset="0"/>
              </a:rPr>
              <a:t>π</a:t>
            </a:r>
            <a:r>
              <a:rPr lang="en-US" kern="100">
                <a:solidFill>
                  <a:schemeClr val="tx1"/>
                </a:solidFill>
                <a:latin typeface="Aptos" panose="020B0004020202020204" pitchFamily="34" charset="0"/>
                <a:ea typeface="Aptos" panose="020B0004020202020204" pitchFamily="34" charset="0"/>
                <a:cs typeface="Times New Roman" panose="02020603050405020304" pitchFamily="18" charset="0"/>
              </a:rPr>
              <a:t>/2), ideally.</a:t>
            </a:r>
            <a:endParaRPr lang="es-CO" kern="100">
              <a:solidFill>
                <a:schemeClr val="tx1"/>
              </a:solidFill>
              <a:latin typeface="Aptos" panose="020B0004020202020204" pitchFamily="34" charset="0"/>
              <a:ea typeface="Aptos" panose="020B0004020202020204" pitchFamily="34"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1DD176C4-A1AE-6E3B-7215-BBDA1ABF2CB0}"/>
              </a:ext>
            </a:extLst>
          </p:cNvPr>
          <p:cNvSpPr/>
          <p:nvPr/>
        </p:nvSpPr>
        <p:spPr>
          <a:xfrm>
            <a:off x="2681948" y="3169649"/>
            <a:ext cx="9390446" cy="603434"/>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buNone/>
            </a:pPr>
            <a:r>
              <a:rPr lang="en-US">
                <a:solidFill>
                  <a:schemeClr val="tx1"/>
                </a:solidFill>
              </a:rPr>
              <a:t>A phase shifter acts as a passive phase control element that introduces a controlled optical phase delay between propagating signals, determined by the optical path length.</a:t>
            </a:r>
            <a:endParaRPr lang="es-CO" kern="100">
              <a:solidFill>
                <a:schemeClr val="tx1"/>
              </a:solidFill>
              <a:latin typeface="Aptos" panose="020B0004020202020204" pitchFamily="34" charset="0"/>
              <a:ea typeface="Aptos" panose="020B000402020202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 name="Rectangle: Rounded Corners 14">
                <a:extLst>
                  <a:ext uri="{FF2B5EF4-FFF2-40B4-BE49-F238E27FC236}">
                    <a16:creationId xmlns:a16="http://schemas.microsoft.com/office/drawing/2014/main" id="{468204FB-8918-E998-350A-F6F432B6CACF}"/>
                  </a:ext>
                </a:extLst>
              </p:cNvPr>
              <p:cNvSpPr/>
              <p:nvPr/>
            </p:nvSpPr>
            <p:spPr>
              <a:xfrm>
                <a:off x="2681948" y="3853334"/>
                <a:ext cx="9390446" cy="603434"/>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rPr>
                  <a:t>This phase shift is typically achieved by creating a path length difference between two arms, resulting in a relative phase offset </a:t>
                </a:r>
                <a14:m>
                  <m:oMath xmlns:m="http://schemas.openxmlformats.org/officeDocument/2006/math">
                    <m:m>
                      <m:mPr>
                        <m:plcHide m:val="on"/>
                        <m:mcs>
                          <m:mc>
                            <m:mcPr>
                              <m:count m:val="1"/>
                              <m:mcJc m:val="center"/>
                            </m:mcPr>
                          </m:mc>
                        </m:mcs>
                        <m:ctrlPr>
                          <a:rPr lang="en-US" i="1" dirty="0">
                            <a:solidFill>
                              <a:schemeClr val="tx1"/>
                            </a:solidFill>
                            <a:latin typeface="Cambria Math" panose="02040503050406030204" pitchFamily="18" charset="0"/>
                          </a:rPr>
                        </m:ctrlPr>
                      </m:mPr>
                      <m:mr>
                        <m:e>
                          <m:r>
                            <m:rPr>
                              <m:sty m:val="p"/>
                            </m:rPr>
                            <a:rPr lang="en-US" dirty="0">
                              <a:solidFill>
                                <a:schemeClr val="tx1"/>
                              </a:solidFill>
                              <a:latin typeface="Cambria Math" panose="02040503050406030204" pitchFamily="18" charset="0"/>
                            </a:rPr>
                            <m:t>Δ</m:t>
                          </m:r>
                          <m:r>
                            <a:rPr lang="en-US" i="1" dirty="0">
                              <a:solidFill>
                                <a:schemeClr val="tx1"/>
                              </a:solidFill>
                              <a:latin typeface="Cambria Math" panose="02040503050406030204" pitchFamily="18" charset="0"/>
                            </a:rPr>
                            <m:t>𝜙</m:t>
                          </m:r>
                          <m:r>
                            <a:rPr lang="en-US" dirty="0">
                              <a:solidFill>
                                <a:schemeClr val="tx1"/>
                              </a:solidFill>
                              <a:latin typeface="Cambria Math" panose="02040503050406030204" pitchFamily="18" charset="0"/>
                            </a:rPr>
                            <m:t>=</m:t>
                          </m:r>
                          <m:r>
                            <a:rPr lang="en-US" i="1" dirty="0">
                              <a:solidFill>
                                <a:schemeClr val="tx1"/>
                              </a:solidFill>
                              <a:latin typeface="Cambria Math" panose="02040503050406030204" pitchFamily="18" charset="0"/>
                            </a:rPr>
                            <m:t>𝛽</m:t>
                          </m:r>
                          <m:r>
                            <m:rPr>
                              <m:sty m:val="p"/>
                            </m:rPr>
                            <a:rPr lang="en-US" dirty="0">
                              <a:solidFill>
                                <a:schemeClr val="tx1"/>
                              </a:solidFill>
                              <a:latin typeface="Cambria Math" panose="02040503050406030204" pitchFamily="18" charset="0"/>
                            </a:rPr>
                            <m:t>Δ</m:t>
                          </m:r>
                          <m:r>
                            <a:rPr lang="en-US" i="1" dirty="0">
                              <a:solidFill>
                                <a:schemeClr val="tx1"/>
                              </a:solidFill>
                              <a:latin typeface="Cambria Math" panose="02040503050406030204" pitchFamily="18" charset="0"/>
                            </a:rPr>
                            <m:t>𝐿</m:t>
                          </m:r>
                        </m:e>
                      </m:mr>
                    </m:m>
                  </m:oMath>
                </a14:m>
                <a:r>
                  <a:rPr lang="en-US">
                    <a:solidFill>
                      <a:schemeClr val="tx1"/>
                    </a:solidFill>
                  </a:rPr>
                  <a:t> , where </a:t>
                </a:r>
                <a14:m>
                  <m:oMath xmlns:m="http://schemas.openxmlformats.org/officeDocument/2006/math">
                    <m:r>
                      <a:rPr lang="en-US" i="1" dirty="0">
                        <a:solidFill>
                          <a:schemeClr val="tx1"/>
                        </a:solidFill>
                        <a:latin typeface="Cambria Math" panose="02040503050406030204" pitchFamily="18" charset="0"/>
                      </a:rPr>
                      <m:t>𝛽</m:t>
                    </m:r>
                  </m:oMath>
                </a14:m>
                <a:r>
                  <a:rPr lang="en-US">
                    <a:solidFill>
                      <a:schemeClr val="tx1"/>
                    </a:solidFill>
                  </a:rPr>
                  <a:t> is the propagation constant.</a:t>
                </a:r>
                <a:endParaRPr lang="es-CO" kern="100">
                  <a:solidFill>
                    <a:schemeClr val="tx1"/>
                  </a:solidFill>
                  <a:latin typeface="Aptos" panose="020B0004020202020204" pitchFamily="34" charset="0"/>
                  <a:ea typeface="Aptos" panose="020B0004020202020204" pitchFamily="34" charset="0"/>
                  <a:cs typeface="Times New Roman" panose="02020603050405020304" pitchFamily="18" charset="0"/>
                </a:endParaRPr>
              </a:p>
            </p:txBody>
          </p:sp>
        </mc:Choice>
        <mc:Fallback>
          <p:sp>
            <p:nvSpPr>
              <p:cNvPr id="15" name="Rectangle: Rounded Corners 14">
                <a:extLst>
                  <a:ext uri="{FF2B5EF4-FFF2-40B4-BE49-F238E27FC236}">
                    <a16:creationId xmlns:a16="http://schemas.microsoft.com/office/drawing/2014/main" id="{468204FB-8918-E998-350A-F6F432B6CACF}"/>
                  </a:ext>
                </a:extLst>
              </p:cNvPr>
              <p:cNvSpPr>
                <a:spLocks noRot="1" noChangeAspect="1" noMove="1" noResize="1" noEditPoints="1" noAdjustHandles="1" noChangeArrowheads="1" noChangeShapeType="1" noTextEdit="1"/>
              </p:cNvSpPr>
              <p:nvPr/>
            </p:nvSpPr>
            <p:spPr>
              <a:xfrm>
                <a:off x="2681948" y="3853334"/>
                <a:ext cx="9390446" cy="603434"/>
              </a:xfrm>
              <a:prstGeom prst="roundRect">
                <a:avLst>
                  <a:gd name="adj" fmla="val 11072"/>
                </a:avLst>
              </a:prstGeom>
              <a:blipFill>
                <a:blip r:embed="rId6"/>
                <a:stretch>
                  <a:fillRect l="-259" t="-7921" b="-16832"/>
                </a:stretch>
              </a:blipFill>
              <a:ln>
                <a:solidFill>
                  <a:srgbClr val="00682F"/>
                </a:solidFill>
              </a:ln>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F7FD533D-78F3-91BD-8B57-4600632341D1}"/>
              </a:ext>
            </a:extLst>
          </p:cNvPr>
          <p:cNvCxnSpPr>
            <a:cxnSpLocks/>
          </p:cNvCxnSpPr>
          <p:nvPr/>
        </p:nvCxnSpPr>
        <p:spPr>
          <a:xfrm flipH="1">
            <a:off x="630883" y="4546209"/>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674AD2AE-3FCC-7805-3CAC-14C252340292}"/>
              </a:ext>
            </a:extLst>
          </p:cNvPr>
          <p:cNvSpPr/>
          <p:nvPr/>
        </p:nvSpPr>
        <p:spPr>
          <a:xfrm>
            <a:off x="2681948" y="4629656"/>
            <a:ext cx="9390446" cy="918940"/>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rPr>
              <a:t>While the phase can be statically defined by geometry, it can also be dynamically tuned through changes in the effective refractive index for example via thermo-optic effects, enabling reconfigurable operation.</a:t>
            </a:r>
            <a:endParaRPr lang="es-CO" kern="100">
              <a:solidFill>
                <a:schemeClr val="tx1"/>
              </a:solidFill>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87966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DBB0F-6770-5EE9-FB12-F33FF2BFF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990B6-BD8F-1A4D-B638-167FC00135CA}"/>
              </a:ext>
            </a:extLst>
          </p:cNvPr>
          <p:cNvSpPr>
            <a:spLocks noGrp="1"/>
          </p:cNvSpPr>
          <p:nvPr>
            <p:ph type="title"/>
          </p:nvPr>
        </p:nvSpPr>
        <p:spPr>
          <a:xfrm>
            <a:off x="526712" y="524257"/>
            <a:ext cx="11186867" cy="599007"/>
          </a:xfrm>
        </p:spPr>
        <p:txBody>
          <a:bodyPr/>
          <a:lstStyle/>
          <a:p>
            <a:r>
              <a:rPr lang="en-US"/>
              <a:t>WDM Building blocks</a:t>
            </a:r>
          </a:p>
        </p:txBody>
      </p:sp>
      <p:sp>
        <p:nvSpPr>
          <p:cNvPr id="3" name="Footer Placeholder 2">
            <a:extLst>
              <a:ext uri="{FF2B5EF4-FFF2-40B4-BE49-F238E27FC236}">
                <a16:creationId xmlns:a16="http://schemas.microsoft.com/office/drawing/2014/main" id="{FA80152D-D6FA-BB42-54E3-0B06998FB56D}"/>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F4BB1873-C457-3438-6B91-E1F2996EC896}"/>
              </a:ext>
            </a:extLst>
          </p:cNvPr>
          <p:cNvSpPr>
            <a:spLocks noGrp="1"/>
          </p:cNvSpPr>
          <p:nvPr>
            <p:ph type="sldNum" sz="quarter" idx="12"/>
          </p:nvPr>
        </p:nvSpPr>
        <p:spPr/>
        <p:txBody>
          <a:bodyPr/>
          <a:lstStyle/>
          <a:p>
            <a:fld id="{D637F8FC-4B86-4690-8888-22AB2F781BEF}" type="slidenum">
              <a:rPr lang="en-US" smtClean="0"/>
              <a:pPr/>
              <a:t>9</a:t>
            </a:fld>
            <a:endParaRPr lang="en-US"/>
          </a:p>
        </p:txBody>
      </p:sp>
      <p:sp>
        <p:nvSpPr>
          <p:cNvPr id="7" name="Date Placeholder 6">
            <a:extLst>
              <a:ext uri="{FF2B5EF4-FFF2-40B4-BE49-F238E27FC236}">
                <a16:creationId xmlns:a16="http://schemas.microsoft.com/office/drawing/2014/main" id="{F29FE58D-7D69-9938-C03E-2DBE575EDBD5}"/>
              </a:ext>
            </a:extLst>
          </p:cNvPr>
          <p:cNvSpPr>
            <a:spLocks noGrp="1"/>
          </p:cNvSpPr>
          <p:nvPr>
            <p:ph type="dt" sz="half" idx="2"/>
          </p:nvPr>
        </p:nvSpPr>
        <p:spPr/>
        <p:txBody>
          <a:bodyPr/>
          <a:lstStyle/>
          <a:p>
            <a:fld id="{39E18374-368A-4A3E-9C13-EFB00A3C21AB}" type="datetime1">
              <a:rPr lang="es-ES" smtClean="0"/>
              <a:t>06/05/2026</a:t>
            </a:fld>
            <a:endParaRPr lang="es-ES"/>
          </a:p>
        </p:txBody>
      </p:sp>
      <mc:AlternateContent xmlns:mc="http://schemas.openxmlformats.org/markup-compatibility/2006">
        <mc:Choice xmlns:a14="http://schemas.microsoft.com/office/drawing/2010/main" Requires="a14">
          <p:sp>
            <p:nvSpPr>
              <p:cNvPr id="105" name="TextBox 104">
                <a:extLst>
                  <a:ext uri="{FF2B5EF4-FFF2-40B4-BE49-F238E27FC236}">
                    <a16:creationId xmlns:a16="http://schemas.microsoft.com/office/drawing/2014/main" id="{20A1C163-7E43-0140-3BE4-A1D89FB45364}"/>
                  </a:ext>
                </a:extLst>
              </p:cNvPr>
              <p:cNvSpPr txBox="1"/>
              <p:nvPr/>
            </p:nvSpPr>
            <p:spPr>
              <a:xfrm>
                <a:off x="1143506" y="3869136"/>
                <a:ext cx="9953278" cy="757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r>
                              <a:rPr lang="en-US" i="1">
                                <a:latin typeface="Cambria Math" panose="02040503050406030204" pitchFamily="18" charset="0"/>
                              </a:rPr>
                              <m:t>𝐻</m:t>
                            </m:r>
                            <m:r>
                              <a:rPr lang="en-US" i="0">
                                <a:latin typeface="Cambria Math" panose="02040503050406030204" pitchFamily="18" charset="0"/>
                              </a:rPr>
                              <m:t>=</m:t>
                            </m:r>
                            <m:r>
                              <a:rPr lang="en-US" i="1">
                                <a:latin typeface="Cambria Math" panose="02040503050406030204" pitchFamily="18" charset="0"/>
                              </a:rPr>
                              <m:t>𝑈</m:t>
                            </m:r>
                            <m:r>
                              <a:rPr lang="en-US" i="0">
                                <a:latin typeface="Cambria Math" panose="02040503050406030204" pitchFamily="18" charset="0"/>
                              </a:rPr>
                              <m:t>⋅</m:t>
                            </m:r>
                            <m:r>
                              <a:rPr lang="en-US" i="1">
                                <a:latin typeface="Cambria Math" panose="02040503050406030204" pitchFamily="18" charset="0"/>
                              </a:rPr>
                              <m:t>𝑃h𝑎𝑠𝑒</m:t>
                            </m:r>
                            <m:r>
                              <a:rPr lang="en-US" i="0">
                                <a:latin typeface="Cambria Math" panose="02040503050406030204" pitchFamily="18" charset="0"/>
                              </a:rPr>
                              <m:t>⋅</m:t>
                            </m:r>
                            <m:r>
                              <a:rPr lang="en-US" i="1">
                                <a:latin typeface="Cambria Math" panose="02040503050406030204" pitchFamily="18" charset="0"/>
                              </a:rPr>
                              <m:t>𝐷𝑒𝑙𝑎𝑦</m:t>
                            </m:r>
                            <m:r>
                              <a:rPr lang="en-US" i="0">
                                <a:latin typeface="Cambria Math" panose="02040503050406030204" pitchFamily="18" charset="0"/>
                              </a:rPr>
                              <m:t>⋅</m:t>
                            </m:r>
                            <m:r>
                              <a:rPr lang="en-US" i="1">
                                <a:latin typeface="Cambria Math" panose="02040503050406030204" pitchFamily="18" charset="0"/>
                              </a:rPr>
                              <m:t>𝑈</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den>
                            </m:f>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en-US" i="0">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𝜙</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0">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𝛽</m:t>
                                          </m:r>
                                          <m:r>
                                            <a:rPr lang="en-US" i="1">
                                              <a:latin typeface="Cambria Math" panose="02040503050406030204" pitchFamily="18" charset="0"/>
                                            </a:rPr>
                                            <m:t>𝐿</m:t>
                                          </m:r>
                                        </m:sup>
                                      </m:sSup>
                                    </m:e>
                                    <m:e>
                                      <m:r>
                                        <a:rPr lang="en-US" i="1">
                                          <a:latin typeface="Cambria Math" panose="02040503050406030204" pitchFamily="18" charset="0"/>
                                        </a:rPr>
                                        <m:t>𝑗</m:t>
                                      </m:r>
                                      <m:d>
                                        <m:dPr>
                                          <m:ctrlPr>
                                            <a:rPr lang="en-US" i="1">
                                              <a:latin typeface="Cambria Math" panose="02040503050406030204" pitchFamily="18" charset="0"/>
                                            </a:rPr>
                                          </m:ctrlPr>
                                        </m:dPr>
                                        <m:e>
                                          <m:r>
                                            <a:rPr lang="en-US" i="0">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𝜙</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0">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𝛽</m:t>
                                              </m:r>
                                              <m:r>
                                                <a:rPr lang="en-US" i="1">
                                                  <a:latin typeface="Cambria Math" panose="02040503050406030204" pitchFamily="18" charset="0"/>
                                                </a:rPr>
                                                <m:t>𝐿</m:t>
                                              </m:r>
                                            </m:sup>
                                          </m:sSup>
                                        </m:e>
                                      </m:d>
                                    </m:e>
                                  </m:mr>
                                  <m:mr>
                                    <m:e>
                                      <m:r>
                                        <a:rPr lang="en-US" i="1">
                                          <a:latin typeface="Cambria Math" panose="02040503050406030204" pitchFamily="18" charset="0"/>
                                        </a:rPr>
                                        <m:t>𝑗</m:t>
                                      </m:r>
                                      <m:d>
                                        <m:dPr>
                                          <m:ctrlPr>
                                            <a:rPr lang="en-US" i="1">
                                              <a:latin typeface="Cambria Math" panose="02040503050406030204" pitchFamily="18" charset="0"/>
                                            </a:rPr>
                                          </m:ctrlPr>
                                        </m:dPr>
                                        <m:e>
                                          <m:r>
                                            <a:rPr lang="en-US" i="0">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𝜙</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0">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𝛽</m:t>
                                              </m:r>
                                              <m:r>
                                                <a:rPr lang="en-US" i="1">
                                                  <a:latin typeface="Cambria Math" panose="02040503050406030204" pitchFamily="18" charset="0"/>
                                                </a:rPr>
                                                <m:t>𝐿</m:t>
                                              </m:r>
                                            </m:sup>
                                          </m:sSup>
                                        </m:e>
                                      </m:d>
                                    </m:e>
                                    <m:e>
                                      <m:r>
                                        <a:rPr lang="en-US" i="0">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𝜙</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0">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𝛽</m:t>
                                          </m:r>
                                          <m:r>
                                            <a:rPr lang="en-US" i="1">
                                              <a:latin typeface="Cambria Math" panose="02040503050406030204" pitchFamily="18" charset="0"/>
                                            </a:rPr>
                                            <m:t>𝐿</m:t>
                                          </m:r>
                                        </m:sup>
                                      </m:sSup>
                                    </m:e>
                                  </m:mr>
                                </m:m>
                              </m:e>
                            </m:d>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den>
                            </m:f>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𝑃𝐷</m:t>
                                      </m:r>
                                      <m:r>
                                        <a:rPr lang="en-US" i="0">
                                          <a:latin typeface="Cambria Math" panose="02040503050406030204" pitchFamily="18" charset="0"/>
                                        </a:rPr>
                                        <m:t>−1</m:t>
                                      </m:r>
                                    </m:e>
                                    <m:e>
                                      <m:r>
                                        <a:rPr lang="en-US" i="1">
                                          <a:latin typeface="Cambria Math" panose="02040503050406030204" pitchFamily="18" charset="0"/>
                                        </a:rPr>
                                        <m:t>𝑗</m:t>
                                      </m:r>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𝑃𝐷</m:t>
                                          </m:r>
                                        </m:e>
                                      </m:d>
                                    </m:e>
                                  </m:mr>
                                  <m:mr>
                                    <m:e>
                                      <m:r>
                                        <a:rPr lang="en-US" i="1">
                                          <a:latin typeface="Cambria Math" panose="02040503050406030204" pitchFamily="18" charset="0"/>
                                        </a:rPr>
                                        <m:t>𝑗</m:t>
                                      </m:r>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𝑃𝐷</m:t>
                                          </m:r>
                                        </m:e>
                                      </m:d>
                                    </m:e>
                                    <m:e>
                                      <m:r>
                                        <a:rPr lang="en-US" i="0">
                                          <a:latin typeface="Cambria Math" panose="02040503050406030204" pitchFamily="18" charset="0"/>
                                        </a:rPr>
                                        <m:t>1−</m:t>
                                      </m:r>
                                      <m:r>
                                        <a:rPr lang="en-US" i="1">
                                          <a:latin typeface="Cambria Math" panose="02040503050406030204" pitchFamily="18" charset="0"/>
                                        </a:rPr>
                                        <m:t>𝑃𝐷</m:t>
                                      </m:r>
                                    </m:e>
                                  </m:mr>
                                </m:m>
                              </m:e>
                            </m:d>
                          </m:e>
                        </m:mr>
                      </m:m>
                    </m:oMath>
                  </m:oMathPara>
                </a14:m>
                <a:endParaRPr lang="en-US" dirty="0"/>
              </a:p>
            </p:txBody>
          </p:sp>
        </mc:Choice>
        <mc:Fallback>
          <p:sp>
            <p:nvSpPr>
              <p:cNvPr id="105" name="TextBox 104">
                <a:extLst>
                  <a:ext uri="{FF2B5EF4-FFF2-40B4-BE49-F238E27FC236}">
                    <a16:creationId xmlns:a16="http://schemas.microsoft.com/office/drawing/2014/main" id="{20A1C163-7E43-0140-3BE4-A1D89FB45364}"/>
                  </a:ext>
                </a:extLst>
              </p:cNvPr>
              <p:cNvSpPr txBox="1">
                <a:spLocks noRot="1" noChangeAspect="1" noMove="1" noResize="1" noEditPoints="1" noAdjustHandles="1" noChangeArrowheads="1" noChangeShapeType="1" noTextEdit="1"/>
              </p:cNvSpPr>
              <p:nvPr/>
            </p:nvSpPr>
            <p:spPr>
              <a:xfrm>
                <a:off x="1143506" y="3869136"/>
                <a:ext cx="9953278" cy="757451"/>
              </a:xfrm>
              <a:prstGeom prst="rect">
                <a:avLst/>
              </a:prstGeom>
              <a:blipFill>
                <a:blip r:embed="rId3"/>
                <a:stretch>
                  <a:fillRect/>
                </a:stretch>
              </a:blipFill>
            </p:spPr>
            <p:txBody>
              <a:bodyPr/>
              <a:lstStyle/>
              <a:p>
                <a:r>
                  <a:rPr lang="en-US">
                    <a:noFill/>
                  </a:rPr>
                  <a:t> </a:t>
                </a:r>
              </a:p>
            </p:txBody>
          </p:sp>
        </mc:Fallback>
      </mc:AlternateContent>
      <p:grpSp>
        <p:nvGrpSpPr>
          <p:cNvPr id="6" name="Group 8">
            <a:extLst>
              <a:ext uri="{FF2B5EF4-FFF2-40B4-BE49-F238E27FC236}">
                <a16:creationId xmlns:a16="http://schemas.microsoft.com/office/drawing/2014/main" id="{D25EBE40-1139-4385-F1E2-2814EE956BCD}"/>
              </a:ext>
            </a:extLst>
          </p:cNvPr>
          <p:cNvGrpSpPr/>
          <p:nvPr/>
        </p:nvGrpSpPr>
        <p:grpSpPr>
          <a:xfrm>
            <a:off x="7813791" y="1730958"/>
            <a:ext cx="1343676" cy="631598"/>
            <a:chOff x="2222345" y="4139233"/>
            <a:chExt cx="1343676" cy="631598"/>
          </a:xfrm>
        </p:grpSpPr>
        <p:sp>
          <p:nvSpPr>
            <p:cNvPr id="8" name="Rectangle: Rounded Corners 9">
              <a:extLst>
                <a:ext uri="{FF2B5EF4-FFF2-40B4-BE49-F238E27FC236}">
                  <a16:creationId xmlns:a16="http://schemas.microsoft.com/office/drawing/2014/main" id="{6CDC0E62-6D30-B3EA-2467-DF20D377623F}"/>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CO" sz="1800" b="0" i="0" u="none" strike="noStrike" kern="0" cap="none" spc="0" normalizeH="0" baseline="0" noProof="0" dirty="0">
                <a:ln>
                  <a:noFill/>
                </a:ln>
                <a:solidFill>
                  <a:sysClr val="windowText" lastClr="000000"/>
                </a:solidFill>
                <a:effectLst/>
                <a:uLnTx/>
                <a:uFillTx/>
                <a:latin typeface="Aptos" panose="02110004020202020204"/>
                <a:ea typeface="+mn-ea"/>
                <a:cs typeface="+mn-cs"/>
              </a:endParaRPr>
            </a:p>
          </p:txBody>
        </p:sp>
        <p:grpSp>
          <p:nvGrpSpPr>
            <p:cNvPr id="9" name="Group 10">
              <a:extLst>
                <a:ext uri="{FF2B5EF4-FFF2-40B4-BE49-F238E27FC236}">
                  <a16:creationId xmlns:a16="http://schemas.microsoft.com/office/drawing/2014/main" id="{8E1C4E95-F8A4-9BD2-ECC5-3FDF7D6243F3}"/>
                </a:ext>
              </a:extLst>
            </p:cNvPr>
            <p:cNvGrpSpPr/>
            <p:nvPr/>
          </p:nvGrpSpPr>
          <p:grpSpPr>
            <a:xfrm>
              <a:off x="2222345" y="4247006"/>
              <a:ext cx="1343676" cy="416052"/>
              <a:chOff x="2023872" y="2779776"/>
              <a:chExt cx="1343676" cy="416052"/>
            </a:xfrm>
          </p:grpSpPr>
          <p:grpSp>
            <p:nvGrpSpPr>
              <p:cNvPr id="12" name="Group 12">
                <a:extLst>
                  <a:ext uri="{FF2B5EF4-FFF2-40B4-BE49-F238E27FC236}">
                    <a16:creationId xmlns:a16="http://schemas.microsoft.com/office/drawing/2014/main" id="{E7FA834A-4AAD-A4BF-C619-C5570C31818C}"/>
                  </a:ext>
                </a:extLst>
              </p:cNvPr>
              <p:cNvGrpSpPr/>
              <p:nvPr/>
            </p:nvGrpSpPr>
            <p:grpSpPr>
              <a:xfrm>
                <a:off x="2023872" y="2779776"/>
                <a:ext cx="1343676" cy="67056"/>
                <a:chOff x="2023872" y="2779776"/>
                <a:chExt cx="1343676" cy="67056"/>
              </a:xfrm>
            </p:grpSpPr>
            <p:sp>
              <p:nvSpPr>
                <p:cNvPr id="23" name="Rectangle 16">
                  <a:extLst>
                    <a:ext uri="{FF2B5EF4-FFF2-40B4-BE49-F238E27FC236}">
                      <a16:creationId xmlns:a16="http://schemas.microsoft.com/office/drawing/2014/main" id="{1215F690-469B-A2E4-926E-29869A958119}"/>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CO"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17">
                  <a:extLst>
                    <a:ext uri="{FF2B5EF4-FFF2-40B4-BE49-F238E27FC236}">
                      <a16:creationId xmlns:a16="http://schemas.microsoft.com/office/drawing/2014/main" id="{2DFF871E-9632-9B79-A518-317EEABCBBFD}"/>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CO"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grpSp>
          <p:grpSp>
            <p:nvGrpSpPr>
              <p:cNvPr id="20" name="Group 13">
                <a:extLst>
                  <a:ext uri="{FF2B5EF4-FFF2-40B4-BE49-F238E27FC236}">
                    <a16:creationId xmlns:a16="http://schemas.microsoft.com/office/drawing/2014/main" id="{C7CFBD06-C8C9-476C-1F7B-0E36F9558B7F}"/>
                  </a:ext>
                </a:extLst>
              </p:cNvPr>
              <p:cNvGrpSpPr/>
              <p:nvPr/>
            </p:nvGrpSpPr>
            <p:grpSpPr>
              <a:xfrm>
                <a:off x="2023872" y="3128772"/>
                <a:ext cx="1343676" cy="67056"/>
                <a:chOff x="2023872" y="3128772"/>
                <a:chExt cx="1343676" cy="67056"/>
              </a:xfrm>
            </p:grpSpPr>
            <p:sp>
              <p:nvSpPr>
                <p:cNvPr id="21" name="Rectangle 14">
                  <a:extLst>
                    <a:ext uri="{FF2B5EF4-FFF2-40B4-BE49-F238E27FC236}">
                      <a16:creationId xmlns:a16="http://schemas.microsoft.com/office/drawing/2014/main" id="{7F6192A0-EB28-FD8D-0F23-43C571CE8457}"/>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CO"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22" name="Rectangle 15">
                  <a:extLst>
                    <a:ext uri="{FF2B5EF4-FFF2-40B4-BE49-F238E27FC236}">
                      <a16:creationId xmlns:a16="http://schemas.microsoft.com/office/drawing/2014/main" id="{982945A1-5307-E0F8-0D4E-26C83977A2BB}"/>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CO"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grpSp>
        </p:grpSp>
        <p:sp>
          <p:nvSpPr>
            <p:cNvPr id="11" name="TextBox 11">
              <a:extLst>
                <a:ext uri="{FF2B5EF4-FFF2-40B4-BE49-F238E27FC236}">
                  <a16:creationId xmlns:a16="http://schemas.microsoft.com/office/drawing/2014/main" id="{94B9217C-0CAF-9CD5-D9B3-F6BFE756FE87}"/>
                </a:ext>
              </a:extLst>
            </p:cNvPr>
            <p:cNvSpPr txBox="1"/>
            <p:nvPr/>
          </p:nvSpPr>
          <p:spPr>
            <a:xfrm>
              <a:off x="2379956" y="4270366"/>
              <a:ext cx="10284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O" sz="1800" b="0" i="0" u="none" strike="noStrike" kern="0" cap="none" spc="0" normalizeH="0" baseline="0" noProof="0" dirty="0">
                  <a:ln>
                    <a:noFill/>
                  </a:ln>
                  <a:solidFill>
                    <a:prstClr val="black"/>
                  </a:solidFill>
                  <a:effectLst/>
                  <a:uLnTx/>
                  <a:uFillTx/>
                  <a:latin typeface="Aptos" panose="02110004020202020204"/>
                </a:rPr>
                <a:t>MZI</a:t>
              </a:r>
            </a:p>
          </p:txBody>
        </p:sp>
      </p:grpSp>
      <p:grpSp>
        <p:nvGrpSpPr>
          <p:cNvPr id="25" name="Grupo 67">
            <a:extLst>
              <a:ext uri="{FF2B5EF4-FFF2-40B4-BE49-F238E27FC236}">
                <a16:creationId xmlns:a16="http://schemas.microsoft.com/office/drawing/2014/main" id="{8A291428-60C7-AA7E-46BB-72B396A0D8BE}"/>
              </a:ext>
            </a:extLst>
          </p:cNvPr>
          <p:cNvGrpSpPr/>
          <p:nvPr/>
        </p:nvGrpSpPr>
        <p:grpSpPr>
          <a:xfrm>
            <a:off x="2633722" y="1348674"/>
            <a:ext cx="3165908" cy="1046786"/>
            <a:chOff x="5017731" y="4185403"/>
            <a:chExt cx="3165908" cy="1046786"/>
          </a:xfrm>
        </p:grpSpPr>
        <p:cxnSp>
          <p:nvCxnSpPr>
            <p:cNvPr id="26" name="Conector recto 18">
              <a:extLst>
                <a:ext uri="{FF2B5EF4-FFF2-40B4-BE49-F238E27FC236}">
                  <a16:creationId xmlns:a16="http://schemas.microsoft.com/office/drawing/2014/main" id="{7BA66AEF-8156-7097-8E23-6B50D11D64CF}"/>
                </a:ext>
              </a:extLst>
            </p:cNvPr>
            <p:cNvCxnSpPr>
              <a:cxnSpLocks/>
              <a:stCxn id="48" idx="3"/>
              <a:endCxn id="43" idx="1"/>
            </p:cNvCxnSpPr>
            <p:nvPr/>
          </p:nvCxnSpPr>
          <p:spPr>
            <a:xfrm flipV="1">
              <a:off x="5901528" y="5018953"/>
              <a:ext cx="1407839" cy="1768"/>
            </a:xfrm>
            <a:prstGeom prst="line">
              <a:avLst/>
            </a:prstGeom>
            <a:ln w="19050">
              <a:solidFill>
                <a:srgbClr val="042433"/>
              </a:solidFill>
            </a:ln>
          </p:spPr>
          <p:style>
            <a:lnRef idx="1">
              <a:schemeClr val="accent1"/>
            </a:lnRef>
            <a:fillRef idx="0">
              <a:schemeClr val="accent1"/>
            </a:fillRef>
            <a:effectRef idx="0">
              <a:schemeClr val="accent1"/>
            </a:effectRef>
            <a:fontRef idx="minor">
              <a:schemeClr val="tx1"/>
            </a:fontRef>
          </p:style>
        </p:cxnSp>
        <p:grpSp>
          <p:nvGrpSpPr>
            <p:cNvPr id="27" name="Grupo 25">
              <a:extLst>
                <a:ext uri="{FF2B5EF4-FFF2-40B4-BE49-F238E27FC236}">
                  <a16:creationId xmlns:a16="http://schemas.microsoft.com/office/drawing/2014/main" id="{31FF39B1-D90F-1D71-CCEA-08B27172772C}"/>
                </a:ext>
              </a:extLst>
            </p:cNvPr>
            <p:cNvGrpSpPr/>
            <p:nvPr/>
          </p:nvGrpSpPr>
          <p:grpSpPr>
            <a:xfrm>
              <a:off x="5171913" y="4600591"/>
              <a:ext cx="729615" cy="631598"/>
              <a:chOff x="5135880" y="4601256"/>
              <a:chExt cx="729615" cy="631598"/>
            </a:xfrm>
          </p:grpSpPr>
          <p:sp>
            <p:nvSpPr>
              <p:cNvPr id="44" name="Rectángulo: esquinas redondeadas 15">
                <a:extLst>
                  <a:ext uri="{FF2B5EF4-FFF2-40B4-BE49-F238E27FC236}">
                    <a16:creationId xmlns:a16="http://schemas.microsoft.com/office/drawing/2014/main" id="{CA93131A-8F3B-DECA-E70D-310D70A1B5C1}"/>
                  </a:ext>
                </a:extLst>
              </p:cNvPr>
              <p:cNvSpPr/>
              <p:nvPr/>
            </p:nvSpPr>
            <p:spPr>
              <a:xfrm>
                <a:off x="5257800" y="4601256"/>
                <a:ext cx="476250"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grpSp>
            <p:nvGrpSpPr>
              <p:cNvPr id="45" name="Grupo 21">
                <a:extLst>
                  <a:ext uri="{FF2B5EF4-FFF2-40B4-BE49-F238E27FC236}">
                    <a16:creationId xmlns:a16="http://schemas.microsoft.com/office/drawing/2014/main" id="{B867EBEA-9E67-2F8E-737F-40F100319016}"/>
                  </a:ext>
                </a:extLst>
              </p:cNvPr>
              <p:cNvGrpSpPr/>
              <p:nvPr/>
            </p:nvGrpSpPr>
            <p:grpSpPr>
              <a:xfrm>
                <a:off x="5135880" y="4739326"/>
                <a:ext cx="121920" cy="313820"/>
                <a:chOff x="5135880" y="4739326"/>
                <a:chExt cx="121920" cy="313820"/>
              </a:xfrm>
            </p:grpSpPr>
            <p:sp>
              <p:nvSpPr>
                <p:cNvPr id="49" name="Rectangle 16">
                  <a:extLst>
                    <a:ext uri="{FF2B5EF4-FFF2-40B4-BE49-F238E27FC236}">
                      <a16:creationId xmlns:a16="http://schemas.microsoft.com/office/drawing/2014/main" id="{D8B58E80-7012-DE7D-EDC4-4E35D48B249F}"/>
                    </a:ext>
                  </a:extLst>
                </p:cNvPr>
                <p:cNvSpPr/>
                <p:nvPr/>
              </p:nvSpPr>
              <p:spPr>
                <a:xfrm>
                  <a:off x="5135880" y="4739326"/>
                  <a:ext cx="121920" cy="67056"/>
                </a:xfrm>
                <a:prstGeom prst="rect">
                  <a:avLst/>
                </a:prstGeom>
                <a:solidFill>
                  <a:srgbClr val="156082"/>
                </a:solidFill>
                <a:ln w="19050" cap="flat" cmpd="sng" algn="ctr">
                  <a:solidFill>
                    <a:srgbClr val="042433"/>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sp>
              <p:nvSpPr>
                <p:cNvPr id="50" name="Rectangle 16">
                  <a:extLst>
                    <a:ext uri="{FF2B5EF4-FFF2-40B4-BE49-F238E27FC236}">
                      <a16:creationId xmlns:a16="http://schemas.microsoft.com/office/drawing/2014/main" id="{3AC8FDC4-3D18-06D3-CB24-AC7483CF1883}"/>
                    </a:ext>
                  </a:extLst>
                </p:cNvPr>
                <p:cNvSpPr/>
                <p:nvPr/>
              </p:nvSpPr>
              <p:spPr>
                <a:xfrm>
                  <a:off x="5135880" y="4986090"/>
                  <a:ext cx="121920" cy="67056"/>
                </a:xfrm>
                <a:prstGeom prst="rect">
                  <a:avLst/>
                </a:prstGeom>
                <a:solidFill>
                  <a:srgbClr val="156082"/>
                </a:solidFill>
                <a:ln w="19050" cap="flat" cmpd="sng" algn="ctr">
                  <a:solidFill>
                    <a:srgbClr val="042433"/>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grpSp>
          <p:grpSp>
            <p:nvGrpSpPr>
              <p:cNvPr id="46" name="Grupo 22">
                <a:extLst>
                  <a:ext uri="{FF2B5EF4-FFF2-40B4-BE49-F238E27FC236}">
                    <a16:creationId xmlns:a16="http://schemas.microsoft.com/office/drawing/2014/main" id="{7AB78490-C986-22E5-93FD-337272A646CE}"/>
                  </a:ext>
                </a:extLst>
              </p:cNvPr>
              <p:cNvGrpSpPr/>
              <p:nvPr/>
            </p:nvGrpSpPr>
            <p:grpSpPr>
              <a:xfrm>
                <a:off x="5743575" y="4741094"/>
                <a:ext cx="121920" cy="313820"/>
                <a:chOff x="5135880" y="4739326"/>
                <a:chExt cx="121920" cy="313820"/>
              </a:xfrm>
            </p:grpSpPr>
            <p:sp>
              <p:nvSpPr>
                <p:cNvPr id="47" name="Rectangle 16">
                  <a:extLst>
                    <a:ext uri="{FF2B5EF4-FFF2-40B4-BE49-F238E27FC236}">
                      <a16:creationId xmlns:a16="http://schemas.microsoft.com/office/drawing/2014/main" id="{9BCFF158-9654-AAE4-D355-C3B38656CF3C}"/>
                    </a:ext>
                  </a:extLst>
                </p:cNvPr>
                <p:cNvSpPr/>
                <p:nvPr/>
              </p:nvSpPr>
              <p:spPr>
                <a:xfrm>
                  <a:off x="5135880" y="4739326"/>
                  <a:ext cx="121920" cy="67056"/>
                </a:xfrm>
                <a:prstGeom prst="rect">
                  <a:avLst/>
                </a:prstGeom>
                <a:solidFill>
                  <a:srgbClr val="156082"/>
                </a:solidFill>
                <a:ln w="19050" cap="flat" cmpd="sng" algn="ctr">
                  <a:solidFill>
                    <a:srgbClr val="042433"/>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sp>
              <p:nvSpPr>
                <p:cNvPr id="48" name="Rectangle 16">
                  <a:extLst>
                    <a:ext uri="{FF2B5EF4-FFF2-40B4-BE49-F238E27FC236}">
                      <a16:creationId xmlns:a16="http://schemas.microsoft.com/office/drawing/2014/main" id="{A2526825-9FF6-6E21-74E2-B663C864F6A1}"/>
                    </a:ext>
                  </a:extLst>
                </p:cNvPr>
                <p:cNvSpPr/>
                <p:nvPr/>
              </p:nvSpPr>
              <p:spPr>
                <a:xfrm>
                  <a:off x="5135880" y="4986090"/>
                  <a:ext cx="121920" cy="67056"/>
                </a:xfrm>
                <a:prstGeom prst="rect">
                  <a:avLst/>
                </a:prstGeom>
                <a:solidFill>
                  <a:srgbClr val="156082"/>
                </a:solidFill>
                <a:ln w="19050" cap="flat" cmpd="sng" algn="ctr">
                  <a:solidFill>
                    <a:srgbClr val="042433"/>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grpSp>
        </p:grpSp>
        <p:grpSp>
          <p:nvGrpSpPr>
            <p:cNvPr id="28" name="Grupo 26">
              <a:extLst>
                <a:ext uri="{FF2B5EF4-FFF2-40B4-BE49-F238E27FC236}">
                  <a16:creationId xmlns:a16="http://schemas.microsoft.com/office/drawing/2014/main" id="{B7861950-366D-BCDC-24BB-21929F97BE50}"/>
                </a:ext>
              </a:extLst>
            </p:cNvPr>
            <p:cNvGrpSpPr/>
            <p:nvPr/>
          </p:nvGrpSpPr>
          <p:grpSpPr>
            <a:xfrm>
              <a:off x="7309367" y="4600591"/>
              <a:ext cx="729615" cy="631598"/>
              <a:chOff x="5135880" y="4601256"/>
              <a:chExt cx="729615" cy="631598"/>
            </a:xfrm>
          </p:grpSpPr>
          <p:sp>
            <p:nvSpPr>
              <p:cNvPr id="37" name="Rectángulo: esquinas redondeadas 27">
                <a:extLst>
                  <a:ext uri="{FF2B5EF4-FFF2-40B4-BE49-F238E27FC236}">
                    <a16:creationId xmlns:a16="http://schemas.microsoft.com/office/drawing/2014/main" id="{3FDFB264-A652-BEE9-8BB4-7EDC0921F7A6}"/>
                  </a:ext>
                </a:extLst>
              </p:cNvPr>
              <p:cNvSpPr/>
              <p:nvPr/>
            </p:nvSpPr>
            <p:spPr>
              <a:xfrm>
                <a:off x="5257800" y="4601256"/>
                <a:ext cx="476250"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grpSp>
            <p:nvGrpSpPr>
              <p:cNvPr id="38" name="Grupo 28">
                <a:extLst>
                  <a:ext uri="{FF2B5EF4-FFF2-40B4-BE49-F238E27FC236}">
                    <a16:creationId xmlns:a16="http://schemas.microsoft.com/office/drawing/2014/main" id="{BD5AB8FC-8B95-856B-634F-FB8E54B16DBE}"/>
                  </a:ext>
                </a:extLst>
              </p:cNvPr>
              <p:cNvGrpSpPr/>
              <p:nvPr/>
            </p:nvGrpSpPr>
            <p:grpSpPr>
              <a:xfrm>
                <a:off x="5135880" y="4739326"/>
                <a:ext cx="121920" cy="313820"/>
                <a:chOff x="5135880" y="4739326"/>
                <a:chExt cx="121920" cy="313820"/>
              </a:xfrm>
            </p:grpSpPr>
            <p:sp>
              <p:nvSpPr>
                <p:cNvPr id="42" name="Rectangle 16">
                  <a:extLst>
                    <a:ext uri="{FF2B5EF4-FFF2-40B4-BE49-F238E27FC236}">
                      <a16:creationId xmlns:a16="http://schemas.microsoft.com/office/drawing/2014/main" id="{065042DF-F8B6-0FB5-C056-60A245E8AB5C}"/>
                    </a:ext>
                  </a:extLst>
                </p:cNvPr>
                <p:cNvSpPr/>
                <p:nvPr/>
              </p:nvSpPr>
              <p:spPr>
                <a:xfrm>
                  <a:off x="5135880" y="4739326"/>
                  <a:ext cx="121920" cy="67056"/>
                </a:xfrm>
                <a:prstGeom prst="rect">
                  <a:avLst/>
                </a:prstGeom>
                <a:solidFill>
                  <a:srgbClr val="156082"/>
                </a:solidFill>
                <a:ln w="19050" cap="flat" cmpd="sng" algn="ctr">
                  <a:solidFill>
                    <a:srgbClr val="042433"/>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sp>
              <p:nvSpPr>
                <p:cNvPr id="43" name="Rectangle 16">
                  <a:extLst>
                    <a:ext uri="{FF2B5EF4-FFF2-40B4-BE49-F238E27FC236}">
                      <a16:creationId xmlns:a16="http://schemas.microsoft.com/office/drawing/2014/main" id="{33671C5F-D5AA-C160-70AD-1E4873D93E66}"/>
                    </a:ext>
                  </a:extLst>
                </p:cNvPr>
                <p:cNvSpPr/>
                <p:nvPr/>
              </p:nvSpPr>
              <p:spPr>
                <a:xfrm>
                  <a:off x="5135880" y="4986090"/>
                  <a:ext cx="121920" cy="67056"/>
                </a:xfrm>
                <a:prstGeom prst="rect">
                  <a:avLst/>
                </a:prstGeom>
                <a:solidFill>
                  <a:srgbClr val="156082"/>
                </a:solidFill>
                <a:ln w="19050" cap="flat" cmpd="sng" algn="ctr">
                  <a:solidFill>
                    <a:srgbClr val="042433"/>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grpSp>
          <p:grpSp>
            <p:nvGrpSpPr>
              <p:cNvPr id="39" name="Grupo 29">
                <a:extLst>
                  <a:ext uri="{FF2B5EF4-FFF2-40B4-BE49-F238E27FC236}">
                    <a16:creationId xmlns:a16="http://schemas.microsoft.com/office/drawing/2014/main" id="{234935A1-5348-0303-731A-F344D9B50FEE}"/>
                  </a:ext>
                </a:extLst>
              </p:cNvPr>
              <p:cNvGrpSpPr/>
              <p:nvPr/>
            </p:nvGrpSpPr>
            <p:grpSpPr>
              <a:xfrm>
                <a:off x="5743575" y="4741094"/>
                <a:ext cx="121920" cy="313820"/>
                <a:chOff x="5135880" y="4739326"/>
                <a:chExt cx="121920" cy="313820"/>
              </a:xfrm>
            </p:grpSpPr>
            <p:sp>
              <p:nvSpPr>
                <p:cNvPr id="40" name="Rectangle 16">
                  <a:extLst>
                    <a:ext uri="{FF2B5EF4-FFF2-40B4-BE49-F238E27FC236}">
                      <a16:creationId xmlns:a16="http://schemas.microsoft.com/office/drawing/2014/main" id="{4475E5AA-F65F-3EC4-916C-9BD3BEC7024B}"/>
                    </a:ext>
                  </a:extLst>
                </p:cNvPr>
                <p:cNvSpPr/>
                <p:nvPr/>
              </p:nvSpPr>
              <p:spPr>
                <a:xfrm>
                  <a:off x="5135880" y="4739326"/>
                  <a:ext cx="121920" cy="67056"/>
                </a:xfrm>
                <a:prstGeom prst="rect">
                  <a:avLst/>
                </a:prstGeom>
                <a:solidFill>
                  <a:srgbClr val="156082"/>
                </a:solidFill>
                <a:ln w="19050" cap="flat" cmpd="sng" algn="ctr">
                  <a:solidFill>
                    <a:srgbClr val="042433"/>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sp>
              <p:nvSpPr>
                <p:cNvPr id="41" name="Rectangle 16">
                  <a:extLst>
                    <a:ext uri="{FF2B5EF4-FFF2-40B4-BE49-F238E27FC236}">
                      <a16:creationId xmlns:a16="http://schemas.microsoft.com/office/drawing/2014/main" id="{38337A80-B955-2F9F-FBE8-8F1971E1E380}"/>
                    </a:ext>
                  </a:extLst>
                </p:cNvPr>
                <p:cNvSpPr/>
                <p:nvPr/>
              </p:nvSpPr>
              <p:spPr>
                <a:xfrm>
                  <a:off x="5135880" y="4986090"/>
                  <a:ext cx="121920" cy="67056"/>
                </a:xfrm>
                <a:prstGeom prst="rect">
                  <a:avLst/>
                </a:prstGeom>
                <a:solidFill>
                  <a:srgbClr val="156082"/>
                </a:solidFill>
                <a:ln w="19050" cap="flat" cmpd="sng" algn="ctr">
                  <a:solidFill>
                    <a:srgbClr val="042433"/>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grpSp>
        </p:grpSp>
        <p:cxnSp>
          <p:nvCxnSpPr>
            <p:cNvPr id="29" name="Conector: angular 41">
              <a:extLst>
                <a:ext uri="{FF2B5EF4-FFF2-40B4-BE49-F238E27FC236}">
                  <a16:creationId xmlns:a16="http://schemas.microsoft.com/office/drawing/2014/main" id="{A4614769-3EDB-D3D2-599C-B866E901AD52}"/>
                </a:ext>
              </a:extLst>
            </p:cNvPr>
            <p:cNvCxnSpPr>
              <a:cxnSpLocks/>
              <a:stCxn id="47" idx="3"/>
            </p:cNvCxnSpPr>
            <p:nvPr/>
          </p:nvCxnSpPr>
          <p:spPr>
            <a:xfrm flipV="1">
              <a:off x="5901528" y="4504849"/>
              <a:ext cx="382431" cy="269108"/>
            </a:xfrm>
            <a:prstGeom prst="bentConnector3">
              <a:avLst>
                <a:gd name="adj1" fmla="val 50000"/>
              </a:avLst>
            </a:prstGeom>
            <a:ln w="19050">
              <a:solidFill>
                <a:srgbClr val="042433"/>
              </a:solidFill>
            </a:ln>
          </p:spPr>
          <p:style>
            <a:lnRef idx="1">
              <a:schemeClr val="accent1"/>
            </a:lnRef>
            <a:fillRef idx="0">
              <a:schemeClr val="accent1"/>
            </a:fillRef>
            <a:effectRef idx="0">
              <a:schemeClr val="accent1"/>
            </a:effectRef>
            <a:fontRef idx="minor">
              <a:schemeClr val="tx1"/>
            </a:fontRef>
          </p:style>
        </p:cxnSp>
        <p:cxnSp>
          <p:nvCxnSpPr>
            <p:cNvPr id="30" name="Conector: angular 46">
              <a:extLst>
                <a:ext uri="{FF2B5EF4-FFF2-40B4-BE49-F238E27FC236}">
                  <a16:creationId xmlns:a16="http://schemas.microsoft.com/office/drawing/2014/main" id="{92C7CADB-FBFD-2393-6447-52FC4E66D13E}"/>
                </a:ext>
              </a:extLst>
            </p:cNvPr>
            <p:cNvCxnSpPr>
              <a:cxnSpLocks/>
              <a:stCxn id="31" idx="1"/>
            </p:cNvCxnSpPr>
            <p:nvPr/>
          </p:nvCxnSpPr>
          <p:spPr>
            <a:xfrm rot="10800000">
              <a:off x="6249323" y="4505517"/>
              <a:ext cx="583795" cy="269105"/>
            </a:xfrm>
            <a:prstGeom prst="bentConnector3">
              <a:avLst>
                <a:gd name="adj1" fmla="val 50000"/>
              </a:avLst>
            </a:prstGeom>
            <a:ln w="19050">
              <a:solidFill>
                <a:srgbClr val="042433"/>
              </a:solidFill>
            </a:ln>
          </p:spPr>
          <p:style>
            <a:lnRef idx="1">
              <a:schemeClr val="accent1"/>
            </a:lnRef>
            <a:fillRef idx="0">
              <a:schemeClr val="accent1"/>
            </a:fillRef>
            <a:effectRef idx="0">
              <a:schemeClr val="accent1"/>
            </a:effectRef>
            <a:fontRef idx="minor">
              <a:schemeClr val="tx1"/>
            </a:fontRef>
          </p:style>
        </p:cxnSp>
        <p:sp>
          <p:nvSpPr>
            <p:cNvPr id="31" name="Rectángulo: esquinas redondeadas 51">
              <a:extLst>
                <a:ext uri="{FF2B5EF4-FFF2-40B4-BE49-F238E27FC236}">
                  <a16:creationId xmlns:a16="http://schemas.microsoft.com/office/drawing/2014/main" id="{D9CBA7F2-B362-BEA2-9B65-A15CB75F1489}"/>
                </a:ext>
              </a:extLst>
            </p:cNvPr>
            <p:cNvSpPr/>
            <p:nvPr/>
          </p:nvSpPr>
          <p:spPr>
            <a:xfrm>
              <a:off x="6833117" y="4638529"/>
              <a:ext cx="349732" cy="272183"/>
            </a:xfrm>
            <a:prstGeom prst="roundRect">
              <a:avLst/>
            </a:prstGeom>
            <a:solidFill>
              <a:srgbClr val="F5C9EC"/>
            </a:solidFill>
            <a:ln w="19050" cap="flat" cmpd="sng" algn="ctr">
              <a:solidFill>
                <a:srgbClr val="C00000"/>
              </a:solidFill>
              <a:prstDash val="solid"/>
              <a:miter lim="800000"/>
            </a:ln>
            <a:effectLst/>
          </p:spPr>
          <p:txBody>
            <a:bodyPr rtlCol="0" anchor="ctr"/>
            <a:lstStyle/>
            <a:p>
              <a:pPr algn="ctr"/>
              <a:endParaRPr lang="es-CO" kern="0" noProof="0" dirty="0">
                <a:solidFill>
                  <a:sysClr val="windowText" lastClr="000000"/>
                </a:solidFill>
                <a:latin typeface="Aptos" panose="02110004020202020204"/>
              </a:endParaRPr>
            </a:p>
          </p:txBody>
        </p:sp>
        <p:cxnSp>
          <p:nvCxnSpPr>
            <p:cNvPr id="32" name="Conector recto 53">
              <a:extLst>
                <a:ext uri="{FF2B5EF4-FFF2-40B4-BE49-F238E27FC236}">
                  <a16:creationId xmlns:a16="http://schemas.microsoft.com/office/drawing/2014/main" id="{F491FAC8-8281-265B-9D9C-49A884CFEFF6}"/>
                </a:ext>
              </a:extLst>
            </p:cNvPr>
            <p:cNvCxnSpPr>
              <a:cxnSpLocks/>
              <a:stCxn id="31" idx="3"/>
              <a:endCxn id="42" idx="1"/>
            </p:cNvCxnSpPr>
            <p:nvPr/>
          </p:nvCxnSpPr>
          <p:spPr>
            <a:xfrm flipV="1">
              <a:off x="7182849" y="4772189"/>
              <a:ext cx="126518" cy="2432"/>
            </a:xfrm>
            <a:prstGeom prst="line">
              <a:avLst/>
            </a:prstGeom>
            <a:ln w="19050">
              <a:solidFill>
                <a:srgbClr val="042433"/>
              </a:solidFill>
            </a:ln>
          </p:spPr>
          <p:style>
            <a:lnRef idx="1">
              <a:schemeClr val="accent1"/>
            </a:lnRef>
            <a:fillRef idx="0">
              <a:schemeClr val="accent1"/>
            </a:fillRef>
            <a:effectRef idx="0">
              <a:schemeClr val="accent1"/>
            </a:effectRef>
            <a:fontRef idx="minor">
              <a:schemeClr val="tx1"/>
            </a:fontRef>
          </p:style>
        </p:cxnSp>
        <p:sp>
          <p:nvSpPr>
            <p:cNvPr id="33" name="TextBox 11">
              <a:extLst>
                <a:ext uri="{FF2B5EF4-FFF2-40B4-BE49-F238E27FC236}">
                  <a16:creationId xmlns:a16="http://schemas.microsoft.com/office/drawing/2014/main" id="{0CB69859-AF00-9AED-3195-0120A4384601}"/>
                </a:ext>
              </a:extLst>
            </p:cNvPr>
            <p:cNvSpPr txBox="1"/>
            <p:nvPr/>
          </p:nvSpPr>
          <p:spPr>
            <a:xfrm>
              <a:off x="5017731" y="4738661"/>
              <a:ext cx="10284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O" sz="1800" b="0" i="0" u="none" strike="noStrike" kern="0" cap="none" spc="0" normalizeH="0" baseline="0" noProof="0" dirty="0">
                  <a:ln>
                    <a:noFill/>
                  </a:ln>
                  <a:solidFill>
                    <a:prstClr val="black"/>
                  </a:solidFill>
                  <a:effectLst/>
                  <a:uLnTx/>
                  <a:uFillTx/>
                  <a:latin typeface="Aptos" panose="02110004020202020204"/>
                </a:rPr>
                <a:t>MMI</a:t>
              </a:r>
            </a:p>
          </p:txBody>
        </p:sp>
        <p:sp>
          <p:nvSpPr>
            <p:cNvPr id="34" name="TextBox 11">
              <a:extLst>
                <a:ext uri="{FF2B5EF4-FFF2-40B4-BE49-F238E27FC236}">
                  <a16:creationId xmlns:a16="http://schemas.microsoft.com/office/drawing/2014/main" id="{D87B05AE-12D3-A70D-38BF-51D2F6587B14}"/>
                </a:ext>
              </a:extLst>
            </p:cNvPr>
            <p:cNvSpPr txBox="1"/>
            <p:nvPr/>
          </p:nvSpPr>
          <p:spPr>
            <a:xfrm>
              <a:off x="7155185" y="4742873"/>
              <a:ext cx="10284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O" sz="1800" b="0" i="0" u="none" strike="noStrike" kern="0" cap="none" spc="0" normalizeH="0" baseline="0" noProof="0" dirty="0">
                  <a:ln>
                    <a:noFill/>
                  </a:ln>
                  <a:solidFill>
                    <a:prstClr val="black"/>
                  </a:solidFill>
                  <a:effectLst/>
                  <a:uLnTx/>
                  <a:uFillTx/>
                  <a:latin typeface="Aptos" panose="02110004020202020204"/>
                </a:rPr>
                <a:t>MMI</a:t>
              </a:r>
            </a:p>
          </p:txBody>
        </p:sp>
        <p:sp>
          <p:nvSpPr>
            <p:cNvPr id="35" name="TextBox 11">
              <a:extLst>
                <a:ext uri="{FF2B5EF4-FFF2-40B4-BE49-F238E27FC236}">
                  <a16:creationId xmlns:a16="http://schemas.microsoft.com/office/drawing/2014/main" id="{11086EDA-F24C-D4AE-ED66-73FDADA0589A}"/>
                </a:ext>
              </a:extLst>
            </p:cNvPr>
            <p:cNvSpPr txBox="1"/>
            <p:nvPr/>
          </p:nvSpPr>
          <p:spPr>
            <a:xfrm>
              <a:off x="6775656" y="4617861"/>
              <a:ext cx="4543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O" sz="1800" b="0" i="0" u="none" strike="noStrike" kern="0" cap="none" spc="0" normalizeH="0" baseline="0" noProof="0" dirty="0">
                  <a:ln>
                    <a:noFill/>
                  </a:ln>
                  <a:solidFill>
                    <a:prstClr val="black"/>
                  </a:solidFill>
                  <a:effectLst/>
                  <a:uLnTx/>
                  <a:uFillTx/>
                  <a:latin typeface="Aptos" panose="02110004020202020204"/>
                </a:rPr>
                <a:t>PS</a:t>
              </a:r>
            </a:p>
          </p:txBody>
        </p:sp>
        <mc:AlternateContent xmlns:mc="http://schemas.openxmlformats.org/markup-compatibility/2006" xmlns:a14="http://schemas.microsoft.com/office/drawing/2010/main">
          <mc:Choice Requires="a14">
            <p:sp>
              <p:nvSpPr>
                <p:cNvPr id="36" name="CuadroTexto 66">
                  <a:extLst>
                    <a:ext uri="{FF2B5EF4-FFF2-40B4-BE49-F238E27FC236}">
                      <a16:creationId xmlns:a16="http://schemas.microsoft.com/office/drawing/2014/main" id="{E0F55EBD-A746-6B06-55D4-E6260CEAE489}"/>
                    </a:ext>
                  </a:extLst>
                </p:cNvPr>
                <p:cNvSpPr txBox="1"/>
                <p:nvPr/>
              </p:nvSpPr>
              <p:spPr>
                <a:xfrm>
                  <a:off x="6021651" y="4185403"/>
                  <a:ext cx="583796" cy="3822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i="1" noProof="0" smtClean="0">
                            <a:latin typeface="Cambria Math" panose="02040503050406030204" pitchFamily="18" charset="0"/>
                            <a:ea typeface="Cambria Math" panose="02040503050406030204" pitchFamily="18" charset="0"/>
                          </a:rPr>
                          <m:t>∆</m:t>
                        </m:r>
                        <m:r>
                          <a:rPr lang="es-CO" b="0" i="1" noProof="0" smtClean="0">
                            <a:latin typeface="Cambria Math" panose="02040503050406030204" pitchFamily="18" charset="0"/>
                            <a:ea typeface="Cambria Math" panose="02040503050406030204" pitchFamily="18" charset="0"/>
                          </a:rPr>
                          <m:t>𝐿</m:t>
                        </m:r>
                      </m:oMath>
                    </m:oMathPara>
                  </a14:m>
                  <a:endParaRPr lang="es-CO" noProof="0" dirty="0"/>
                </a:p>
              </p:txBody>
            </p:sp>
          </mc:Choice>
          <mc:Fallback xmlns="">
            <p:sp>
              <p:nvSpPr>
                <p:cNvPr id="67" name="CuadroTexto 66">
                  <a:extLst>
                    <a:ext uri="{FF2B5EF4-FFF2-40B4-BE49-F238E27FC236}">
                      <a16:creationId xmlns:a16="http://schemas.microsoft.com/office/drawing/2014/main" id="{D5099302-ACE9-4F5F-5345-E8893F5BBC25}"/>
                    </a:ext>
                  </a:extLst>
                </p:cNvPr>
                <p:cNvSpPr txBox="1">
                  <a:spLocks noRot="1" noChangeAspect="1" noMove="1" noResize="1" noEditPoints="1" noAdjustHandles="1" noChangeArrowheads="1" noChangeShapeType="1" noTextEdit="1"/>
                </p:cNvSpPr>
                <p:nvPr/>
              </p:nvSpPr>
              <p:spPr>
                <a:xfrm>
                  <a:off x="6021651" y="4185403"/>
                  <a:ext cx="583796" cy="382284"/>
                </a:xfrm>
                <a:prstGeom prst="rect">
                  <a:avLst/>
                </a:prstGeom>
                <a:blipFill>
                  <a:blip r:embed="rId7"/>
                  <a:stretch>
                    <a:fillRect/>
                  </a:stretch>
                </a:blipFill>
              </p:spPr>
              <p:txBody>
                <a:bodyPr/>
                <a:lstStyle/>
                <a:p>
                  <a:r>
                    <a:rPr lang="es-CO">
                      <a:noFill/>
                    </a:rPr>
                    <a:t> </a:t>
                  </a:r>
                </a:p>
              </p:txBody>
            </p:sp>
          </mc:Fallback>
        </mc:AlternateContent>
      </p:grpSp>
      <p:cxnSp>
        <p:nvCxnSpPr>
          <p:cNvPr id="51" name="Conector recto de flecha 71">
            <a:extLst>
              <a:ext uri="{FF2B5EF4-FFF2-40B4-BE49-F238E27FC236}">
                <a16:creationId xmlns:a16="http://schemas.microsoft.com/office/drawing/2014/main" id="{EC9C72C9-DBB5-912B-F178-587D928606B3}"/>
              </a:ext>
            </a:extLst>
          </p:cNvPr>
          <p:cNvCxnSpPr>
            <a:cxnSpLocks/>
          </p:cNvCxnSpPr>
          <p:nvPr/>
        </p:nvCxnSpPr>
        <p:spPr>
          <a:xfrm>
            <a:off x="6347294" y="2072603"/>
            <a:ext cx="557836"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2" name="TextBox 98">
                <a:extLst>
                  <a:ext uri="{FF2B5EF4-FFF2-40B4-BE49-F238E27FC236}">
                    <a16:creationId xmlns:a16="http://schemas.microsoft.com/office/drawing/2014/main" id="{16B5F9B5-0FA2-003D-619E-4D949523A507}"/>
                  </a:ext>
                </a:extLst>
              </p:cNvPr>
              <p:cNvSpPr txBox="1"/>
              <p:nvPr/>
            </p:nvSpPr>
            <p:spPr>
              <a:xfrm>
                <a:off x="699114" y="2941156"/>
                <a:ext cx="4206055" cy="382284"/>
              </a:xfrm>
              <a:prstGeom prst="rect">
                <a:avLst/>
              </a:prstGeom>
              <a:noFill/>
            </p:spPr>
            <p:txBody>
              <a:bodyPr wrap="square">
                <a:spAutoFit/>
              </a:bodyPr>
              <a:lstStyle/>
              <a:p>
                <a14:m>
                  <m:oMath xmlns:m="http://schemas.openxmlformats.org/officeDocument/2006/math">
                    <m:r>
                      <m:rPr>
                        <m:sty m:val="p"/>
                      </m:rPr>
                      <a:rPr lang="es-ES" b="0" i="0" noProof="0" smtClean="0">
                        <a:latin typeface="Cambria Math" panose="02040503050406030204" pitchFamily="18" charset="0"/>
                      </a:rPr>
                      <m:t>With</m:t>
                    </m:r>
                    <m:r>
                      <a:rPr lang="es-ES" b="0" i="0" noProof="0" smtClean="0">
                        <a:latin typeface="Cambria Math" panose="02040503050406030204" pitchFamily="18" charset="0"/>
                      </a:rPr>
                      <m:t> </m:t>
                    </m:r>
                    <m:r>
                      <a:rPr lang="es-ES" b="0" i="1" noProof="0" smtClean="0">
                        <a:latin typeface="Cambria Math" panose="02040503050406030204" pitchFamily="18" charset="0"/>
                      </a:rPr>
                      <m:t>𝑃</m:t>
                    </m:r>
                    <m:r>
                      <a:rPr lang="es-ES" b="0" i="1" noProof="0" smtClean="0">
                        <a:latin typeface="Cambria Math" panose="02040503050406030204" pitchFamily="18" charset="0"/>
                      </a:rPr>
                      <m:t>=</m:t>
                    </m:r>
                    <m:sSup>
                      <m:sSupPr>
                        <m:ctrlPr>
                          <a:rPr lang="es-CO" i="1">
                            <a:latin typeface="Cambria Math" panose="02040503050406030204" pitchFamily="18" charset="0"/>
                          </a:rPr>
                        </m:ctrlPr>
                      </m:sSupPr>
                      <m:e>
                        <m:r>
                          <a:rPr lang="es-CO" b="0" i="1">
                            <a:latin typeface="Cambria Math" panose="02040503050406030204" pitchFamily="18" charset="0"/>
                          </a:rPr>
                          <m:t>𝑒</m:t>
                        </m:r>
                      </m:e>
                      <m:sup>
                        <m:r>
                          <a:rPr lang="es-CO" b="0" i="1">
                            <a:latin typeface="Cambria Math" panose="02040503050406030204" pitchFamily="18" charset="0"/>
                          </a:rPr>
                          <m:t>𝑗</m:t>
                        </m:r>
                        <m:r>
                          <a:rPr lang="es-CO" b="0" i="1">
                            <a:latin typeface="Cambria Math" panose="02040503050406030204" pitchFamily="18" charset="0"/>
                          </a:rPr>
                          <m:t>𝜙</m:t>
                        </m:r>
                      </m:sup>
                    </m:sSup>
                    <m:r>
                      <a:rPr lang="es-ES" b="0" i="1" smtClean="0">
                        <a:latin typeface="Cambria Math" panose="02040503050406030204" pitchFamily="18" charset="0"/>
                      </a:rPr>
                      <m:t> </m:t>
                    </m:r>
                    <m:r>
                      <m:rPr>
                        <m:sty m:val="p"/>
                      </m:rPr>
                      <a:rPr lang="es-ES" b="0" i="0" noProof="0" smtClean="0">
                        <a:latin typeface="Cambria Math" panose="02040503050406030204" pitchFamily="18" charset="0"/>
                      </a:rPr>
                      <m:t>y</m:t>
                    </m:r>
                    <m:r>
                      <a:rPr lang="es-ES" b="0" i="0" noProof="0" smtClean="0">
                        <a:latin typeface="Cambria Math" panose="02040503050406030204" pitchFamily="18" charset="0"/>
                      </a:rPr>
                      <m:t> </m:t>
                    </m:r>
                    <m:r>
                      <a:rPr lang="es-ES" b="0" i="1" noProof="0" smtClean="0">
                        <a:latin typeface="Cambria Math" panose="02040503050406030204" pitchFamily="18" charset="0"/>
                      </a:rPr>
                      <m:t>𝐷</m:t>
                    </m:r>
                    <m:r>
                      <a:rPr lang="es-ES" b="0" i="1" noProof="0" smtClean="0">
                        <a:latin typeface="Cambria Math" panose="02040503050406030204" pitchFamily="18" charset="0"/>
                      </a:rPr>
                      <m:t>=</m:t>
                    </m:r>
                  </m:oMath>
                </a14:m>
                <a:r>
                  <a:rPr lang="es-CO" i="1" noProof="0" dirty="0"/>
                  <a:t> </a:t>
                </a:r>
                <a14:m>
                  <m:oMath xmlns:m="http://schemas.openxmlformats.org/officeDocument/2006/math">
                    <m:sSup>
                      <m:sSupPr>
                        <m:ctrlPr>
                          <a:rPr lang="es-CO" i="1">
                            <a:latin typeface="Cambria Math" panose="02040503050406030204" pitchFamily="18" charset="0"/>
                          </a:rPr>
                        </m:ctrlPr>
                      </m:sSupPr>
                      <m:e>
                        <m:r>
                          <a:rPr lang="es-CO" b="0" i="1">
                            <a:latin typeface="Cambria Math" panose="02040503050406030204" pitchFamily="18" charset="0"/>
                          </a:rPr>
                          <m:t>𝑒</m:t>
                        </m:r>
                      </m:e>
                      <m:sup>
                        <m:r>
                          <a:rPr lang="es-CO" b="0" i="1">
                            <a:latin typeface="Cambria Math" panose="02040503050406030204" pitchFamily="18" charset="0"/>
                          </a:rPr>
                          <m:t>−</m:t>
                        </m:r>
                        <m:r>
                          <a:rPr lang="es-CO" b="0" i="1">
                            <a:latin typeface="Cambria Math" panose="02040503050406030204" pitchFamily="18" charset="0"/>
                          </a:rPr>
                          <m:t>𝑗</m:t>
                        </m:r>
                        <m:r>
                          <a:rPr lang="es-CO" b="0" i="1">
                            <a:latin typeface="Cambria Math" panose="02040503050406030204" pitchFamily="18" charset="0"/>
                          </a:rPr>
                          <m:t>𝛽</m:t>
                        </m:r>
                        <m:r>
                          <a:rPr lang="es-CO" b="0" i="1">
                            <a:latin typeface="Cambria Math" panose="02040503050406030204" pitchFamily="18" charset="0"/>
                          </a:rPr>
                          <m:t>𝐿</m:t>
                        </m:r>
                        <m:r>
                          <a:rPr lang="es-ES" b="0" i="1" smtClean="0">
                            <a:latin typeface="Cambria Math" panose="02040503050406030204" pitchFamily="18" charset="0"/>
                          </a:rPr>
                          <m:t> </m:t>
                        </m:r>
                      </m:sup>
                    </m:sSup>
                    <m:r>
                      <a:rPr lang="es-ES" b="0" i="1" smtClean="0">
                        <a:latin typeface="Cambria Math" panose="02040503050406030204" pitchFamily="18" charset="0"/>
                      </a:rPr>
                      <m:t> </m:t>
                    </m:r>
                  </m:oMath>
                </a14:m>
                <a:r>
                  <a:rPr lang="es-CO" noProof="0" dirty="0"/>
                  <a:t>:</a:t>
                </a:r>
              </a:p>
            </p:txBody>
          </p:sp>
        </mc:Choice>
        <mc:Fallback>
          <p:sp>
            <p:nvSpPr>
              <p:cNvPr id="52" name="TextBox 98">
                <a:extLst>
                  <a:ext uri="{FF2B5EF4-FFF2-40B4-BE49-F238E27FC236}">
                    <a16:creationId xmlns:a16="http://schemas.microsoft.com/office/drawing/2014/main" id="{16B5F9B5-0FA2-003D-619E-4D949523A507}"/>
                  </a:ext>
                </a:extLst>
              </p:cNvPr>
              <p:cNvSpPr txBox="1">
                <a:spLocks noRot="1" noChangeAspect="1" noMove="1" noResize="1" noEditPoints="1" noAdjustHandles="1" noChangeArrowheads="1" noChangeShapeType="1" noTextEdit="1"/>
              </p:cNvSpPr>
              <p:nvPr/>
            </p:nvSpPr>
            <p:spPr>
              <a:xfrm>
                <a:off x="699114" y="2941156"/>
                <a:ext cx="4206055" cy="382284"/>
              </a:xfrm>
              <a:prstGeom prst="rect">
                <a:avLst/>
              </a:prstGeom>
              <a:blipFill>
                <a:blip r:embed="rId8"/>
                <a:stretch>
                  <a:fillRect t="-4762" b="-23810"/>
                </a:stretch>
              </a:blipFill>
            </p:spPr>
            <p:txBody>
              <a:bodyPr/>
              <a:lstStyle/>
              <a:p>
                <a:r>
                  <a:rPr lang="en-US">
                    <a:noFill/>
                  </a:rPr>
                  <a:t> </a:t>
                </a:r>
              </a:p>
            </p:txBody>
          </p:sp>
        </mc:Fallback>
      </mc:AlternateContent>
    </p:spTree>
    <p:extLst>
      <p:ext uri="{BB962C8B-B14F-4D97-AF65-F5344CB8AC3E}">
        <p14:creationId xmlns:p14="http://schemas.microsoft.com/office/powerpoint/2010/main" val="3681902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C4050-F82A-72BC-5D1C-80F10A155AB8}"/>
              </a:ext>
            </a:extLst>
          </p:cNvPr>
          <p:cNvSpPr>
            <a:spLocks noGrp="1"/>
          </p:cNvSpPr>
          <p:nvPr>
            <p:ph type="title"/>
          </p:nvPr>
        </p:nvSpPr>
        <p:spPr>
          <a:xfrm>
            <a:off x="688513" y="452208"/>
            <a:ext cx="11300287" cy="599007"/>
          </a:xfrm>
        </p:spPr>
        <p:txBody>
          <a:bodyPr/>
          <a:lstStyle/>
          <a:p>
            <a:r>
              <a:rPr lang="en-US"/>
              <a:t>From Single MZI Response to Target Spectral Distribution</a:t>
            </a:r>
          </a:p>
        </p:txBody>
      </p:sp>
      <p:sp>
        <p:nvSpPr>
          <p:cNvPr id="3" name="Footer Placeholder 2">
            <a:extLst>
              <a:ext uri="{FF2B5EF4-FFF2-40B4-BE49-F238E27FC236}">
                <a16:creationId xmlns:a16="http://schemas.microsoft.com/office/drawing/2014/main" id="{B3785284-6E77-6323-81BC-12D2A3D9490A}"/>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3177CB78-656A-561A-1EB3-75D6CF40AC51}"/>
              </a:ext>
            </a:extLst>
          </p:cNvPr>
          <p:cNvSpPr>
            <a:spLocks noGrp="1"/>
          </p:cNvSpPr>
          <p:nvPr>
            <p:ph type="sldNum" sz="quarter" idx="12"/>
          </p:nvPr>
        </p:nvSpPr>
        <p:spPr/>
        <p:txBody>
          <a:bodyPr/>
          <a:lstStyle/>
          <a:p>
            <a:fld id="{D637F8FC-4B86-4690-8888-22AB2F781BEF}" type="slidenum">
              <a:rPr lang="en-US" smtClean="0"/>
              <a:pPr/>
              <a:t>10</a:t>
            </a:fld>
            <a:endParaRPr lang="en-US"/>
          </a:p>
        </p:txBody>
      </p:sp>
      <p:sp>
        <p:nvSpPr>
          <p:cNvPr id="7" name="Date Placeholder 6">
            <a:extLst>
              <a:ext uri="{FF2B5EF4-FFF2-40B4-BE49-F238E27FC236}">
                <a16:creationId xmlns:a16="http://schemas.microsoft.com/office/drawing/2014/main" id="{3A934AFD-981B-C48C-F62A-673638C768D4}"/>
              </a:ext>
            </a:extLst>
          </p:cNvPr>
          <p:cNvSpPr>
            <a:spLocks noGrp="1"/>
          </p:cNvSpPr>
          <p:nvPr>
            <p:ph type="dt" sz="half" idx="2"/>
          </p:nvPr>
        </p:nvSpPr>
        <p:spPr/>
        <p:txBody>
          <a:bodyPr/>
          <a:lstStyle/>
          <a:p>
            <a:fld id="{39E18374-368A-4A3E-9C13-EFB00A3C21AB}" type="datetime1">
              <a:rPr lang="es-ES" smtClean="0"/>
              <a:t>06/05/2026</a:t>
            </a:fld>
            <a:endParaRPr lang="es-ES"/>
          </a:p>
        </p:txBody>
      </p:sp>
      <p:pic>
        <p:nvPicPr>
          <p:cNvPr id="16" name="Picture 15">
            <a:extLst>
              <a:ext uri="{FF2B5EF4-FFF2-40B4-BE49-F238E27FC236}">
                <a16:creationId xmlns:a16="http://schemas.microsoft.com/office/drawing/2014/main" id="{E8C6F8D6-8B1E-F46B-38B6-5036C8398CBD}"/>
              </a:ext>
            </a:extLst>
          </p:cNvPr>
          <p:cNvPicPr>
            <a:picLocks noChangeAspect="1"/>
          </p:cNvPicPr>
          <p:nvPr/>
        </p:nvPicPr>
        <p:blipFill>
          <a:blip r:embed="rId3"/>
          <a:stretch>
            <a:fillRect/>
          </a:stretch>
        </p:blipFill>
        <p:spPr>
          <a:xfrm>
            <a:off x="526712" y="2030811"/>
            <a:ext cx="5181600" cy="4314825"/>
          </a:xfrm>
          <a:prstGeom prst="rect">
            <a:avLst/>
          </a:prstGeom>
        </p:spPr>
      </p:pic>
      <p:pic>
        <p:nvPicPr>
          <p:cNvPr id="18" name="Picture 17">
            <a:extLst>
              <a:ext uri="{FF2B5EF4-FFF2-40B4-BE49-F238E27FC236}">
                <a16:creationId xmlns:a16="http://schemas.microsoft.com/office/drawing/2014/main" id="{F7D23E1C-EFD8-A6FB-01D5-1860D50A0A4A}"/>
              </a:ext>
            </a:extLst>
          </p:cNvPr>
          <p:cNvPicPr>
            <a:picLocks noChangeAspect="1"/>
          </p:cNvPicPr>
          <p:nvPr/>
        </p:nvPicPr>
        <p:blipFill>
          <a:blip r:embed="rId4"/>
          <a:stretch>
            <a:fillRect/>
          </a:stretch>
        </p:blipFill>
        <p:spPr>
          <a:xfrm>
            <a:off x="6186667" y="2033114"/>
            <a:ext cx="5181600" cy="4314825"/>
          </a:xfrm>
          <a:prstGeom prst="rect">
            <a:avLst/>
          </a:prstGeom>
        </p:spPr>
      </p:pic>
      <p:sp>
        <p:nvSpPr>
          <p:cNvPr id="5" name="TextBox 4">
            <a:extLst>
              <a:ext uri="{FF2B5EF4-FFF2-40B4-BE49-F238E27FC236}">
                <a16:creationId xmlns:a16="http://schemas.microsoft.com/office/drawing/2014/main" id="{5FFBBC64-5872-2CC5-8992-C489554F9621}"/>
              </a:ext>
            </a:extLst>
          </p:cNvPr>
          <p:cNvSpPr txBox="1"/>
          <p:nvPr/>
        </p:nvSpPr>
        <p:spPr>
          <a:xfrm>
            <a:off x="610444" y="1051215"/>
            <a:ext cx="11152445" cy="923330"/>
          </a:xfrm>
          <a:prstGeom prst="rect">
            <a:avLst/>
          </a:prstGeom>
          <a:noFill/>
        </p:spPr>
        <p:txBody>
          <a:bodyPr wrap="square">
            <a:spAutoFit/>
          </a:bodyPr>
          <a:lstStyle/>
          <a:p>
            <a:pPr algn="just"/>
            <a:r>
              <a:rPr lang="en-US"/>
              <a:t>The output of the first MZI determines the initial spectral shaping.</a:t>
            </a:r>
          </a:p>
          <a:p>
            <a:pPr algn="just"/>
            <a:r>
              <a:rPr lang="en-US"/>
              <a:t>This response is progressively transformed through subsequent stages to match the target multi-channel output.</a:t>
            </a:r>
            <a:endParaRPr lang="es-CO"/>
          </a:p>
        </p:txBody>
      </p:sp>
      <p:sp>
        <p:nvSpPr>
          <p:cNvPr id="6" name="Oval 5">
            <a:extLst>
              <a:ext uri="{FF2B5EF4-FFF2-40B4-BE49-F238E27FC236}">
                <a16:creationId xmlns:a16="http://schemas.microsoft.com/office/drawing/2014/main" id="{B58E92A2-3418-6D30-3C4D-5327A1A430C1}"/>
              </a:ext>
            </a:extLst>
          </p:cNvPr>
          <p:cNvSpPr/>
          <p:nvPr/>
        </p:nvSpPr>
        <p:spPr>
          <a:xfrm>
            <a:off x="1547020" y="2828544"/>
            <a:ext cx="360000" cy="360000"/>
          </a:xfrm>
          <a:prstGeom prst="ellipse">
            <a:avLst/>
          </a:prstGeom>
          <a:solidFill>
            <a:srgbClr val="69BEF7"/>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1</a:t>
            </a:r>
          </a:p>
        </p:txBody>
      </p:sp>
      <p:sp>
        <p:nvSpPr>
          <p:cNvPr id="8" name="Oval 7">
            <a:extLst>
              <a:ext uri="{FF2B5EF4-FFF2-40B4-BE49-F238E27FC236}">
                <a16:creationId xmlns:a16="http://schemas.microsoft.com/office/drawing/2014/main" id="{B0C6E913-2921-E5EC-089E-259A25E606C1}"/>
              </a:ext>
            </a:extLst>
          </p:cNvPr>
          <p:cNvSpPr/>
          <p:nvPr/>
        </p:nvSpPr>
        <p:spPr>
          <a:xfrm>
            <a:off x="5107965" y="2828544"/>
            <a:ext cx="360000" cy="360000"/>
          </a:xfrm>
          <a:prstGeom prst="ellipse">
            <a:avLst/>
          </a:prstGeom>
          <a:solidFill>
            <a:srgbClr val="FF963A"/>
          </a:solidFill>
          <a:ln>
            <a:solidFill>
              <a:srgbClr val="9E4B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8</a:t>
            </a:r>
          </a:p>
        </p:txBody>
      </p:sp>
      <p:sp>
        <p:nvSpPr>
          <p:cNvPr id="9" name="Oval 8">
            <a:extLst>
              <a:ext uri="{FF2B5EF4-FFF2-40B4-BE49-F238E27FC236}">
                <a16:creationId xmlns:a16="http://schemas.microsoft.com/office/drawing/2014/main" id="{3898AD40-AE22-987A-6754-5A1FBD7969F6}"/>
              </a:ext>
            </a:extLst>
          </p:cNvPr>
          <p:cNvSpPr/>
          <p:nvPr/>
        </p:nvSpPr>
        <p:spPr>
          <a:xfrm>
            <a:off x="2534572" y="2828544"/>
            <a:ext cx="360000" cy="360000"/>
          </a:xfrm>
          <a:prstGeom prst="ellipse">
            <a:avLst/>
          </a:prstGeom>
          <a:solidFill>
            <a:srgbClr val="69BEF7"/>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3</a:t>
            </a:r>
          </a:p>
        </p:txBody>
      </p:sp>
      <p:sp>
        <p:nvSpPr>
          <p:cNvPr id="10" name="Oval 9">
            <a:extLst>
              <a:ext uri="{FF2B5EF4-FFF2-40B4-BE49-F238E27FC236}">
                <a16:creationId xmlns:a16="http://schemas.microsoft.com/office/drawing/2014/main" id="{6A0E0126-9CE2-B1DE-00F4-64DE0EEB4767}"/>
              </a:ext>
            </a:extLst>
          </p:cNvPr>
          <p:cNvSpPr/>
          <p:nvPr/>
        </p:nvSpPr>
        <p:spPr>
          <a:xfrm>
            <a:off x="3546508" y="2828544"/>
            <a:ext cx="360000" cy="360000"/>
          </a:xfrm>
          <a:prstGeom prst="ellipse">
            <a:avLst/>
          </a:prstGeom>
          <a:solidFill>
            <a:srgbClr val="69BEF7"/>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5</a:t>
            </a:r>
          </a:p>
        </p:txBody>
      </p:sp>
      <p:sp>
        <p:nvSpPr>
          <p:cNvPr id="11" name="Oval 10">
            <a:extLst>
              <a:ext uri="{FF2B5EF4-FFF2-40B4-BE49-F238E27FC236}">
                <a16:creationId xmlns:a16="http://schemas.microsoft.com/office/drawing/2014/main" id="{BD7BE779-1493-6B7D-43B2-76D9E5611B78}"/>
              </a:ext>
            </a:extLst>
          </p:cNvPr>
          <p:cNvSpPr/>
          <p:nvPr/>
        </p:nvSpPr>
        <p:spPr>
          <a:xfrm>
            <a:off x="4586938" y="2828544"/>
            <a:ext cx="360000" cy="360000"/>
          </a:xfrm>
          <a:prstGeom prst="ellipse">
            <a:avLst/>
          </a:prstGeom>
          <a:solidFill>
            <a:srgbClr val="69BEF7"/>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7</a:t>
            </a:r>
          </a:p>
        </p:txBody>
      </p:sp>
      <p:sp>
        <p:nvSpPr>
          <p:cNvPr id="12" name="Oval 11">
            <a:extLst>
              <a:ext uri="{FF2B5EF4-FFF2-40B4-BE49-F238E27FC236}">
                <a16:creationId xmlns:a16="http://schemas.microsoft.com/office/drawing/2014/main" id="{1E69EF02-0018-57AE-992B-0501810B2A6E}"/>
              </a:ext>
            </a:extLst>
          </p:cNvPr>
          <p:cNvSpPr/>
          <p:nvPr/>
        </p:nvSpPr>
        <p:spPr>
          <a:xfrm>
            <a:off x="2042345" y="2828544"/>
            <a:ext cx="360000" cy="360000"/>
          </a:xfrm>
          <a:prstGeom prst="ellipse">
            <a:avLst/>
          </a:prstGeom>
          <a:solidFill>
            <a:srgbClr val="FF963A"/>
          </a:solidFill>
          <a:ln>
            <a:solidFill>
              <a:srgbClr val="9E4B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2</a:t>
            </a:r>
          </a:p>
        </p:txBody>
      </p:sp>
      <p:sp>
        <p:nvSpPr>
          <p:cNvPr id="13" name="Oval 12">
            <a:extLst>
              <a:ext uri="{FF2B5EF4-FFF2-40B4-BE49-F238E27FC236}">
                <a16:creationId xmlns:a16="http://schemas.microsoft.com/office/drawing/2014/main" id="{6216A127-1421-96DA-5174-BC3AD9F07C2B}"/>
              </a:ext>
            </a:extLst>
          </p:cNvPr>
          <p:cNvSpPr/>
          <p:nvPr/>
        </p:nvSpPr>
        <p:spPr>
          <a:xfrm>
            <a:off x="3037673" y="2828544"/>
            <a:ext cx="360000" cy="360000"/>
          </a:xfrm>
          <a:prstGeom prst="ellipse">
            <a:avLst/>
          </a:prstGeom>
          <a:solidFill>
            <a:srgbClr val="FF963A"/>
          </a:solidFill>
          <a:ln>
            <a:solidFill>
              <a:srgbClr val="9E4B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4</a:t>
            </a:r>
          </a:p>
        </p:txBody>
      </p:sp>
      <p:sp>
        <p:nvSpPr>
          <p:cNvPr id="14" name="Oval 13">
            <a:extLst>
              <a:ext uri="{FF2B5EF4-FFF2-40B4-BE49-F238E27FC236}">
                <a16:creationId xmlns:a16="http://schemas.microsoft.com/office/drawing/2014/main" id="{33296F22-4876-DBED-E04A-79A23D7BD67F}"/>
              </a:ext>
            </a:extLst>
          </p:cNvPr>
          <p:cNvSpPr/>
          <p:nvPr/>
        </p:nvSpPr>
        <p:spPr>
          <a:xfrm>
            <a:off x="4055343" y="2828544"/>
            <a:ext cx="360000" cy="360000"/>
          </a:xfrm>
          <a:prstGeom prst="ellipse">
            <a:avLst/>
          </a:prstGeom>
          <a:solidFill>
            <a:srgbClr val="FF963A"/>
          </a:solidFill>
          <a:ln>
            <a:solidFill>
              <a:srgbClr val="9E4B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6</a:t>
            </a:r>
          </a:p>
        </p:txBody>
      </p:sp>
    </p:spTree>
    <p:extLst>
      <p:ext uri="{BB962C8B-B14F-4D97-AF65-F5344CB8AC3E}">
        <p14:creationId xmlns:p14="http://schemas.microsoft.com/office/powerpoint/2010/main" val="620919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C8884-81A6-CF87-1076-74364298D06B}"/>
            </a:ext>
          </a:extLst>
        </p:cNvPr>
        <p:cNvGrpSpPr/>
        <p:nvPr/>
      </p:nvGrpSpPr>
      <p:grpSpPr>
        <a:xfrm>
          <a:off x="0" y="0"/>
          <a:ext cx="0" cy="0"/>
          <a:chOff x="0" y="0"/>
          <a:chExt cx="0" cy="0"/>
        </a:xfrm>
      </p:grpSpPr>
      <p:cxnSp>
        <p:nvCxnSpPr>
          <p:cNvPr id="111" name="Straight Connector 110">
            <a:extLst>
              <a:ext uri="{FF2B5EF4-FFF2-40B4-BE49-F238E27FC236}">
                <a16:creationId xmlns:a16="http://schemas.microsoft.com/office/drawing/2014/main" id="{A41EAC6D-633C-8A46-2685-CCE947C5537B}"/>
              </a:ext>
            </a:extLst>
          </p:cNvPr>
          <p:cNvCxnSpPr>
            <a:cxnSpLocks/>
          </p:cNvCxnSpPr>
          <p:nvPr/>
        </p:nvCxnSpPr>
        <p:spPr>
          <a:xfrm>
            <a:off x="4004351" y="835731"/>
            <a:ext cx="0" cy="5466746"/>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0109508C-B157-5334-C249-ACE8EE6872D5}"/>
              </a:ext>
            </a:extLst>
          </p:cNvPr>
          <p:cNvSpPr>
            <a:spLocks noGrp="1"/>
          </p:cNvSpPr>
          <p:nvPr>
            <p:ph type="ftr" sz="quarter" idx="10"/>
          </p:nvPr>
        </p:nvSpPr>
        <p:spPr/>
        <p:txBody>
          <a:bodyPr/>
          <a:lstStyle/>
          <a:p>
            <a:r>
              <a:rPr lang="en-US"/>
              <a:t>Pie de página</a:t>
            </a:r>
          </a:p>
        </p:txBody>
      </p:sp>
      <p:sp>
        <p:nvSpPr>
          <p:cNvPr id="4" name="Slide Number Placeholder 3">
            <a:extLst>
              <a:ext uri="{FF2B5EF4-FFF2-40B4-BE49-F238E27FC236}">
                <a16:creationId xmlns:a16="http://schemas.microsoft.com/office/drawing/2014/main" id="{5370F65B-1712-60FA-5545-7CA8986CF619}"/>
              </a:ext>
            </a:extLst>
          </p:cNvPr>
          <p:cNvSpPr>
            <a:spLocks noGrp="1"/>
          </p:cNvSpPr>
          <p:nvPr>
            <p:ph type="sldNum" sz="quarter" idx="11"/>
          </p:nvPr>
        </p:nvSpPr>
        <p:spPr/>
        <p:txBody>
          <a:bodyPr/>
          <a:lstStyle/>
          <a:p>
            <a:fld id="{D637F8FC-4B86-4690-8888-22AB2F781BEF}" type="slidenum">
              <a:rPr lang="en-US" smtClean="0"/>
              <a:pPr/>
              <a:t>11</a:t>
            </a:fld>
            <a:endParaRPr lang="en-US"/>
          </a:p>
        </p:txBody>
      </p:sp>
      <p:sp>
        <p:nvSpPr>
          <p:cNvPr id="8" name="Title 7">
            <a:extLst>
              <a:ext uri="{FF2B5EF4-FFF2-40B4-BE49-F238E27FC236}">
                <a16:creationId xmlns:a16="http://schemas.microsoft.com/office/drawing/2014/main" id="{1D4B20A5-B522-BC34-37FF-CC1978159C3A}"/>
              </a:ext>
            </a:extLst>
          </p:cNvPr>
          <p:cNvSpPr>
            <a:spLocks noGrp="1"/>
          </p:cNvSpPr>
          <p:nvPr>
            <p:ph type="title"/>
          </p:nvPr>
        </p:nvSpPr>
        <p:spPr>
          <a:xfrm>
            <a:off x="694093" y="420668"/>
            <a:ext cx="10544383" cy="599007"/>
          </a:xfrm>
        </p:spPr>
        <p:txBody>
          <a:bodyPr/>
          <a:lstStyle/>
          <a:p>
            <a:r>
              <a:rPr lang="en-US"/>
              <a:t>Spectral Evolution Across MZI Stages</a:t>
            </a:r>
          </a:p>
        </p:txBody>
      </p:sp>
      <p:sp>
        <p:nvSpPr>
          <p:cNvPr id="7" name="Date Placeholder 6">
            <a:extLst>
              <a:ext uri="{FF2B5EF4-FFF2-40B4-BE49-F238E27FC236}">
                <a16:creationId xmlns:a16="http://schemas.microsoft.com/office/drawing/2014/main" id="{9D00894D-30F7-A145-567F-E903C3A15427}"/>
              </a:ext>
            </a:extLst>
          </p:cNvPr>
          <p:cNvSpPr>
            <a:spLocks noGrp="1"/>
          </p:cNvSpPr>
          <p:nvPr>
            <p:ph type="dt" sz="half" idx="2"/>
          </p:nvPr>
        </p:nvSpPr>
        <p:spPr/>
        <p:txBody>
          <a:bodyPr/>
          <a:lstStyle/>
          <a:p>
            <a:fld id="{39E18374-368A-4A3E-9C13-EFB00A3C21AB}" type="datetime1">
              <a:rPr lang="es-ES" smtClean="0"/>
              <a:t>06/05/2026</a:t>
            </a:fld>
            <a:endParaRPr lang="es-ES"/>
          </a:p>
        </p:txBody>
      </p:sp>
      <p:cxnSp>
        <p:nvCxnSpPr>
          <p:cNvPr id="106" name="Straight Arrow Connector 105">
            <a:extLst>
              <a:ext uri="{FF2B5EF4-FFF2-40B4-BE49-F238E27FC236}">
                <a16:creationId xmlns:a16="http://schemas.microsoft.com/office/drawing/2014/main" id="{3E8E71E2-372F-3D9D-11AE-DA618DD96DD9}"/>
              </a:ext>
            </a:extLst>
          </p:cNvPr>
          <p:cNvCxnSpPr>
            <a:cxnSpLocks/>
            <a:endCxn id="102" idx="1"/>
          </p:cNvCxnSpPr>
          <p:nvPr/>
        </p:nvCxnSpPr>
        <p:spPr>
          <a:xfrm>
            <a:off x="1025509" y="4935426"/>
            <a:ext cx="705223" cy="0"/>
          </a:xfrm>
          <a:prstGeom prst="straightConnector1">
            <a:avLst/>
          </a:prstGeom>
          <a:noFill/>
          <a:ln w="19050" cap="flat" cmpd="sng" algn="ctr">
            <a:solidFill>
              <a:srgbClr val="156082"/>
            </a:solidFill>
            <a:prstDash val="solid"/>
            <a:miter lim="800000"/>
            <a:tailEnd type="triangle"/>
          </a:ln>
          <a:effectLst/>
        </p:spPr>
      </p:cxnSp>
      <p:grpSp>
        <p:nvGrpSpPr>
          <p:cNvPr id="5" name="Group 4">
            <a:extLst>
              <a:ext uri="{FF2B5EF4-FFF2-40B4-BE49-F238E27FC236}">
                <a16:creationId xmlns:a16="http://schemas.microsoft.com/office/drawing/2014/main" id="{ED8AB0F0-3BFD-D975-83A8-CA9206420ABB}"/>
              </a:ext>
            </a:extLst>
          </p:cNvPr>
          <p:cNvGrpSpPr/>
          <p:nvPr/>
        </p:nvGrpSpPr>
        <p:grpSpPr>
          <a:xfrm>
            <a:off x="1730732" y="4445129"/>
            <a:ext cx="1343676" cy="631598"/>
            <a:chOff x="2222345" y="4139233"/>
            <a:chExt cx="1343676" cy="631598"/>
          </a:xfrm>
        </p:grpSpPr>
        <p:sp>
          <p:nvSpPr>
            <p:cNvPr id="98" name="Rectangle: Rounded Corners 97">
              <a:extLst>
                <a:ext uri="{FF2B5EF4-FFF2-40B4-BE49-F238E27FC236}">
                  <a16:creationId xmlns:a16="http://schemas.microsoft.com/office/drawing/2014/main" id="{083145C4-D847-0B44-52DD-D51B998F4ECA}"/>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99" name="Group 98">
              <a:extLst>
                <a:ext uri="{FF2B5EF4-FFF2-40B4-BE49-F238E27FC236}">
                  <a16:creationId xmlns:a16="http://schemas.microsoft.com/office/drawing/2014/main" id="{67D99A45-9904-0C65-E01C-38D33011A113}"/>
                </a:ext>
              </a:extLst>
            </p:cNvPr>
            <p:cNvGrpSpPr/>
            <p:nvPr/>
          </p:nvGrpSpPr>
          <p:grpSpPr>
            <a:xfrm>
              <a:off x="2222345" y="4247006"/>
              <a:ext cx="1343676" cy="416052"/>
              <a:chOff x="2023872" y="2779776"/>
              <a:chExt cx="1343676" cy="416052"/>
            </a:xfrm>
          </p:grpSpPr>
          <p:grpSp>
            <p:nvGrpSpPr>
              <p:cNvPr id="100" name="Group 99">
                <a:extLst>
                  <a:ext uri="{FF2B5EF4-FFF2-40B4-BE49-F238E27FC236}">
                    <a16:creationId xmlns:a16="http://schemas.microsoft.com/office/drawing/2014/main" id="{186327BC-B089-FCBD-3892-52C0B8419276}"/>
                  </a:ext>
                </a:extLst>
              </p:cNvPr>
              <p:cNvGrpSpPr/>
              <p:nvPr/>
            </p:nvGrpSpPr>
            <p:grpSpPr>
              <a:xfrm>
                <a:off x="2023872" y="2779776"/>
                <a:ext cx="1343676" cy="67056"/>
                <a:chOff x="2023872" y="2779776"/>
                <a:chExt cx="1343676" cy="67056"/>
              </a:xfrm>
            </p:grpSpPr>
            <p:sp>
              <p:nvSpPr>
                <p:cNvPr id="104" name="Rectangle 103">
                  <a:extLst>
                    <a:ext uri="{FF2B5EF4-FFF2-40B4-BE49-F238E27FC236}">
                      <a16:creationId xmlns:a16="http://schemas.microsoft.com/office/drawing/2014/main" id="{F0475FAE-62C1-87B4-94CA-2DAA4D7499CA}"/>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5" name="Rectangle 104">
                  <a:extLst>
                    <a:ext uri="{FF2B5EF4-FFF2-40B4-BE49-F238E27FC236}">
                      <a16:creationId xmlns:a16="http://schemas.microsoft.com/office/drawing/2014/main" id="{46A702E1-4E96-3779-683D-DD1439B7A6B3}"/>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01" name="Group 100">
                <a:extLst>
                  <a:ext uri="{FF2B5EF4-FFF2-40B4-BE49-F238E27FC236}">
                    <a16:creationId xmlns:a16="http://schemas.microsoft.com/office/drawing/2014/main" id="{DBC2E741-6C32-CE57-8F88-2F9CFCF4CD13}"/>
                  </a:ext>
                </a:extLst>
              </p:cNvPr>
              <p:cNvGrpSpPr/>
              <p:nvPr/>
            </p:nvGrpSpPr>
            <p:grpSpPr>
              <a:xfrm>
                <a:off x="2023872" y="3128772"/>
                <a:ext cx="1343676" cy="67056"/>
                <a:chOff x="2023872" y="3128772"/>
                <a:chExt cx="1343676" cy="67056"/>
              </a:xfrm>
            </p:grpSpPr>
            <p:sp>
              <p:nvSpPr>
                <p:cNvPr id="102" name="Rectangle 101">
                  <a:extLst>
                    <a:ext uri="{FF2B5EF4-FFF2-40B4-BE49-F238E27FC236}">
                      <a16:creationId xmlns:a16="http://schemas.microsoft.com/office/drawing/2014/main" id="{AD2D1C2D-31E8-B31A-6395-54BAA9016B4D}"/>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3" name="Rectangle 102">
                  <a:extLst>
                    <a:ext uri="{FF2B5EF4-FFF2-40B4-BE49-F238E27FC236}">
                      <a16:creationId xmlns:a16="http://schemas.microsoft.com/office/drawing/2014/main" id="{00D237BF-EF4C-654A-7EA5-67B6744ABF9A}"/>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2" name="TextBox 1">
              <a:extLst>
                <a:ext uri="{FF2B5EF4-FFF2-40B4-BE49-F238E27FC236}">
                  <a16:creationId xmlns:a16="http://schemas.microsoft.com/office/drawing/2014/main" id="{149AC887-ABAA-2BF1-77AF-5B57C60FBD11}"/>
                </a:ext>
              </a:extLst>
            </p:cNvPr>
            <p:cNvSpPr txBox="1"/>
            <p:nvPr/>
          </p:nvSpPr>
          <p:spPr>
            <a:xfrm>
              <a:off x="2379956" y="4270366"/>
              <a:ext cx="10284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ptos" panose="02110004020202020204"/>
                </a:rPr>
                <a:t>MZI_</a:t>
              </a:r>
              <a:r>
                <a:rPr kumimoji="0" lang="es-CO" sz="1800" b="0" i="0" u="none" strike="noStrike" kern="0" cap="none" spc="0" normalizeH="0" baseline="0" noProof="0">
                  <a:ln>
                    <a:noFill/>
                  </a:ln>
                  <a:solidFill>
                    <a:prstClr val="black"/>
                  </a:solidFill>
                  <a:effectLst/>
                  <a:uLnTx/>
                  <a:uFillTx/>
                  <a:latin typeface="Aptos" panose="02110004020202020204"/>
                </a:rPr>
                <a:t>In</a:t>
              </a:r>
              <a:endParaRPr kumimoji="0" lang="en-US" sz="1800" b="0" i="0" u="none" strike="noStrike" kern="0" cap="none" spc="0" normalizeH="0" baseline="0" noProof="0">
                <a:ln>
                  <a:noFill/>
                </a:ln>
                <a:solidFill>
                  <a:prstClr val="black"/>
                </a:solidFill>
                <a:effectLst/>
                <a:uLnTx/>
                <a:uFillTx/>
                <a:latin typeface="Aptos" panose="02110004020202020204"/>
              </a:endParaRPr>
            </a:p>
          </p:txBody>
        </p:sp>
      </p:grpSp>
      <p:grpSp>
        <p:nvGrpSpPr>
          <p:cNvPr id="86" name="Group 85">
            <a:extLst>
              <a:ext uri="{FF2B5EF4-FFF2-40B4-BE49-F238E27FC236}">
                <a16:creationId xmlns:a16="http://schemas.microsoft.com/office/drawing/2014/main" id="{B1364461-248F-28DB-46DB-5B69EB05E8AD}"/>
              </a:ext>
            </a:extLst>
          </p:cNvPr>
          <p:cNvGrpSpPr/>
          <p:nvPr/>
        </p:nvGrpSpPr>
        <p:grpSpPr>
          <a:xfrm>
            <a:off x="8975748" y="3309961"/>
            <a:ext cx="1343676" cy="2859856"/>
            <a:chOff x="9347264" y="3331000"/>
            <a:chExt cx="1343676" cy="2859856"/>
          </a:xfrm>
        </p:grpSpPr>
        <p:grpSp>
          <p:nvGrpSpPr>
            <p:cNvPr id="6" name="Group 5">
              <a:extLst>
                <a:ext uri="{FF2B5EF4-FFF2-40B4-BE49-F238E27FC236}">
                  <a16:creationId xmlns:a16="http://schemas.microsoft.com/office/drawing/2014/main" id="{C5A0929B-3BD3-E47E-061F-7C949C194126}"/>
                </a:ext>
              </a:extLst>
            </p:cNvPr>
            <p:cNvGrpSpPr/>
            <p:nvPr/>
          </p:nvGrpSpPr>
          <p:grpSpPr>
            <a:xfrm>
              <a:off x="9347264" y="5559258"/>
              <a:ext cx="1343676" cy="631598"/>
              <a:chOff x="2222345" y="4139233"/>
              <a:chExt cx="1343676" cy="631598"/>
            </a:xfrm>
          </p:grpSpPr>
          <p:sp>
            <p:nvSpPr>
              <p:cNvPr id="9" name="Rectangle: Rounded Corners 8">
                <a:extLst>
                  <a:ext uri="{FF2B5EF4-FFF2-40B4-BE49-F238E27FC236}">
                    <a16:creationId xmlns:a16="http://schemas.microsoft.com/office/drawing/2014/main" id="{8DC2708F-A374-03F0-2709-8CF1D8DE11F9}"/>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10" name="Group 9">
                <a:extLst>
                  <a:ext uri="{FF2B5EF4-FFF2-40B4-BE49-F238E27FC236}">
                    <a16:creationId xmlns:a16="http://schemas.microsoft.com/office/drawing/2014/main" id="{146FD8D2-42B8-2B26-0AEC-ABE5CAE87C88}"/>
                  </a:ext>
                </a:extLst>
              </p:cNvPr>
              <p:cNvGrpSpPr/>
              <p:nvPr/>
            </p:nvGrpSpPr>
            <p:grpSpPr>
              <a:xfrm>
                <a:off x="2222345" y="4247006"/>
                <a:ext cx="1343676" cy="416052"/>
                <a:chOff x="2023872" y="2779776"/>
                <a:chExt cx="1343676" cy="416052"/>
              </a:xfrm>
            </p:grpSpPr>
            <p:grpSp>
              <p:nvGrpSpPr>
                <p:cNvPr id="12" name="Group 11">
                  <a:extLst>
                    <a:ext uri="{FF2B5EF4-FFF2-40B4-BE49-F238E27FC236}">
                      <a16:creationId xmlns:a16="http://schemas.microsoft.com/office/drawing/2014/main" id="{D64496E7-295A-0C15-9D3A-F398D836F952}"/>
                    </a:ext>
                  </a:extLst>
                </p:cNvPr>
                <p:cNvGrpSpPr/>
                <p:nvPr/>
              </p:nvGrpSpPr>
              <p:grpSpPr>
                <a:xfrm>
                  <a:off x="2023872" y="2779776"/>
                  <a:ext cx="1343676" cy="67056"/>
                  <a:chOff x="2023872" y="2779776"/>
                  <a:chExt cx="1343676" cy="67056"/>
                </a:xfrm>
              </p:grpSpPr>
              <p:sp>
                <p:nvSpPr>
                  <p:cNvPr id="16" name="Rectangle 15">
                    <a:extLst>
                      <a:ext uri="{FF2B5EF4-FFF2-40B4-BE49-F238E27FC236}">
                        <a16:creationId xmlns:a16="http://schemas.microsoft.com/office/drawing/2014/main" id="{83F3C69E-3DA8-57FB-761A-87987E9C47F4}"/>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8C7788A4-A607-44F4-308D-05E9ADEACD2C}"/>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3" name="Group 12">
                  <a:extLst>
                    <a:ext uri="{FF2B5EF4-FFF2-40B4-BE49-F238E27FC236}">
                      <a16:creationId xmlns:a16="http://schemas.microsoft.com/office/drawing/2014/main" id="{98A30C5B-6807-9FD5-6555-5F2D32731D9C}"/>
                    </a:ext>
                  </a:extLst>
                </p:cNvPr>
                <p:cNvGrpSpPr/>
                <p:nvPr/>
              </p:nvGrpSpPr>
              <p:grpSpPr>
                <a:xfrm>
                  <a:off x="2023872" y="3128772"/>
                  <a:ext cx="1343676" cy="67056"/>
                  <a:chOff x="2023872" y="3128772"/>
                  <a:chExt cx="1343676" cy="67056"/>
                </a:xfrm>
              </p:grpSpPr>
              <p:sp>
                <p:nvSpPr>
                  <p:cNvPr id="14" name="Rectangle 13">
                    <a:extLst>
                      <a:ext uri="{FF2B5EF4-FFF2-40B4-BE49-F238E27FC236}">
                        <a16:creationId xmlns:a16="http://schemas.microsoft.com/office/drawing/2014/main" id="{DB526648-3C7E-B428-F218-DDD74D232118}"/>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A639A992-7DB6-49B5-6CB2-4767219BE789}"/>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11" name="TextBox 10">
                <a:extLst>
                  <a:ext uri="{FF2B5EF4-FFF2-40B4-BE49-F238E27FC236}">
                    <a16:creationId xmlns:a16="http://schemas.microsoft.com/office/drawing/2014/main" id="{48C77B33-AA90-8361-FC0F-6EDC9D3B994E}"/>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MZI_1</a:t>
                </a:r>
                <a:r>
                  <a:rPr lang="es-MX" kern="0">
                    <a:solidFill>
                      <a:prstClr val="black"/>
                    </a:solidFill>
                    <a:latin typeface="Aptos" panose="02110004020202020204"/>
                  </a:rPr>
                  <a:t>_5</a:t>
                </a:r>
                <a:endParaRPr lang="en-US" kern="0">
                  <a:solidFill>
                    <a:prstClr val="black"/>
                  </a:solidFill>
                  <a:latin typeface="Aptos" panose="02110004020202020204"/>
                </a:endParaRPr>
              </a:p>
            </p:txBody>
          </p:sp>
        </p:grpSp>
        <p:grpSp>
          <p:nvGrpSpPr>
            <p:cNvPr id="18" name="Group 17">
              <a:extLst>
                <a:ext uri="{FF2B5EF4-FFF2-40B4-BE49-F238E27FC236}">
                  <a16:creationId xmlns:a16="http://schemas.microsoft.com/office/drawing/2014/main" id="{496EC816-04D3-5071-8EA2-B44953ADC9AB}"/>
                </a:ext>
              </a:extLst>
            </p:cNvPr>
            <p:cNvGrpSpPr/>
            <p:nvPr/>
          </p:nvGrpSpPr>
          <p:grpSpPr>
            <a:xfrm>
              <a:off x="9347264" y="4814814"/>
              <a:ext cx="1343676" cy="631598"/>
              <a:chOff x="2222345" y="4139233"/>
              <a:chExt cx="1343676" cy="631598"/>
            </a:xfrm>
          </p:grpSpPr>
          <p:sp>
            <p:nvSpPr>
              <p:cNvPr id="19" name="Rectangle: Rounded Corners 18">
                <a:extLst>
                  <a:ext uri="{FF2B5EF4-FFF2-40B4-BE49-F238E27FC236}">
                    <a16:creationId xmlns:a16="http://schemas.microsoft.com/office/drawing/2014/main" id="{D27205D6-7148-F296-D0D2-A2DC87D79BD0}"/>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20" name="Group 19">
                <a:extLst>
                  <a:ext uri="{FF2B5EF4-FFF2-40B4-BE49-F238E27FC236}">
                    <a16:creationId xmlns:a16="http://schemas.microsoft.com/office/drawing/2014/main" id="{17BE12B7-FDDE-25FF-C51F-E083F225E533}"/>
                  </a:ext>
                </a:extLst>
              </p:cNvPr>
              <p:cNvGrpSpPr/>
              <p:nvPr/>
            </p:nvGrpSpPr>
            <p:grpSpPr>
              <a:xfrm>
                <a:off x="2222345" y="4247006"/>
                <a:ext cx="1343676" cy="416052"/>
                <a:chOff x="2023872" y="2779776"/>
                <a:chExt cx="1343676" cy="416052"/>
              </a:xfrm>
            </p:grpSpPr>
            <p:grpSp>
              <p:nvGrpSpPr>
                <p:cNvPr id="22" name="Group 21">
                  <a:extLst>
                    <a:ext uri="{FF2B5EF4-FFF2-40B4-BE49-F238E27FC236}">
                      <a16:creationId xmlns:a16="http://schemas.microsoft.com/office/drawing/2014/main" id="{F862EDD6-C8A2-89E0-0583-15946B9BE3C6}"/>
                    </a:ext>
                  </a:extLst>
                </p:cNvPr>
                <p:cNvGrpSpPr/>
                <p:nvPr/>
              </p:nvGrpSpPr>
              <p:grpSpPr>
                <a:xfrm>
                  <a:off x="2023872" y="2779776"/>
                  <a:ext cx="1343676" cy="67056"/>
                  <a:chOff x="2023872" y="2779776"/>
                  <a:chExt cx="1343676" cy="67056"/>
                </a:xfrm>
              </p:grpSpPr>
              <p:sp>
                <p:nvSpPr>
                  <p:cNvPr id="26" name="Rectangle 25">
                    <a:extLst>
                      <a:ext uri="{FF2B5EF4-FFF2-40B4-BE49-F238E27FC236}">
                        <a16:creationId xmlns:a16="http://schemas.microsoft.com/office/drawing/2014/main" id="{076AE477-278B-1758-EFC6-44F3603EA37C}"/>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6323BA11-0B3D-D6B6-CE51-C58A6DF5D084}"/>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23" name="Group 22">
                  <a:extLst>
                    <a:ext uri="{FF2B5EF4-FFF2-40B4-BE49-F238E27FC236}">
                      <a16:creationId xmlns:a16="http://schemas.microsoft.com/office/drawing/2014/main" id="{43F3E721-84D7-B169-E026-8620A321C430}"/>
                    </a:ext>
                  </a:extLst>
                </p:cNvPr>
                <p:cNvGrpSpPr/>
                <p:nvPr/>
              </p:nvGrpSpPr>
              <p:grpSpPr>
                <a:xfrm>
                  <a:off x="2023872" y="3128772"/>
                  <a:ext cx="1343676" cy="67056"/>
                  <a:chOff x="2023872" y="3128772"/>
                  <a:chExt cx="1343676" cy="67056"/>
                </a:xfrm>
              </p:grpSpPr>
              <p:sp>
                <p:nvSpPr>
                  <p:cNvPr id="24" name="Rectangle 23">
                    <a:extLst>
                      <a:ext uri="{FF2B5EF4-FFF2-40B4-BE49-F238E27FC236}">
                        <a16:creationId xmlns:a16="http://schemas.microsoft.com/office/drawing/2014/main" id="{87B75915-D34A-E598-E983-2CC1E9EA7904}"/>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8BC8E93C-4660-6790-4755-2D0B7CF8120E}"/>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21" name="TextBox 20">
                <a:extLst>
                  <a:ext uri="{FF2B5EF4-FFF2-40B4-BE49-F238E27FC236}">
                    <a16:creationId xmlns:a16="http://schemas.microsoft.com/office/drawing/2014/main" id="{51EC707F-50FB-B74B-427D-B58C7A9A9FB4}"/>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MZI_3</a:t>
                </a:r>
                <a:r>
                  <a:rPr lang="es-MX" kern="0">
                    <a:solidFill>
                      <a:prstClr val="black"/>
                    </a:solidFill>
                    <a:latin typeface="Aptos" panose="02110004020202020204"/>
                  </a:rPr>
                  <a:t>_7</a:t>
                </a:r>
                <a:endParaRPr lang="en-US" kern="0">
                  <a:solidFill>
                    <a:prstClr val="black"/>
                  </a:solidFill>
                  <a:latin typeface="Aptos" panose="02110004020202020204"/>
                </a:endParaRPr>
              </a:p>
            </p:txBody>
          </p:sp>
        </p:grpSp>
        <p:grpSp>
          <p:nvGrpSpPr>
            <p:cNvPr id="28" name="Group 27">
              <a:extLst>
                <a:ext uri="{FF2B5EF4-FFF2-40B4-BE49-F238E27FC236}">
                  <a16:creationId xmlns:a16="http://schemas.microsoft.com/office/drawing/2014/main" id="{DC042A82-47E9-FFEC-0FE2-0FB0ACEE108F}"/>
                </a:ext>
              </a:extLst>
            </p:cNvPr>
            <p:cNvGrpSpPr/>
            <p:nvPr/>
          </p:nvGrpSpPr>
          <p:grpSpPr>
            <a:xfrm>
              <a:off x="9347264" y="4072907"/>
              <a:ext cx="1343676" cy="631598"/>
              <a:chOff x="2222345" y="4139233"/>
              <a:chExt cx="1343676" cy="631598"/>
            </a:xfrm>
          </p:grpSpPr>
          <p:sp>
            <p:nvSpPr>
              <p:cNvPr id="29" name="Rectangle: Rounded Corners 28">
                <a:extLst>
                  <a:ext uri="{FF2B5EF4-FFF2-40B4-BE49-F238E27FC236}">
                    <a16:creationId xmlns:a16="http://schemas.microsoft.com/office/drawing/2014/main" id="{C6D8608A-0E6E-CEDE-DA41-BBC6BCDFA5DE}"/>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30" name="Group 29">
                <a:extLst>
                  <a:ext uri="{FF2B5EF4-FFF2-40B4-BE49-F238E27FC236}">
                    <a16:creationId xmlns:a16="http://schemas.microsoft.com/office/drawing/2014/main" id="{B3B59D4B-C9D3-1405-C870-42B5BB24297D}"/>
                  </a:ext>
                </a:extLst>
              </p:cNvPr>
              <p:cNvGrpSpPr/>
              <p:nvPr/>
            </p:nvGrpSpPr>
            <p:grpSpPr>
              <a:xfrm>
                <a:off x="2222345" y="4247006"/>
                <a:ext cx="1343676" cy="416052"/>
                <a:chOff x="2023872" y="2779776"/>
                <a:chExt cx="1343676" cy="416052"/>
              </a:xfrm>
            </p:grpSpPr>
            <p:grpSp>
              <p:nvGrpSpPr>
                <p:cNvPr id="32" name="Group 31">
                  <a:extLst>
                    <a:ext uri="{FF2B5EF4-FFF2-40B4-BE49-F238E27FC236}">
                      <a16:creationId xmlns:a16="http://schemas.microsoft.com/office/drawing/2014/main" id="{D63B45B8-8C38-9BAC-15EE-DB72B740D600}"/>
                    </a:ext>
                  </a:extLst>
                </p:cNvPr>
                <p:cNvGrpSpPr/>
                <p:nvPr/>
              </p:nvGrpSpPr>
              <p:grpSpPr>
                <a:xfrm>
                  <a:off x="2023872" y="2779776"/>
                  <a:ext cx="1343676" cy="67056"/>
                  <a:chOff x="2023872" y="2779776"/>
                  <a:chExt cx="1343676" cy="67056"/>
                </a:xfrm>
              </p:grpSpPr>
              <p:sp>
                <p:nvSpPr>
                  <p:cNvPr id="36" name="Rectangle 35">
                    <a:extLst>
                      <a:ext uri="{FF2B5EF4-FFF2-40B4-BE49-F238E27FC236}">
                        <a16:creationId xmlns:a16="http://schemas.microsoft.com/office/drawing/2014/main" id="{4C1C2682-3302-0C08-379F-0EAE4F8331EF}"/>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3DAD0607-4D9E-E190-B333-12EB71E7F660}"/>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33" name="Group 32">
                  <a:extLst>
                    <a:ext uri="{FF2B5EF4-FFF2-40B4-BE49-F238E27FC236}">
                      <a16:creationId xmlns:a16="http://schemas.microsoft.com/office/drawing/2014/main" id="{7FA873FD-1230-0545-3359-2A75FCF3DC0A}"/>
                    </a:ext>
                  </a:extLst>
                </p:cNvPr>
                <p:cNvGrpSpPr/>
                <p:nvPr/>
              </p:nvGrpSpPr>
              <p:grpSpPr>
                <a:xfrm>
                  <a:off x="2023872" y="3128772"/>
                  <a:ext cx="1343676" cy="67056"/>
                  <a:chOff x="2023872" y="3128772"/>
                  <a:chExt cx="1343676" cy="67056"/>
                </a:xfrm>
              </p:grpSpPr>
              <p:sp>
                <p:nvSpPr>
                  <p:cNvPr id="34" name="Rectangle 33">
                    <a:extLst>
                      <a:ext uri="{FF2B5EF4-FFF2-40B4-BE49-F238E27FC236}">
                        <a16:creationId xmlns:a16="http://schemas.microsoft.com/office/drawing/2014/main" id="{D20A8931-FEF3-F150-7F98-13B99866C87C}"/>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5" name="Rectangle 34">
                    <a:extLst>
                      <a:ext uri="{FF2B5EF4-FFF2-40B4-BE49-F238E27FC236}">
                        <a16:creationId xmlns:a16="http://schemas.microsoft.com/office/drawing/2014/main" id="{6EBEC262-BB64-C377-F8E7-D5DCA45AAFD5}"/>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31" name="TextBox 30">
                <a:extLst>
                  <a:ext uri="{FF2B5EF4-FFF2-40B4-BE49-F238E27FC236}">
                    <a16:creationId xmlns:a16="http://schemas.microsoft.com/office/drawing/2014/main" id="{19DBD1C7-62AE-0C3C-9BCE-C690D18BB3BF}"/>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MZI_2</a:t>
                </a:r>
                <a:r>
                  <a:rPr lang="es-MX" kern="0">
                    <a:solidFill>
                      <a:prstClr val="black"/>
                    </a:solidFill>
                    <a:latin typeface="Aptos" panose="02110004020202020204"/>
                  </a:rPr>
                  <a:t>_6</a:t>
                </a:r>
                <a:endParaRPr lang="en-US" kern="0">
                  <a:solidFill>
                    <a:prstClr val="black"/>
                  </a:solidFill>
                  <a:latin typeface="Aptos" panose="02110004020202020204"/>
                </a:endParaRPr>
              </a:p>
            </p:txBody>
          </p:sp>
        </p:grpSp>
        <p:grpSp>
          <p:nvGrpSpPr>
            <p:cNvPr id="38" name="Group 37">
              <a:extLst>
                <a:ext uri="{FF2B5EF4-FFF2-40B4-BE49-F238E27FC236}">
                  <a16:creationId xmlns:a16="http://schemas.microsoft.com/office/drawing/2014/main" id="{D8335274-D09D-09E4-49D6-7F11038020F8}"/>
                </a:ext>
              </a:extLst>
            </p:cNvPr>
            <p:cNvGrpSpPr/>
            <p:nvPr/>
          </p:nvGrpSpPr>
          <p:grpSpPr>
            <a:xfrm>
              <a:off x="9347264" y="3331000"/>
              <a:ext cx="1343676" cy="631598"/>
              <a:chOff x="2222345" y="4139233"/>
              <a:chExt cx="1343676" cy="631598"/>
            </a:xfrm>
          </p:grpSpPr>
          <p:sp>
            <p:nvSpPr>
              <p:cNvPr id="39" name="Rectangle: Rounded Corners 38">
                <a:extLst>
                  <a:ext uri="{FF2B5EF4-FFF2-40B4-BE49-F238E27FC236}">
                    <a16:creationId xmlns:a16="http://schemas.microsoft.com/office/drawing/2014/main" id="{DB3773A9-ECEC-4330-6EAC-045AD08CB143}"/>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40" name="Group 39">
                <a:extLst>
                  <a:ext uri="{FF2B5EF4-FFF2-40B4-BE49-F238E27FC236}">
                    <a16:creationId xmlns:a16="http://schemas.microsoft.com/office/drawing/2014/main" id="{EF46AABE-57D2-2475-61E8-6F4CF4036EF3}"/>
                  </a:ext>
                </a:extLst>
              </p:cNvPr>
              <p:cNvGrpSpPr/>
              <p:nvPr/>
            </p:nvGrpSpPr>
            <p:grpSpPr>
              <a:xfrm>
                <a:off x="2222345" y="4247006"/>
                <a:ext cx="1343676" cy="416052"/>
                <a:chOff x="2023872" y="2779776"/>
                <a:chExt cx="1343676" cy="416052"/>
              </a:xfrm>
            </p:grpSpPr>
            <p:grpSp>
              <p:nvGrpSpPr>
                <p:cNvPr id="42" name="Group 41">
                  <a:extLst>
                    <a:ext uri="{FF2B5EF4-FFF2-40B4-BE49-F238E27FC236}">
                      <a16:creationId xmlns:a16="http://schemas.microsoft.com/office/drawing/2014/main" id="{0E9193F1-E7E7-F4E6-1498-B5230263AE8B}"/>
                    </a:ext>
                  </a:extLst>
                </p:cNvPr>
                <p:cNvGrpSpPr/>
                <p:nvPr/>
              </p:nvGrpSpPr>
              <p:grpSpPr>
                <a:xfrm>
                  <a:off x="2023872" y="2779776"/>
                  <a:ext cx="1343676" cy="67056"/>
                  <a:chOff x="2023872" y="2779776"/>
                  <a:chExt cx="1343676" cy="67056"/>
                </a:xfrm>
              </p:grpSpPr>
              <p:sp>
                <p:nvSpPr>
                  <p:cNvPr id="46" name="Rectangle 45">
                    <a:extLst>
                      <a:ext uri="{FF2B5EF4-FFF2-40B4-BE49-F238E27FC236}">
                        <a16:creationId xmlns:a16="http://schemas.microsoft.com/office/drawing/2014/main" id="{2921155D-DC81-7053-6565-8C4D58DA71F1}"/>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7" name="Rectangle 46">
                    <a:extLst>
                      <a:ext uri="{FF2B5EF4-FFF2-40B4-BE49-F238E27FC236}">
                        <a16:creationId xmlns:a16="http://schemas.microsoft.com/office/drawing/2014/main" id="{3E69B040-3D18-D99C-9DE5-B399B6D56DC7}"/>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43" name="Group 42">
                  <a:extLst>
                    <a:ext uri="{FF2B5EF4-FFF2-40B4-BE49-F238E27FC236}">
                      <a16:creationId xmlns:a16="http://schemas.microsoft.com/office/drawing/2014/main" id="{812F6BAD-9507-C7BC-33DA-C1C246E2072C}"/>
                    </a:ext>
                  </a:extLst>
                </p:cNvPr>
                <p:cNvGrpSpPr/>
                <p:nvPr/>
              </p:nvGrpSpPr>
              <p:grpSpPr>
                <a:xfrm>
                  <a:off x="2023872" y="3128772"/>
                  <a:ext cx="1343676" cy="67056"/>
                  <a:chOff x="2023872" y="3128772"/>
                  <a:chExt cx="1343676" cy="67056"/>
                </a:xfrm>
              </p:grpSpPr>
              <p:sp>
                <p:nvSpPr>
                  <p:cNvPr id="44" name="Rectangle 43">
                    <a:extLst>
                      <a:ext uri="{FF2B5EF4-FFF2-40B4-BE49-F238E27FC236}">
                        <a16:creationId xmlns:a16="http://schemas.microsoft.com/office/drawing/2014/main" id="{CD47EA82-CF41-B62D-688D-CA1B65CC0D41}"/>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5" name="Rectangle 44">
                    <a:extLst>
                      <a:ext uri="{FF2B5EF4-FFF2-40B4-BE49-F238E27FC236}">
                        <a16:creationId xmlns:a16="http://schemas.microsoft.com/office/drawing/2014/main" id="{FC00AC7D-B5FD-548D-3EEB-83F9D8E77CF0}"/>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41" name="TextBox 40">
                <a:extLst>
                  <a:ext uri="{FF2B5EF4-FFF2-40B4-BE49-F238E27FC236}">
                    <a16:creationId xmlns:a16="http://schemas.microsoft.com/office/drawing/2014/main" id="{31DB634A-2951-A3F5-4BEE-A7E545334073}"/>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CO" kern="0">
                    <a:solidFill>
                      <a:prstClr val="black"/>
                    </a:solidFill>
                    <a:latin typeface="Aptos" panose="02110004020202020204"/>
                  </a:rPr>
                  <a:t>4</a:t>
                </a:r>
                <a:r>
                  <a:rPr lang="es-MX" kern="0">
                    <a:solidFill>
                      <a:prstClr val="black"/>
                    </a:solidFill>
                    <a:latin typeface="Aptos" panose="02110004020202020204"/>
                  </a:rPr>
                  <a:t>_8</a:t>
                </a:r>
                <a:endParaRPr lang="en-US" kern="0">
                  <a:solidFill>
                    <a:prstClr val="black"/>
                  </a:solidFill>
                  <a:latin typeface="Aptos" panose="02110004020202020204"/>
                </a:endParaRPr>
              </a:p>
            </p:txBody>
          </p:sp>
        </p:grpSp>
      </p:grpSp>
      <p:grpSp>
        <p:nvGrpSpPr>
          <p:cNvPr id="85" name="Group 84">
            <a:extLst>
              <a:ext uri="{FF2B5EF4-FFF2-40B4-BE49-F238E27FC236}">
                <a16:creationId xmlns:a16="http://schemas.microsoft.com/office/drawing/2014/main" id="{E2ECDA56-0445-8133-BC91-C5C3914FAB5F}"/>
              </a:ext>
            </a:extLst>
          </p:cNvPr>
          <p:cNvGrpSpPr/>
          <p:nvPr/>
        </p:nvGrpSpPr>
        <p:grpSpPr>
          <a:xfrm>
            <a:off x="5424162" y="3614705"/>
            <a:ext cx="1344396" cy="2292447"/>
            <a:chOff x="5424162" y="3713743"/>
            <a:chExt cx="1344396" cy="2292447"/>
          </a:xfrm>
        </p:grpSpPr>
        <p:grpSp>
          <p:nvGrpSpPr>
            <p:cNvPr id="48" name="Group 47">
              <a:extLst>
                <a:ext uri="{FF2B5EF4-FFF2-40B4-BE49-F238E27FC236}">
                  <a16:creationId xmlns:a16="http://schemas.microsoft.com/office/drawing/2014/main" id="{41BE6553-CCF1-954B-22E6-9597DE9A4E9E}"/>
                </a:ext>
              </a:extLst>
            </p:cNvPr>
            <p:cNvGrpSpPr/>
            <p:nvPr/>
          </p:nvGrpSpPr>
          <p:grpSpPr>
            <a:xfrm>
              <a:off x="5424162" y="3713743"/>
              <a:ext cx="1343676" cy="631598"/>
              <a:chOff x="2222345" y="4139233"/>
              <a:chExt cx="1343676" cy="631598"/>
            </a:xfrm>
          </p:grpSpPr>
          <p:sp>
            <p:nvSpPr>
              <p:cNvPr id="49" name="Rectangle: Rounded Corners 48">
                <a:extLst>
                  <a:ext uri="{FF2B5EF4-FFF2-40B4-BE49-F238E27FC236}">
                    <a16:creationId xmlns:a16="http://schemas.microsoft.com/office/drawing/2014/main" id="{119A47D4-A2CA-BFE1-07F6-CF6917CF8CF3}"/>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50" name="Group 49">
                <a:extLst>
                  <a:ext uri="{FF2B5EF4-FFF2-40B4-BE49-F238E27FC236}">
                    <a16:creationId xmlns:a16="http://schemas.microsoft.com/office/drawing/2014/main" id="{208BE26B-C72C-2E3B-1F94-B334EDAA749C}"/>
                  </a:ext>
                </a:extLst>
              </p:cNvPr>
              <p:cNvGrpSpPr/>
              <p:nvPr/>
            </p:nvGrpSpPr>
            <p:grpSpPr>
              <a:xfrm>
                <a:off x="2222345" y="4247006"/>
                <a:ext cx="1343676" cy="416052"/>
                <a:chOff x="2023872" y="2779776"/>
                <a:chExt cx="1343676" cy="416052"/>
              </a:xfrm>
            </p:grpSpPr>
            <p:grpSp>
              <p:nvGrpSpPr>
                <p:cNvPr id="52" name="Group 51">
                  <a:extLst>
                    <a:ext uri="{FF2B5EF4-FFF2-40B4-BE49-F238E27FC236}">
                      <a16:creationId xmlns:a16="http://schemas.microsoft.com/office/drawing/2014/main" id="{9911C7B9-E5E6-1469-3487-766845333ECD}"/>
                    </a:ext>
                  </a:extLst>
                </p:cNvPr>
                <p:cNvGrpSpPr/>
                <p:nvPr/>
              </p:nvGrpSpPr>
              <p:grpSpPr>
                <a:xfrm>
                  <a:off x="2023872" y="2779776"/>
                  <a:ext cx="1343676" cy="67056"/>
                  <a:chOff x="2023872" y="2779776"/>
                  <a:chExt cx="1343676" cy="67056"/>
                </a:xfrm>
              </p:grpSpPr>
              <p:sp>
                <p:nvSpPr>
                  <p:cNvPr id="56" name="Rectangle 55">
                    <a:extLst>
                      <a:ext uri="{FF2B5EF4-FFF2-40B4-BE49-F238E27FC236}">
                        <a16:creationId xmlns:a16="http://schemas.microsoft.com/office/drawing/2014/main" id="{DF743F49-2223-DC6C-AC13-E71AE4149481}"/>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7" name="Rectangle 56">
                    <a:extLst>
                      <a:ext uri="{FF2B5EF4-FFF2-40B4-BE49-F238E27FC236}">
                        <a16:creationId xmlns:a16="http://schemas.microsoft.com/office/drawing/2014/main" id="{FE853BF6-488F-3C14-F2DA-D1746119B5E0}"/>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53" name="Group 52">
                  <a:extLst>
                    <a:ext uri="{FF2B5EF4-FFF2-40B4-BE49-F238E27FC236}">
                      <a16:creationId xmlns:a16="http://schemas.microsoft.com/office/drawing/2014/main" id="{E3ABB061-8388-BB7B-F99B-E50DB0BB844A}"/>
                    </a:ext>
                  </a:extLst>
                </p:cNvPr>
                <p:cNvGrpSpPr/>
                <p:nvPr/>
              </p:nvGrpSpPr>
              <p:grpSpPr>
                <a:xfrm>
                  <a:off x="2023872" y="3128772"/>
                  <a:ext cx="1343676" cy="67056"/>
                  <a:chOff x="2023872" y="3128772"/>
                  <a:chExt cx="1343676" cy="67056"/>
                </a:xfrm>
              </p:grpSpPr>
              <p:sp>
                <p:nvSpPr>
                  <p:cNvPr id="54" name="Rectangle 53">
                    <a:extLst>
                      <a:ext uri="{FF2B5EF4-FFF2-40B4-BE49-F238E27FC236}">
                        <a16:creationId xmlns:a16="http://schemas.microsoft.com/office/drawing/2014/main" id="{3C0A9B6F-AF33-0366-BA0D-5447BA33D86F}"/>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5" name="Rectangle 54">
                    <a:extLst>
                      <a:ext uri="{FF2B5EF4-FFF2-40B4-BE49-F238E27FC236}">
                        <a16:creationId xmlns:a16="http://schemas.microsoft.com/office/drawing/2014/main" id="{9DBD1C6E-AA94-A213-BFCD-00B242617990}"/>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51" name="TextBox 50">
                <a:extLst>
                  <a:ext uri="{FF2B5EF4-FFF2-40B4-BE49-F238E27FC236}">
                    <a16:creationId xmlns:a16="http://schemas.microsoft.com/office/drawing/2014/main" id="{19D4FE42-F41A-5CA0-A1C3-AF59F6137736}"/>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TP</a:t>
                </a:r>
                <a:endParaRPr lang="en-US" kern="0">
                  <a:solidFill>
                    <a:prstClr val="black"/>
                  </a:solidFill>
                  <a:latin typeface="Aptos" panose="02110004020202020204"/>
                </a:endParaRPr>
              </a:p>
            </p:txBody>
          </p:sp>
        </p:grpSp>
        <p:grpSp>
          <p:nvGrpSpPr>
            <p:cNvPr id="58" name="Group 57">
              <a:extLst>
                <a:ext uri="{FF2B5EF4-FFF2-40B4-BE49-F238E27FC236}">
                  <a16:creationId xmlns:a16="http://schemas.microsoft.com/office/drawing/2014/main" id="{B32781FD-CA38-5C1A-0673-4F2B379572F2}"/>
                </a:ext>
              </a:extLst>
            </p:cNvPr>
            <p:cNvGrpSpPr/>
            <p:nvPr/>
          </p:nvGrpSpPr>
          <p:grpSpPr>
            <a:xfrm>
              <a:off x="5424882" y="5374592"/>
              <a:ext cx="1343676" cy="631598"/>
              <a:chOff x="2222345" y="4139233"/>
              <a:chExt cx="1343676" cy="631598"/>
            </a:xfrm>
          </p:grpSpPr>
          <p:sp>
            <p:nvSpPr>
              <p:cNvPr id="59" name="Rectangle: Rounded Corners 58">
                <a:extLst>
                  <a:ext uri="{FF2B5EF4-FFF2-40B4-BE49-F238E27FC236}">
                    <a16:creationId xmlns:a16="http://schemas.microsoft.com/office/drawing/2014/main" id="{DC8F9BA6-6414-87CB-5173-4AD473F8114A}"/>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60" name="Group 59">
                <a:extLst>
                  <a:ext uri="{FF2B5EF4-FFF2-40B4-BE49-F238E27FC236}">
                    <a16:creationId xmlns:a16="http://schemas.microsoft.com/office/drawing/2014/main" id="{5E04679C-A6E0-9A29-04C5-0D59D61E9B53}"/>
                  </a:ext>
                </a:extLst>
              </p:cNvPr>
              <p:cNvGrpSpPr/>
              <p:nvPr/>
            </p:nvGrpSpPr>
            <p:grpSpPr>
              <a:xfrm>
                <a:off x="2222345" y="4247006"/>
                <a:ext cx="1343676" cy="416052"/>
                <a:chOff x="2023872" y="2779776"/>
                <a:chExt cx="1343676" cy="416052"/>
              </a:xfrm>
            </p:grpSpPr>
            <p:grpSp>
              <p:nvGrpSpPr>
                <p:cNvPr id="62" name="Group 61">
                  <a:extLst>
                    <a:ext uri="{FF2B5EF4-FFF2-40B4-BE49-F238E27FC236}">
                      <a16:creationId xmlns:a16="http://schemas.microsoft.com/office/drawing/2014/main" id="{6F44154F-B532-0F45-4EA8-FD1BA20088A4}"/>
                    </a:ext>
                  </a:extLst>
                </p:cNvPr>
                <p:cNvGrpSpPr/>
                <p:nvPr/>
              </p:nvGrpSpPr>
              <p:grpSpPr>
                <a:xfrm>
                  <a:off x="2023872" y="2779776"/>
                  <a:ext cx="1343676" cy="67056"/>
                  <a:chOff x="2023872" y="2779776"/>
                  <a:chExt cx="1343676" cy="67056"/>
                </a:xfrm>
              </p:grpSpPr>
              <p:sp>
                <p:nvSpPr>
                  <p:cNvPr id="66" name="Rectangle 65">
                    <a:extLst>
                      <a:ext uri="{FF2B5EF4-FFF2-40B4-BE49-F238E27FC236}">
                        <a16:creationId xmlns:a16="http://schemas.microsoft.com/office/drawing/2014/main" id="{09875488-CA31-D85D-A765-86CD5F863F49}"/>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7" name="Rectangle 66">
                    <a:extLst>
                      <a:ext uri="{FF2B5EF4-FFF2-40B4-BE49-F238E27FC236}">
                        <a16:creationId xmlns:a16="http://schemas.microsoft.com/office/drawing/2014/main" id="{60795ADE-3B2D-12AE-643D-547BB1B43D65}"/>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63" name="Group 62">
                  <a:extLst>
                    <a:ext uri="{FF2B5EF4-FFF2-40B4-BE49-F238E27FC236}">
                      <a16:creationId xmlns:a16="http://schemas.microsoft.com/office/drawing/2014/main" id="{CE228997-EA6F-9F58-1972-A3360BC46554}"/>
                    </a:ext>
                  </a:extLst>
                </p:cNvPr>
                <p:cNvGrpSpPr/>
                <p:nvPr/>
              </p:nvGrpSpPr>
              <p:grpSpPr>
                <a:xfrm>
                  <a:off x="2023872" y="3128772"/>
                  <a:ext cx="1343676" cy="67056"/>
                  <a:chOff x="2023872" y="3128772"/>
                  <a:chExt cx="1343676" cy="67056"/>
                </a:xfrm>
              </p:grpSpPr>
              <p:sp>
                <p:nvSpPr>
                  <p:cNvPr id="64" name="Rectangle 63">
                    <a:extLst>
                      <a:ext uri="{FF2B5EF4-FFF2-40B4-BE49-F238E27FC236}">
                        <a16:creationId xmlns:a16="http://schemas.microsoft.com/office/drawing/2014/main" id="{58FBFC0B-B089-B848-BBEF-62D2668A0B06}"/>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5" name="Rectangle 64">
                    <a:extLst>
                      <a:ext uri="{FF2B5EF4-FFF2-40B4-BE49-F238E27FC236}">
                        <a16:creationId xmlns:a16="http://schemas.microsoft.com/office/drawing/2014/main" id="{239C71FF-D0A9-B959-657D-943D60847D21}"/>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61" name="TextBox 60">
                <a:extLst>
                  <a:ext uri="{FF2B5EF4-FFF2-40B4-BE49-F238E27FC236}">
                    <a16:creationId xmlns:a16="http://schemas.microsoft.com/office/drawing/2014/main" id="{2D392E34-0585-29CD-7C39-41168372CE2B}"/>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BM</a:t>
                </a:r>
                <a:endParaRPr lang="en-US" kern="0">
                  <a:solidFill>
                    <a:prstClr val="black"/>
                  </a:solidFill>
                  <a:latin typeface="Aptos" panose="02110004020202020204"/>
                </a:endParaRPr>
              </a:p>
            </p:txBody>
          </p:sp>
        </p:grpSp>
      </p:grpSp>
      <p:pic>
        <p:nvPicPr>
          <p:cNvPr id="72" name="Picture 71">
            <a:extLst>
              <a:ext uri="{FF2B5EF4-FFF2-40B4-BE49-F238E27FC236}">
                <a16:creationId xmlns:a16="http://schemas.microsoft.com/office/drawing/2014/main" id="{7E52FAA1-06FD-B44E-497B-3D29FF71FA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71" y="891467"/>
            <a:ext cx="3602743" cy="2368301"/>
          </a:xfrm>
          <a:prstGeom prst="rect">
            <a:avLst/>
          </a:prstGeom>
        </p:spPr>
      </p:pic>
      <p:pic>
        <p:nvPicPr>
          <p:cNvPr id="74" name="Picture 73">
            <a:extLst>
              <a:ext uri="{FF2B5EF4-FFF2-40B4-BE49-F238E27FC236}">
                <a16:creationId xmlns:a16="http://schemas.microsoft.com/office/drawing/2014/main" id="{28350197-7B1D-CB5E-8CD5-7B6B4F5F13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7985" y="891467"/>
            <a:ext cx="3602743" cy="2368301"/>
          </a:xfrm>
          <a:prstGeom prst="rect">
            <a:avLst/>
          </a:prstGeom>
        </p:spPr>
      </p:pic>
      <p:pic>
        <p:nvPicPr>
          <p:cNvPr id="76" name="Picture 75">
            <a:extLst>
              <a:ext uri="{FF2B5EF4-FFF2-40B4-BE49-F238E27FC236}">
                <a16:creationId xmlns:a16="http://schemas.microsoft.com/office/drawing/2014/main" id="{14C69DFF-AC02-B93F-165E-73E9371A67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4914" y="891467"/>
            <a:ext cx="3602743" cy="2368301"/>
          </a:xfrm>
          <a:prstGeom prst="rect">
            <a:avLst/>
          </a:prstGeom>
        </p:spPr>
      </p:pic>
      <p:cxnSp>
        <p:nvCxnSpPr>
          <p:cNvPr id="79" name="Connector: Elbow 78">
            <a:extLst>
              <a:ext uri="{FF2B5EF4-FFF2-40B4-BE49-F238E27FC236}">
                <a16:creationId xmlns:a16="http://schemas.microsoft.com/office/drawing/2014/main" id="{ADA54E58-610B-69B5-408E-2110D17E7B07}"/>
              </a:ext>
            </a:extLst>
          </p:cNvPr>
          <p:cNvCxnSpPr>
            <a:cxnSpLocks/>
            <a:stCxn id="105" idx="3"/>
            <a:endCxn id="54" idx="1"/>
          </p:cNvCxnSpPr>
          <p:nvPr/>
        </p:nvCxnSpPr>
        <p:spPr>
          <a:xfrm flipV="1">
            <a:off x="3074408" y="4105002"/>
            <a:ext cx="2349754" cy="481428"/>
          </a:xfrm>
          <a:prstGeom prst="bentConnector3">
            <a:avLst/>
          </a:prstGeom>
          <a:noFill/>
          <a:ln w="19050" cap="flat" cmpd="sng" algn="ctr">
            <a:solidFill>
              <a:srgbClr val="156082"/>
            </a:solidFill>
            <a:prstDash val="solid"/>
            <a:miter lim="800000"/>
          </a:ln>
          <a:effectLst/>
        </p:spPr>
      </p:cxnSp>
      <p:cxnSp>
        <p:nvCxnSpPr>
          <p:cNvPr id="82" name="Connector: Elbow 81">
            <a:extLst>
              <a:ext uri="{FF2B5EF4-FFF2-40B4-BE49-F238E27FC236}">
                <a16:creationId xmlns:a16="http://schemas.microsoft.com/office/drawing/2014/main" id="{09C4C51F-5AA6-1D6C-34E2-99688A94DD3B}"/>
              </a:ext>
            </a:extLst>
          </p:cNvPr>
          <p:cNvCxnSpPr>
            <a:cxnSpLocks/>
            <a:stCxn id="103" idx="3"/>
            <a:endCxn id="64" idx="1"/>
          </p:cNvCxnSpPr>
          <p:nvPr/>
        </p:nvCxnSpPr>
        <p:spPr>
          <a:xfrm>
            <a:off x="3074408" y="4935426"/>
            <a:ext cx="2350474" cy="830425"/>
          </a:xfrm>
          <a:prstGeom prst="bentConnector3">
            <a:avLst/>
          </a:prstGeom>
          <a:noFill/>
          <a:ln w="19050" cap="flat" cmpd="sng" algn="ctr">
            <a:solidFill>
              <a:srgbClr val="156082"/>
            </a:solidFill>
            <a:prstDash val="solid"/>
            <a:miter lim="800000"/>
          </a:ln>
          <a:effectLst/>
        </p:spPr>
      </p:cxnSp>
      <p:cxnSp>
        <p:nvCxnSpPr>
          <p:cNvPr id="87" name="Connector: Elbow 86">
            <a:extLst>
              <a:ext uri="{FF2B5EF4-FFF2-40B4-BE49-F238E27FC236}">
                <a16:creationId xmlns:a16="http://schemas.microsoft.com/office/drawing/2014/main" id="{A6B62395-27D5-D065-D91D-C64E0D7324C1}"/>
              </a:ext>
            </a:extLst>
          </p:cNvPr>
          <p:cNvCxnSpPr>
            <a:cxnSpLocks/>
            <a:stCxn id="57" idx="3"/>
            <a:endCxn id="44" idx="1"/>
          </p:cNvCxnSpPr>
          <p:nvPr/>
        </p:nvCxnSpPr>
        <p:spPr>
          <a:xfrm>
            <a:off x="6767838" y="3756006"/>
            <a:ext cx="2207910" cy="44252"/>
          </a:xfrm>
          <a:prstGeom prst="bentConnector3">
            <a:avLst/>
          </a:prstGeom>
          <a:noFill/>
          <a:ln w="19050" cap="flat" cmpd="sng" algn="ctr">
            <a:solidFill>
              <a:srgbClr val="156082"/>
            </a:solidFill>
            <a:prstDash val="solid"/>
            <a:miter lim="800000"/>
          </a:ln>
          <a:effectLst/>
        </p:spPr>
      </p:cxnSp>
      <p:cxnSp>
        <p:nvCxnSpPr>
          <p:cNvPr id="91" name="Connector: Elbow 90">
            <a:extLst>
              <a:ext uri="{FF2B5EF4-FFF2-40B4-BE49-F238E27FC236}">
                <a16:creationId xmlns:a16="http://schemas.microsoft.com/office/drawing/2014/main" id="{56D7638C-3E2C-DD41-8ABB-65CCA790AFCB}"/>
              </a:ext>
            </a:extLst>
          </p:cNvPr>
          <p:cNvCxnSpPr>
            <a:cxnSpLocks/>
            <a:stCxn id="55" idx="3"/>
            <a:endCxn id="34" idx="1"/>
          </p:cNvCxnSpPr>
          <p:nvPr/>
        </p:nvCxnSpPr>
        <p:spPr>
          <a:xfrm>
            <a:off x="6767838" y="4105002"/>
            <a:ext cx="2207910" cy="437163"/>
          </a:xfrm>
          <a:prstGeom prst="bentConnector3">
            <a:avLst/>
          </a:prstGeom>
          <a:noFill/>
          <a:ln w="19050" cap="flat" cmpd="sng" algn="ctr">
            <a:solidFill>
              <a:srgbClr val="156082"/>
            </a:solidFill>
            <a:prstDash val="solid"/>
            <a:miter lim="800000"/>
          </a:ln>
          <a:effectLst/>
        </p:spPr>
      </p:cxnSp>
      <p:cxnSp>
        <p:nvCxnSpPr>
          <p:cNvPr id="95" name="Connector: Elbow 94">
            <a:extLst>
              <a:ext uri="{FF2B5EF4-FFF2-40B4-BE49-F238E27FC236}">
                <a16:creationId xmlns:a16="http://schemas.microsoft.com/office/drawing/2014/main" id="{930B44D9-1A57-ACB8-599F-829039F18D1E}"/>
              </a:ext>
            </a:extLst>
          </p:cNvPr>
          <p:cNvCxnSpPr>
            <a:cxnSpLocks/>
            <a:stCxn id="67" idx="3"/>
            <a:endCxn id="24" idx="1"/>
          </p:cNvCxnSpPr>
          <p:nvPr/>
        </p:nvCxnSpPr>
        <p:spPr>
          <a:xfrm flipV="1">
            <a:off x="6768558" y="5284072"/>
            <a:ext cx="2207190" cy="132783"/>
          </a:xfrm>
          <a:prstGeom prst="bentConnector3">
            <a:avLst/>
          </a:prstGeom>
          <a:noFill/>
          <a:ln w="19050" cap="flat" cmpd="sng" algn="ctr">
            <a:solidFill>
              <a:srgbClr val="156082"/>
            </a:solidFill>
            <a:prstDash val="solid"/>
            <a:miter lim="800000"/>
          </a:ln>
          <a:effectLst/>
        </p:spPr>
      </p:cxnSp>
      <p:cxnSp>
        <p:nvCxnSpPr>
          <p:cNvPr id="107" name="Connector: Elbow 106">
            <a:extLst>
              <a:ext uri="{FF2B5EF4-FFF2-40B4-BE49-F238E27FC236}">
                <a16:creationId xmlns:a16="http://schemas.microsoft.com/office/drawing/2014/main" id="{2B133BB5-9DAC-CCAC-B0DD-EB6AF8FE1AFC}"/>
              </a:ext>
            </a:extLst>
          </p:cNvPr>
          <p:cNvCxnSpPr>
            <a:cxnSpLocks/>
            <a:stCxn id="65" idx="3"/>
            <a:endCxn id="14" idx="1"/>
          </p:cNvCxnSpPr>
          <p:nvPr/>
        </p:nvCxnSpPr>
        <p:spPr>
          <a:xfrm>
            <a:off x="6768558" y="5765851"/>
            <a:ext cx="2207190" cy="262665"/>
          </a:xfrm>
          <a:prstGeom prst="bentConnector3">
            <a:avLst/>
          </a:prstGeom>
          <a:noFill/>
          <a:ln w="19050" cap="flat" cmpd="sng" algn="ctr">
            <a:solidFill>
              <a:srgbClr val="156082"/>
            </a:solidFill>
            <a:prstDash val="solid"/>
            <a:miter lim="800000"/>
          </a:ln>
          <a:effectLst/>
        </p:spPr>
      </p:cxnSp>
      <p:cxnSp>
        <p:nvCxnSpPr>
          <p:cNvPr id="112" name="Straight Connector 111">
            <a:extLst>
              <a:ext uri="{FF2B5EF4-FFF2-40B4-BE49-F238E27FC236}">
                <a16:creationId xmlns:a16="http://schemas.microsoft.com/office/drawing/2014/main" id="{9B04F62F-D174-91CB-2FED-581A6FEDE69E}"/>
              </a:ext>
            </a:extLst>
          </p:cNvPr>
          <p:cNvCxnSpPr>
            <a:cxnSpLocks/>
          </p:cNvCxnSpPr>
          <p:nvPr/>
        </p:nvCxnSpPr>
        <p:spPr>
          <a:xfrm>
            <a:off x="7961834" y="835730"/>
            <a:ext cx="0" cy="5466747"/>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21" name="Group 120">
            <a:extLst>
              <a:ext uri="{FF2B5EF4-FFF2-40B4-BE49-F238E27FC236}">
                <a16:creationId xmlns:a16="http://schemas.microsoft.com/office/drawing/2014/main" id="{0F22191E-8C7D-6959-7426-4B5DE5A23D06}"/>
              </a:ext>
            </a:extLst>
          </p:cNvPr>
          <p:cNvGrpSpPr/>
          <p:nvPr/>
        </p:nvGrpSpPr>
        <p:grpSpPr>
          <a:xfrm>
            <a:off x="3040835" y="4312966"/>
            <a:ext cx="733755" cy="674276"/>
            <a:chOff x="3625793" y="4306223"/>
            <a:chExt cx="733755" cy="674276"/>
          </a:xfrm>
        </p:grpSpPr>
        <p:sp>
          <p:nvSpPr>
            <p:cNvPr id="115" name="TextBox 114">
              <a:extLst>
                <a:ext uri="{FF2B5EF4-FFF2-40B4-BE49-F238E27FC236}">
                  <a16:creationId xmlns:a16="http://schemas.microsoft.com/office/drawing/2014/main" id="{3FF37F96-07F7-751B-3B9B-A5A889B0040B}"/>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16" name="TextBox 115">
              <a:extLst>
                <a:ext uri="{FF2B5EF4-FFF2-40B4-BE49-F238E27FC236}">
                  <a16:creationId xmlns:a16="http://schemas.microsoft.com/office/drawing/2014/main" id="{E78EA845-029D-5824-E852-10174A595266}"/>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122" name="Group 121">
            <a:extLst>
              <a:ext uri="{FF2B5EF4-FFF2-40B4-BE49-F238E27FC236}">
                <a16:creationId xmlns:a16="http://schemas.microsoft.com/office/drawing/2014/main" id="{38D85CBF-4E54-9847-BB98-786657FF997E}"/>
              </a:ext>
            </a:extLst>
          </p:cNvPr>
          <p:cNvGrpSpPr/>
          <p:nvPr/>
        </p:nvGrpSpPr>
        <p:grpSpPr>
          <a:xfrm>
            <a:off x="6732147" y="3465741"/>
            <a:ext cx="733755" cy="674276"/>
            <a:chOff x="3625793" y="4306223"/>
            <a:chExt cx="733755" cy="674276"/>
          </a:xfrm>
        </p:grpSpPr>
        <p:sp>
          <p:nvSpPr>
            <p:cNvPr id="123" name="TextBox 122">
              <a:extLst>
                <a:ext uri="{FF2B5EF4-FFF2-40B4-BE49-F238E27FC236}">
                  <a16:creationId xmlns:a16="http://schemas.microsoft.com/office/drawing/2014/main" id="{9912BB4A-ED45-90B9-0E98-C650286F70E3}"/>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24" name="TextBox 123">
              <a:extLst>
                <a:ext uri="{FF2B5EF4-FFF2-40B4-BE49-F238E27FC236}">
                  <a16:creationId xmlns:a16="http://schemas.microsoft.com/office/drawing/2014/main" id="{14278604-9382-0DC3-1A21-816314737B9D}"/>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125" name="Group 124">
            <a:extLst>
              <a:ext uri="{FF2B5EF4-FFF2-40B4-BE49-F238E27FC236}">
                <a16:creationId xmlns:a16="http://schemas.microsoft.com/office/drawing/2014/main" id="{A9584024-2112-B55C-BEDB-6C7896C51504}"/>
              </a:ext>
            </a:extLst>
          </p:cNvPr>
          <p:cNvGrpSpPr/>
          <p:nvPr/>
        </p:nvGrpSpPr>
        <p:grpSpPr>
          <a:xfrm>
            <a:off x="6732147" y="5109274"/>
            <a:ext cx="733755" cy="674276"/>
            <a:chOff x="3625793" y="4306223"/>
            <a:chExt cx="733755" cy="674276"/>
          </a:xfrm>
        </p:grpSpPr>
        <p:sp>
          <p:nvSpPr>
            <p:cNvPr id="126" name="TextBox 125">
              <a:extLst>
                <a:ext uri="{FF2B5EF4-FFF2-40B4-BE49-F238E27FC236}">
                  <a16:creationId xmlns:a16="http://schemas.microsoft.com/office/drawing/2014/main" id="{9E8E406D-A35C-B905-0725-B6CE00698876}"/>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27" name="TextBox 126">
              <a:extLst>
                <a:ext uri="{FF2B5EF4-FFF2-40B4-BE49-F238E27FC236}">
                  <a16:creationId xmlns:a16="http://schemas.microsoft.com/office/drawing/2014/main" id="{BD09C85F-C659-B68C-5D95-8C743EEBF5A8}"/>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mc:AlternateContent xmlns:mc="http://schemas.openxmlformats.org/markup-compatibility/2006">
        <mc:Choice xmlns:a14="http://schemas.microsoft.com/office/drawing/2010/main" Requires="a14">
          <p:sp>
            <p:nvSpPr>
              <p:cNvPr id="68" name="CuadroTexto 123">
                <a:extLst>
                  <a:ext uri="{FF2B5EF4-FFF2-40B4-BE49-F238E27FC236}">
                    <a16:creationId xmlns:a16="http://schemas.microsoft.com/office/drawing/2014/main" id="{0F4B6483-45E6-F8F0-3921-20CDD97C27D0}"/>
                  </a:ext>
                </a:extLst>
              </p:cNvPr>
              <p:cNvSpPr txBox="1"/>
              <p:nvPr/>
            </p:nvSpPr>
            <p:spPr>
              <a:xfrm>
                <a:off x="1078352" y="3672708"/>
                <a:ext cx="248221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noProof="0" smtClean="0">
                          <a:latin typeface="Cambria Math" panose="02040503050406030204" pitchFamily="18" charset="0"/>
                          <a:ea typeface="Cambria Math" panose="02040503050406030204" pitchFamily="18" charset="0"/>
                        </a:rPr>
                        <m:t>∆</m:t>
                      </m:r>
                      <m:r>
                        <a:rPr lang="es-CO" i="1">
                          <a:latin typeface="Cambria Math" panose="02040503050406030204" pitchFamily="18" charset="0"/>
                          <a:ea typeface="Cambria Math" panose="02040503050406030204" pitchFamily="18" charset="0"/>
                        </a:rPr>
                        <m:t>𝐿</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𝐿</m:t>
                      </m:r>
                    </m:oMath>
                  </m:oMathPara>
                </a14:m>
                <a:endParaRPr lang="es-CO" noProof="0" dirty="0"/>
              </a:p>
            </p:txBody>
          </p:sp>
        </mc:Choice>
        <mc:Fallback>
          <p:sp>
            <p:nvSpPr>
              <p:cNvPr id="68" name="CuadroTexto 123">
                <a:extLst>
                  <a:ext uri="{FF2B5EF4-FFF2-40B4-BE49-F238E27FC236}">
                    <a16:creationId xmlns:a16="http://schemas.microsoft.com/office/drawing/2014/main" id="{0F4B6483-45E6-F8F0-3921-20CDD97C27D0}"/>
                  </a:ext>
                </a:extLst>
              </p:cNvPr>
              <p:cNvSpPr txBox="1">
                <a:spLocks noRot="1" noChangeAspect="1" noMove="1" noResize="1" noEditPoints="1" noAdjustHandles="1" noChangeArrowheads="1" noChangeShapeType="1" noTextEdit="1"/>
              </p:cNvSpPr>
              <p:nvPr/>
            </p:nvSpPr>
            <p:spPr>
              <a:xfrm>
                <a:off x="1078352" y="3672708"/>
                <a:ext cx="248221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9" name="CuadroTexto 138">
                <a:extLst>
                  <a:ext uri="{FF2B5EF4-FFF2-40B4-BE49-F238E27FC236}">
                    <a16:creationId xmlns:a16="http://schemas.microsoft.com/office/drawing/2014/main" id="{B442ABC9-7D52-4D3A-9154-42DB92752DBA}"/>
                  </a:ext>
                </a:extLst>
              </p:cNvPr>
              <p:cNvSpPr txBox="1"/>
              <p:nvPr/>
            </p:nvSpPr>
            <p:spPr>
              <a:xfrm>
                <a:off x="1606331" y="3965574"/>
                <a:ext cx="17837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noProof="0" smtClean="0">
                          <a:latin typeface="Cambria Math" panose="02040503050406030204" pitchFamily="18" charset="0"/>
                          <a:ea typeface="Cambria Math" panose="02040503050406030204" pitchFamily="18" charset="0"/>
                        </a:rPr>
                        <m:t>𝐹</m:t>
                      </m:r>
                      <m:r>
                        <a:rPr lang="es-ES" b="0" i="1" noProof="0" smtClean="0">
                          <a:latin typeface="Cambria Math" panose="02040503050406030204" pitchFamily="18" charset="0"/>
                          <a:ea typeface="Cambria Math" panose="02040503050406030204" pitchFamily="18" charset="0"/>
                        </a:rPr>
                        <m:t>𝑆𝑅</m:t>
                      </m:r>
                      <m:r>
                        <a:rPr lang="es-ES" b="0" i="1" noProof="0" smtClean="0">
                          <a:latin typeface="Cambria Math" panose="02040503050406030204" pitchFamily="18" charset="0"/>
                          <a:ea typeface="Cambria Math" panose="02040503050406030204" pitchFamily="18" charset="0"/>
                        </a:rPr>
                        <m:t>=25 </m:t>
                      </m:r>
                      <m:r>
                        <a:rPr lang="es-ES" b="0" i="1" noProof="0" smtClean="0">
                          <a:latin typeface="Cambria Math" panose="02040503050406030204" pitchFamily="18" charset="0"/>
                          <a:ea typeface="Cambria Math" panose="02040503050406030204" pitchFamily="18" charset="0"/>
                        </a:rPr>
                        <m:t>𝑛𝑚</m:t>
                      </m:r>
                    </m:oMath>
                  </m:oMathPara>
                </a14:m>
                <a:endParaRPr lang="es-CO" noProof="0" dirty="0"/>
              </a:p>
            </p:txBody>
          </p:sp>
        </mc:Choice>
        <mc:Fallback>
          <p:sp>
            <p:nvSpPr>
              <p:cNvPr id="69" name="CuadroTexto 138">
                <a:extLst>
                  <a:ext uri="{FF2B5EF4-FFF2-40B4-BE49-F238E27FC236}">
                    <a16:creationId xmlns:a16="http://schemas.microsoft.com/office/drawing/2014/main" id="{B442ABC9-7D52-4D3A-9154-42DB92752DBA}"/>
                  </a:ext>
                </a:extLst>
              </p:cNvPr>
              <p:cNvSpPr txBox="1">
                <a:spLocks noRot="1" noChangeAspect="1" noMove="1" noResize="1" noEditPoints="1" noAdjustHandles="1" noChangeArrowheads="1" noChangeShapeType="1" noTextEdit="1"/>
              </p:cNvSpPr>
              <p:nvPr/>
            </p:nvSpPr>
            <p:spPr>
              <a:xfrm>
                <a:off x="1606331" y="3965574"/>
                <a:ext cx="178374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 name="CuadroTexto 121">
                <a:extLst>
                  <a:ext uri="{FF2B5EF4-FFF2-40B4-BE49-F238E27FC236}">
                    <a16:creationId xmlns:a16="http://schemas.microsoft.com/office/drawing/2014/main" id="{ACA54A49-B6F3-7794-F1C8-954CBC797547}"/>
                  </a:ext>
                </a:extLst>
              </p:cNvPr>
              <p:cNvSpPr txBox="1"/>
              <p:nvPr/>
            </p:nvSpPr>
            <p:spPr>
              <a:xfrm>
                <a:off x="5537690" y="4370557"/>
                <a:ext cx="11367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i="1" noProof="0" smtClean="0">
                          <a:latin typeface="Cambria Math" panose="02040503050406030204" pitchFamily="18" charset="0"/>
                          <a:ea typeface="Cambria Math" panose="02040503050406030204" pitchFamily="18" charset="0"/>
                        </a:rPr>
                        <m:t>∆</m:t>
                      </m:r>
                      <m:r>
                        <a:rPr lang="es-CO" b="0" i="1" noProof="0" smtClean="0">
                          <a:latin typeface="Cambria Math" panose="02040503050406030204" pitchFamily="18" charset="0"/>
                          <a:ea typeface="Cambria Math" panose="02040503050406030204" pitchFamily="18" charset="0"/>
                        </a:rPr>
                        <m:t>𝐿</m:t>
                      </m:r>
                      <m:r>
                        <a:rPr lang="es-ES" b="0" i="1" noProof="0" smtClean="0">
                          <a:latin typeface="Cambria Math" panose="02040503050406030204" pitchFamily="18" charset="0"/>
                          <a:ea typeface="Cambria Math" panose="02040503050406030204" pitchFamily="18" charset="0"/>
                        </a:rPr>
                        <m:t>=</m:t>
                      </m:r>
                      <m:r>
                        <a:rPr lang="es-ES" b="0" i="1" noProof="0" smtClean="0">
                          <a:latin typeface="Cambria Math" panose="02040503050406030204" pitchFamily="18" charset="0"/>
                          <a:ea typeface="Cambria Math" panose="02040503050406030204" pitchFamily="18" charset="0"/>
                        </a:rPr>
                        <m:t>𝐿</m:t>
                      </m:r>
                      <m:r>
                        <a:rPr lang="es-ES" b="0" i="1" noProof="0" smtClean="0">
                          <a:latin typeface="Cambria Math" panose="02040503050406030204" pitchFamily="18" charset="0"/>
                          <a:ea typeface="Cambria Math" panose="02040503050406030204" pitchFamily="18" charset="0"/>
                        </a:rPr>
                        <m:t>/2</m:t>
                      </m:r>
                    </m:oMath>
                  </m:oMathPara>
                </a14:m>
                <a:endParaRPr lang="es-CO" noProof="0" dirty="0"/>
              </a:p>
            </p:txBody>
          </p:sp>
        </mc:Choice>
        <mc:Fallback>
          <p:sp>
            <p:nvSpPr>
              <p:cNvPr id="70" name="CuadroTexto 121">
                <a:extLst>
                  <a:ext uri="{FF2B5EF4-FFF2-40B4-BE49-F238E27FC236}">
                    <a16:creationId xmlns:a16="http://schemas.microsoft.com/office/drawing/2014/main" id="{ACA54A49-B6F3-7794-F1C8-954CBC797547}"/>
                  </a:ext>
                </a:extLst>
              </p:cNvPr>
              <p:cNvSpPr txBox="1">
                <a:spLocks noRot="1" noChangeAspect="1" noMove="1" noResize="1" noEditPoints="1" noAdjustHandles="1" noChangeArrowheads="1" noChangeShapeType="1" noTextEdit="1"/>
              </p:cNvSpPr>
              <p:nvPr/>
            </p:nvSpPr>
            <p:spPr>
              <a:xfrm>
                <a:off x="5537690" y="4370557"/>
                <a:ext cx="1136735"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CuadroTexto 95">
                <a:extLst>
                  <a:ext uri="{FF2B5EF4-FFF2-40B4-BE49-F238E27FC236}">
                    <a16:creationId xmlns:a16="http://schemas.microsoft.com/office/drawing/2014/main" id="{7972E8EA-0770-ED53-3ABE-1DBE6C40841E}"/>
                  </a:ext>
                </a:extLst>
              </p:cNvPr>
              <p:cNvSpPr txBox="1"/>
              <p:nvPr/>
            </p:nvSpPr>
            <p:spPr>
              <a:xfrm>
                <a:off x="5257560" y="4701255"/>
                <a:ext cx="17837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noProof="0" smtClean="0">
                          <a:latin typeface="Cambria Math" panose="02040503050406030204" pitchFamily="18" charset="0"/>
                          <a:ea typeface="Cambria Math" panose="02040503050406030204" pitchFamily="18" charset="0"/>
                        </a:rPr>
                        <m:t>𝐹</m:t>
                      </m:r>
                      <m:r>
                        <a:rPr lang="es-ES" b="0" i="1" noProof="0" smtClean="0">
                          <a:latin typeface="Cambria Math" panose="02040503050406030204" pitchFamily="18" charset="0"/>
                          <a:ea typeface="Cambria Math" panose="02040503050406030204" pitchFamily="18" charset="0"/>
                        </a:rPr>
                        <m:t>𝑆𝑅</m:t>
                      </m:r>
                      <m:r>
                        <a:rPr lang="es-ES" b="0" i="1" noProof="0" smtClean="0">
                          <a:latin typeface="Cambria Math" panose="02040503050406030204" pitchFamily="18" charset="0"/>
                          <a:ea typeface="Cambria Math" panose="02040503050406030204" pitchFamily="18" charset="0"/>
                        </a:rPr>
                        <m:t>=50 </m:t>
                      </m:r>
                      <m:r>
                        <a:rPr lang="es-ES" b="0" i="1" noProof="0" smtClean="0">
                          <a:latin typeface="Cambria Math" panose="02040503050406030204" pitchFamily="18" charset="0"/>
                          <a:ea typeface="Cambria Math" panose="02040503050406030204" pitchFamily="18" charset="0"/>
                        </a:rPr>
                        <m:t>𝑛𝑚</m:t>
                      </m:r>
                    </m:oMath>
                  </m:oMathPara>
                </a14:m>
                <a:endParaRPr lang="es-CO" noProof="0" dirty="0"/>
              </a:p>
            </p:txBody>
          </p:sp>
        </mc:Choice>
        <mc:Fallback>
          <p:sp>
            <p:nvSpPr>
              <p:cNvPr id="71" name="CuadroTexto 95">
                <a:extLst>
                  <a:ext uri="{FF2B5EF4-FFF2-40B4-BE49-F238E27FC236}">
                    <a16:creationId xmlns:a16="http://schemas.microsoft.com/office/drawing/2014/main" id="{7972E8EA-0770-ED53-3ABE-1DBE6C40841E}"/>
                  </a:ext>
                </a:extLst>
              </p:cNvPr>
              <p:cNvSpPr txBox="1">
                <a:spLocks noRot="1" noChangeAspect="1" noMove="1" noResize="1" noEditPoints="1" noAdjustHandles="1" noChangeArrowheads="1" noChangeShapeType="1" noTextEdit="1"/>
              </p:cNvSpPr>
              <p:nvPr/>
            </p:nvSpPr>
            <p:spPr>
              <a:xfrm>
                <a:off x="5257560" y="4701255"/>
                <a:ext cx="1783742" cy="369332"/>
              </a:xfrm>
              <a:prstGeom prst="rect">
                <a:avLst/>
              </a:prstGeom>
              <a:blipFill>
                <a:blip r:embed="rId9"/>
                <a:stretch>
                  <a:fillRect/>
                </a:stretch>
              </a:blipFill>
            </p:spPr>
            <p:txBody>
              <a:bodyPr/>
              <a:lstStyle/>
              <a:p>
                <a:r>
                  <a:rPr lang="en-US">
                    <a:noFill/>
                  </a:rPr>
                  <a:t> </a:t>
                </a:r>
              </a:p>
            </p:txBody>
          </p:sp>
        </mc:Fallback>
      </mc:AlternateContent>
      <p:grpSp>
        <p:nvGrpSpPr>
          <p:cNvPr id="77" name="Group 76">
            <a:extLst>
              <a:ext uri="{FF2B5EF4-FFF2-40B4-BE49-F238E27FC236}">
                <a16:creationId xmlns:a16="http://schemas.microsoft.com/office/drawing/2014/main" id="{4B6FD990-F72C-75A4-9702-548006334AFB}"/>
              </a:ext>
            </a:extLst>
          </p:cNvPr>
          <p:cNvGrpSpPr/>
          <p:nvPr/>
        </p:nvGrpSpPr>
        <p:grpSpPr>
          <a:xfrm>
            <a:off x="1000310" y="5362006"/>
            <a:ext cx="2619034" cy="782800"/>
            <a:chOff x="1155556" y="5402166"/>
            <a:chExt cx="2619034" cy="782800"/>
          </a:xfrm>
        </p:grpSpPr>
        <p:sp>
          <p:nvSpPr>
            <p:cNvPr id="75" name="Rectángulo: esquinas redondeadas 100">
              <a:extLst>
                <a:ext uri="{FF2B5EF4-FFF2-40B4-BE49-F238E27FC236}">
                  <a16:creationId xmlns:a16="http://schemas.microsoft.com/office/drawing/2014/main" id="{EB93FC07-9812-C910-7853-2918C255BFBA}"/>
                </a:ext>
              </a:extLst>
            </p:cNvPr>
            <p:cNvSpPr/>
            <p:nvPr/>
          </p:nvSpPr>
          <p:spPr>
            <a:xfrm>
              <a:off x="1207938" y="5402166"/>
              <a:ext cx="2481623" cy="782800"/>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a14="http://schemas.microsoft.com/office/drawing/2010/main" Requires="a14">
            <p:sp>
              <p:nvSpPr>
                <p:cNvPr id="73" name="CuadroTexto 117">
                  <a:extLst>
                    <a:ext uri="{FF2B5EF4-FFF2-40B4-BE49-F238E27FC236}">
                      <a16:creationId xmlns:a16="http://schemas.microsoft.com/office/drawing/2014/main" id="{2BD0F8BC-BCEC-2302-C9AE-30F07259BDEA}"/>
                    </a:ext>
                  </a:extLst>
                </p:cNvPr>
                <p:cNvSpPr txBox="1"/>
                <p:nvPr/>
              </p:nvSpPr>
              <p:spPr>
                <a:xfrm>
                  <a:off x="1155556" y="5431356"/>
                  <a:ext cx="2619034" cy="7265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ES" b="0" i="0" noProof="0" smtClean="0">
                            <a:latin typeface="Cambria Math" panose="02040503050406030204" pitchFamily="18" charset="0"/>
                            <a:ea typeface="Cambria Math" panose="02040503050406030204" pitchFamily="18" charset="0"/>
                          </a:rPr>
                          <m:t>L</m:t>
                        </m:r>
                        <m:r>
                          <a:rPr lang="es-ES" b="0" i="1" noProof="0" smtClean="0">
                            <a:latin typeface="Cambria Math" panose="02040503050406030204" pitchFamily="18" charset="0"/>
                            <a:ea typeface="Cambria Math" panose="02040503050406030204" pitchFamily="18" charset="0"/>
                          </a:rPr>
                          <m:t>=</m:t>
                        </m:r>
                        <m:f>
                          <m:fPr>
                            <m:ctrlPr>
                              <a:rPr lang="es-ES" b="0" i="1" noProof="0" smtClean="0">
                                <a:latin typeface="Cambria Math" panose="02040503050406030204" pitchFamily="18" charset="0"/>
                                <a:ea typeface="Cambria Math" panose="02040503050406030204" pitchFamily="18" charset="0"/>
                              </a:rPr>
                            </m:ctrlPr>
                          </m:fPr>
                          <m:num>
                            <m:sSup>
                              <m:sSupPr>
                                <m:ctrlPr>
                                  <a:rPr lang="es-ES" b="0" i="1" noProof="0" smtClean="0">
                                    <a:latin typeface="Cambria Math" panose="02040503050406030204" pitchFamily="18" charset="0"/>
                                    <a:ea typeface="Cambria Math" panose="02040503050406030204" pitchFamily="18" charset="0"/>
                                  </a:rPr>
                                </m:ctrlPr>
                              </m:sSupPr>
                              <m:e>
                                <m:r>
                                  <a:rPr lang="es-ES" b="0" i="1" noProof="0" smtClean="0">
                                    <a:latin typeface="Cambria Math" panose="02040503050406030204" pitchFamily="18" charset="0"/>
                                    <a:ea typeface="Cambria Math" panose="02040503050406030204" pitchFamily="18" charset="0"/>
                                  </a:rPr>
                                  <m:t>𝜆</m:t>
                                </m:r>
                              </m:e>
                              <m:sup>
                                <m:r>
                                  <a:rPr lang="es-ES" b="0" i="1" noProof="0" smtClean="0">
                                    <a:latin typeface="Cambria Math" panose="02040503050406030204" pitchFamily="18" charset="0"/>
                                    <a:ea typeface="Cambria Math" panose="02040503050406030204" pitchFamily="18" charset="0"/>
                                  </a:rPr>
                                  <m:t>2</m:t>
                                </m:r>
                              </m:sup>
                            </m:sSup>
                          </m:num>
                          <m:den>
                            <m:sSub>
                              <m:sSubPr>
                                <m:ctrlPr>
                                  <a:rPr lang="es-ES" b="0" i="1" noProof="0" smtClean="0">
                                    <a:latin typeface="Cambria Math" panose="02040503050406030204" pitchFamily="18" charset="0"/>
                                    <a:ea typeface="Cambria Math" panose="02040503050406030204" pitchFamily="18" charset="0"/>
                                  </a:rPr>
                                </m:ctrlPr>
                              </m:sSubPr>
                              <m:e>
                                <m:r>
                                  <a:rPr lang="es-ES" b="0" i="1" noProof="0" smtClean="0">
                                    <a:latin typeface="Cambria Math" panose="02040503050406030204" pitchFamily="18" charset="0"/>
                                    <a:ea typeface="Cambria Math" panose="02040503050406030204" pitchFamily="18" charset="0"/>
                                  </a:rPr>
                                  <m:t>𝑛</m:t>
                                </m:r>
                              </m:e>
                              <m:sub>
                                <m:r>
                                  <a:rPr lang="es-ES" b="0" i="1" noProof="0" smtClean="0">
                                    <a:latin typeface="Cambria Math" panose="02040503050406030204" pitchFamily="18" charset="0"/>
                                    <a:ea typeface="Cambria Math" panose="02040503050406030204" pitchFamily="18" charset="0"/>
                                  </a:rPr>
                                  <m:t>𝑔</m:t>
                                </m:r>
                              </m:sub>
                            </m:sSub>
                            <m:r>
                              <a:rPr lang="es-ES" b="0" i="1" noProof="0" smtClean="0">
                                <a:latin typeface="Cambria Math" panose="02040503050406030204" pitchFamily="18" charset="0"/>
                                <a:ea typeface="Cambria Math" panose="02040503050406030204" pitchFamily="18" charset="0"/>
                              </a:rPr>
                              <m:t>∗</m:t>
                            </m:r>
                            <m:r>
                              <a:rPr lang="es-ES" b="0" i="1" noProof="0" smtClean="0">
                                <a:latin typeface="Cambria Math" panose="02040503050406030204" pitchFamily="18" charset="0"/>
                                <a:ea typeface="Cambria Math" panose="02040503050406030204" pitchFamily="18" charset="0"/>
                              </a:rPr>
                              <m:t>𝐹𝑆𝑅</m:t>
                            </m:r>
                          </m:den>
                        </m:f>
                        <m:r>
                          <a:rPr lang="es-ES" b="0" i="1" noProof="0" smtClean="0">
                            <a:latin typeface="Cambria Math" panose="02040503050406030204" pitchFamily="18" charset="0"/>
                            <a:ea typeface="Cambria Math" panose="02040503050406030204" pitchFamily="18" charset="0"/>
                          </a:rPr>
                          <m:t>=23 </m:t>
                        </m:r>
                        <m:r>
                          <a:rPr lang="es-ES" b="0" i="1" noProof="0" smtClean="0">
                            <a:latin typeface="Cambria Math" panose="02040503050406030204" pitchFamily="18" charset="0"/>
                            <a:ea typeface="Cambria Math" panose="02040503050406030204" pitchFamily="18" charset="0"/>
                          </a:rPr>
                          <m:t>𝑢𝑚</m:t>
                        </m:r>
                        <m:r>
                          <a:rPr lang="es-ES" b="0" i="1" noProof="0" smtClean="0">
                            <a:latin typeface="Cambria Math" panose="02040503050406030204" pitchFamily="18" charset="0"/>
                            <a:ea typeface="Cambria Math" panose="02040503050406030204" pitchFamily="18" charset="0"/>
                          </a:rPr>
                          <m:t> </m:t>
                        </m:r>
                      </m:oMath>
                    </m:oMathPara>
                  </a14:m>
                  <a:endParaRPr lang="es-CO" noProof="0" dirty="0"/>
                </a:p>
              </p:txBody>
            </p:sp>
          </mc:Choice>
          <mc:Fallback>
            <p:sp>
              <p:nvSpPr>
                <p:cNvPr id="73" name="CuadroTexto 117">
                  <a:extLst>
                    <a:ext uri="{FF2B5EF4-FFF2-40B4-BE49-F238E27FC236}">
                      <a16:creationId xmlns:a16="http://schemas.microsoft.com/office/drawing/2014/main" id="{2BD0F8BC-BCEC-2302-C9AE-30F07259BDEA}"/>
                    </a:ext>
                  </a:extLst>
                </p:cNvPr>
                <p:cNvSpPr txBox="1">
                  <a:spLocks noRot="1" noChangeAspect="1" noMove="1" noResize="1" noEditPoints="1" noAdjustHandles="1" noChangeArrowheads="1" noChangeShapeType="1" noTextEdit="1"/>
                </p:cNvSpPr>
                <p:nvPr/>
              </p:nvSpPr>
              <p:spPr>
                <a:xfrm>
                  <a:off x="1155556" y="5431356"/>
                  <a:ext cx="2619034" cy="726546"/>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78" name="CuadroTexto 122">
                <a:extLst>
                  <a:ext uri="{FF2B5EF4-FFF2-40B4-BE49-F238E27FC236}">
                    <a16:creationId xmlns:a16="http://schemas.microsoft.com/office/drawing/2014/main" id="{9E125173-7716-8DDD-B1A1-6189897509AA}"/>
                  </a:ext>
                </a:extLst>
              </p:cNvPr>
              <p:cNvSpPr txBox="1"/>
              <p:nvPr/>
            </p:nvSpPr>
            <p:spPr>
              <a:xfrm>
                <a:off x="10693281" y="4312966"/>
                <a:ext cx="1136735" cy="369332"/>
              </a:xfrm>
              <a:prstGeom prst="rect">
                <a:avLst/>
              </a:prstGeom>
              <a:noFill/>
            </p:spPr>
            <p:txBody>
              <a:bodyPr wrap="square">
                <a:spAutoFit/>
              </a:bodyPr>
              <a:lstStyle/>
              <a:p>
                <a14:m>
                  <m:oMath xmlns:m="http://schemas.openxmlformats.org/officeDocument/2006/math">
                    <m:r>
                      <a:rPr lang="es-CO" i="1" noProof="0" smtClean="0">
                        <a:latin typeface="Cambria Math" panose="02040503050406030204" pitchFamily="18" charset="0"/>
                        <a:ea typeface="Cambria Math" panose="02040503050406030204" pitchFamily="18" charset="0"/>
                      </a:rPr>
                      <m:t>∆</m:t>
                    </m:r>
                    <m:r>
                      <a:rPr lang="es-CO" b="0" i="1" noProof="0" smtClean="0">
                        <a:latin typeface="Cambria Math" panose="02040503050406030204" pitchFamily="18" charset="0"/>
                        <a:ea typeface="Cambria Math" panose="02040503050406030204" pitchFamily="18" charset="0"/>
                      </a:rPr>
                      <m:t>𝐿</m:t>
                    </m:r>
                    <m:r>
                      <a:rPr lang="es-ES" b="0" i="1" noProof="0" smtClean="0">
                        <a:latin typeface="Cambria Math" panose="02040503050406030204" pitchFamily="18" charset="0"/>
                        <a:ea typeface="Cambria Math" panose="02040503050406030204" pitchFamily="18" charset="0"/>
                      </a:rPr>
                      <m:t>=</m:t>
                    </m:r>
                    <m:r>
                      <a:rPr lang="es-ES" b="0" i="1" noProof="0" smtClean="0">
                        <a:latin typeface="Cambria Math" panose="02040503050406030204" pitchFamily="18" charset="0"/>
                        <a:ea typeface="Cambria Math" panose="02040503050406030204" pitchFamily="18" charset="0"/>
                      </a:rPr>
                      <m:t>𝐿</m:t>
                    </m:r>
                    <m:r>
                      <a:rPr lang="es-ES" b="0" i="1" noProof="0" smtClean="0">
                        <a:latin typeface="Cambria Math" panose="02040503050406030204" pitchFamily="18" charset="0"/>
                        <a:ea typeface="Cambria Math" panose="02040503050406030204" pitchFamily="18" charset="0"/>
                      </a:rPr>
                      <m:t>/</m:t>
                    </m:r>
                  </m:oMath>
                </a14:m>
                <a:r>
                  <a:rPr lang="es-CO" noProof="0" dirty="0"/>
                  <a:t>4</a:t>
                </a:r>
              </a:p>
            </p:txBody>
          </p:sp>
        </mc:Choice>
        <mc:Fallback>
          <p:sp>
            <p:nvSpPr>
              <p:cNvPr id="78" name="CuadroTexto 122">
                <a:extLst>
                  <a:ext uri="{FF2B5EF4-FFF2-40B4-BE49-F238E27FC236}">
                    <a16:creationId xmlns:a16="http://schemas.microsoft.com/office/drawing/2014/main" id="{9E125173-7716-8DDD-B1A1-6189897509AA}"/>
                  </a:ext>
                </a:extLst>
              </p:cNvPr>
              <p:cNvSpPr txBox="1">
                <a:spLocks noRot="1" noChangeAspect="1" noMove="1" noResize="1" noEditPoints="1" noAdjustHandles="1" noChangeArrowheads="1" noChangeShapeType="1" noTextEdit="1"/>
              </p:cNvSpPr>
              <p:nvPr/>
            </p:nvSpPr>
            <p:spPr>
              <a:xfrm>
                <a:off x="10693281" y="4312966"/>
                <a:ext cx="1136735" cy="369332"/>
              </a:xfrm>
              <a:prstGeom prst="rect">
                <a:avLst/>
              </a:prstGeom>
              <a:blipFill>
                <a:blip r:embed="rId11"/>
                <a:stretch>
                  <a:fillRect t="-10000" r="-3209"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CuadroTexto 99">
                <a:extLst>
                  <a:ext uri="{FF2B5EF4-FFF2-40B4-BE49-F238E27FC236}">
                    <a16:creationId xmlns:a16="http://schemas.microsoft.com/office/drawing/2014/main" id="{A52DF07A-4F00-0BB2-A997-8B29A93B8A67}"/>
                  </a:ext>
                </a:extLst>
              </p:cNvPr>
              <p:cNvSpPr txBox="1"/>
              <p:nvPr/>
            </p:nvSpPr>
            <p:spPr>
              <a:xfrm>
                <a:off x="10369777" y="4627815"/>
                <a:ext cx="17837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noProof="0" smtClean="0">
                          <a:latin typeface="Cambria Math" panose="02040503050406030204" pitchFamily="18" charset="0"/>
                          <a:ea typeface="Cambria Math" panose="02040503050406030204" pitchFamily="18" charset="0"/>
                        </a:rPr>
                        <m:t>𝐹</m:t>
                      </m:r>
                      <m:r>
                        <a:rPr lang="es-ES" b="0" i="1" noProof="0" smtClean="0">
                          <a:latin typeface="Cambria Math" panose="02040503050406030204" pitchFamily="18" charset="0"/>
                          <a:ea typeface="Cambria Math" panose="02040503050406030204" pitchFamily="18" charset="0"/>
                        </a:rPr>
                        <m:t>𝑆𝑅</m:t>
                      </m:r>
                      <m:r>
                        <a:rPr lang="es-ES" b="0" i="1" noProof="0" smtClean="0">
                          <a:latin typeface="Cambria Math" panose="02040503050406030204" pitchFamily="18" charset="0"/>
                          <a:ea typeface="Cambria Math" panose="02040503050406030204" pitchFamily="18" charset="0"/>
                        </a:rPr>
                        <m:t>=100 </m:t>
                      </m:r>
                      <m:r>
                        <a:rPr lang="es-ES" b="0" i="1" noProof="0" smtClean="0">
                          <a:latin typeface="Cambria Math" panose="02040503050406030204" pitchFamily="18" charset="0"/>
                          <a:ea typeface="Cambria Math" panose="02040503050406030204" pitchFamily="18" charset="0"/>
                        </a:rPr>
                        <m:t>𝑛𝑚</m:t>
                      </m:r>
                    </m:oMath>
                  </m:oMathPara>
                </a14:m>
                <a:endParaRPr lang="es-CO" noProof="0" dirty="0"/>
              </a:p>
            </p:txBody>
          </p:sp>
        </mc:Choice>
        <mc:Fallback>
          <p:sp>
            <p:nvSpPr>
              <p:cNvPr id="80" name="CuadroTexto 99">
                <a:extLst>
                  <a:ext uri="{FF2B5EF4-FFF2-40B4-BE49-F238E27FC236}">
                    <a16:creationId xmlns:a16="http://schemas.microsoft.com/office/drawing/2014/main" id="{A52DF07A-4F00-0BB2-A997-8B29A93B8A67}"/>
                  </a:ext>
                </a:extLst>
              </p:cNvPr>
              <p:cNvSpPr txBox="1">
                <a:spLocks noRot="1" noChangeAspect="1" noMove="1" noResize="1" noEditPoints="1" noAdjustHandles="1" noChangeArrowheads="1" noChangeShapeType="1" noTextEdit="1"/>
              </p:cNvSpPr>
              <p:nvPr/>
            </p:nvSpPr>
            <p:spPr>
              <a:xfrm>
                <a:off x="10369777" y="4627815"/>
                <a:ext cx="1783742" cy="36933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35556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3C19-5306-8B1D-0321-7043DD8A37B0}"/>
              </a:ext>
            </a:extLst>
          </p:cNvPr>
          <p:cNvSpPr>
            <a:spLocks noGrp="1"/>
          </p:cNvSpPr>
          <p:nvPr>
            <p:ph type="title"/>
          </p:nvPr>
        </p:nvSpPr>
        <p:spPr/>
        <p:txBody>
          <a:bodyPr/>
          <a:lstStyle/>
          <a:p>
            <a:r>
              <a:rPr lang="es-CO"/>
              <a:t>Transfer </a:t>
            </a:r>
            <a:r>
              <a:rPr lang="es-CO" err="1"/>
              <a:t>Function</a:t>
            </a:r>
            <a:endParaRPr lang="en-US"/>
          </a:p>
        </p:txBody>
      </p:sp>
      <p:sp>
        <p:nvSpPr>
          <p:cNvPr id="3" name="Footer Placeholder 2">
            <a:extLst>
              <a:ext uri="{FF2B5EF4-FFF2-40B4-BE49-F238E27FC236}">
                <a16:creationId xmlns:a16="http://schemas.microsoft.com/office/drawing/2014/main" id="{029594DC-7931-585C-AD14-7715B638740C}"/>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FE3E4F10-BE56-5EB8-B01B-D1B9BEC69115}"/>
              </a:ext>
            </a:extLst>
          </p:cNvPr>
          <p:cNvSpPr>
            <a:spLocks noGrp="1"/>
          </p:cNvSpPr>
          <p:nvPr>
            <p:ph type="sldNum" sz="quarter" idx="12"/>
          </p:nvPr>
        </p:nvSpPr>
        <p:spPr/>
        <p:txBody>
          <a:bodyPr/>
          <a:lstStyle/>
          <a:p>
            <a:fld id="{D637F8FC-4B86-4690-8888-22AB2F781BEF}" type="slidenum">
              <a:rPr lang="en-US" smtClean="0"/>
              <a:pPr/>
              <a:t>12</a:t>
            </a:fld>
            <a:endParaRPr lang="en-US"/>
          </a:p>
        </p:txBody>
      </p:sp>
      <p:sp>
        <p:nvSpPr>
          <p:cNvPr id="7" name="Date Placeholder 6">
            <a:extLst>
              <a:ext uri="{FF2B5EF4-FFF2-40B4-BE49-F238E27FC236}">
                <a16:creationId xmlns:a16="http://schemas.microsoft.com/office/drawing/2014/main" id="{D60FE727-B21C-1218-072C-FE0F87E694CE}"/>
              </a:ext>
            </a:extLst>
          </p:cNvPr>
          <p:cNvSpPr>
            <a:spLocks noGrp="1"/>
          </p:cNvSpPr>
          <p:nvPr>
            <p:ph type="dt" sz="half" idx="2"/>
          </p:nvPr>
        </p:nvSpPr>
        <p:spPr/>
        <p:txBody>
          <a:bodyPr/>
          <a:lstStyle/>
          <a:p>
            <a:fld id="{39E18374-368A-4A3E-9C13-EFB00A3C21AB}" type="datetime1">
              <a:rPr lang="es-ES" smtClean="0"/>
              <a:t>06/05/2026</a:t>
            </a:fld>
            <a:endParaRPr lang="es-ES"/>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9C1FCD0-2679-86E3-088E-D67779B3DCCC}"/>
                  </a:ext>
                </a:extLst>
              </p:cNvPr>
              <p:cNvSpPr txBox="1"/>
              <p:nvPr/>
            </p:nvSpPr>
            <p:spPr>
              <a:xfrm>
                <a:off x="5250056" y="1547329"/>
                <a:ext cx="3851645" cy="6072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𝐸</m:t>
                                    </m:r>
                                  </m:e>
                                  <m:sub>
                                    <m:r>
                                      <m:rPr>
                                        <m:sty m:val="p"/>
                                      </m:rPr>
                                      <a:rPr lang="en-US" i="1">
                                        <a:latin typeface="Cambria Math" panose="02040503050406030204" pitchFamily="18" charset="0"/>
                                      </a:rPr>
                                      <m:t>in</m:t>
                                    </m:r>
                                  </m:sub>
                                </m:sSub>
                                <m:r>
                                  <a:rPr lang="en-US" i="1">
                                    <a:latin typeface="Cambria Math" panose="02040503050406030204" pitchFamily="18" charset="0"/>
                                  </a:rPr>
                                  <m:t>𝐻</m:t>
                                </m:r>
                              </m:e>
                              <m:sub>
                                <m:r>
                                  <a:rPr lang="en-US" i="0">
                                    <a:latin typeface="Cambria Math" panose="02040503050406030204" pitchFamily="18" charset="0"/>
                                  </a:rPr>
                                  <m:t>12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𝑗</m:t>
                                </m:r>
                              </m:num>
                              <m:den>
                                <m:r>
                                  <a:rPr lang="en-US" i="0">
                                    <a:latin typeface="Cambria Math" panose="02040503050406030204" pitchFamily="18" charset="0"/>
                                  </a:rPr>
                                  <m:t>2</m:t>
                                </m:r>
                              </m:den>
                            </m:f>
                            <m:d>
                              <m:dPr>
                                <m:ctrlPr>
                                  <a:rPr lang="en-US" i="1">
                                    <a:latin typeface="Cambria Math" panose="02040503050406030204" pitchFamily="18" charset="0"/>
                                  </a:rPr>
                                </m:ctrlPr>
                              </m:dPr>
                              <m:e>
                                <m:r>
                                  <a:rPr lang="en-US" i="1">
                                    <a:latin typeface="Cambria Math" panose="02040503050406030204" pitchFamily="18" charset="0"/>
                                  </a:rPr>
                                  <m:t>𝐷</m:t>
                                </m:r>
                                <m:r>
                                  <a:rPr lang="en-US" i="0">
                                    <a:latin typeface="Cambria Math" panose="02040503050406030204" pitchFamily="18" charset="0"/>
                                  </a:rPr>
                                  <m:t>+1</m:t>
                                </m:r>
                              </m:e>
                            </m:d>
                          </m:e>
                        </m:mr>
                      </m:m>
                    </m:oMath>
                  </m:oMathPara>
                </a14:m>
                <a:endParaRPr lang="en-US" dirty="0"/>
              </a:p>
            </p:txBody>
          </p:sp>
        </mc:Choice>
        <mc:Fallback>
          <p:sp>
            <p:nvSpPr>
              <p:cNvPr id="9" name="TextBox 8">
                <a:extLst>
                  <a:ext uri="{FF2B5EF4-FFF2-40B4-BE49-F238E27FC236}">
                    <a16:creationId xmlns:a16="http://schemas.microsoft.com/office/drawing/2014/main" id="{29C1FCD0-2679-86E3-088E-D67779B3DCCC}"/>
                  </a:ext>
                </a:extLst>
              </p:cNvPr>
              <p:cNvSpPr txBox="1">
                <a:spLocks noRot="1" noChangeAspect="1" noMove="1" noResize="1" noEditPoints="1" noAdjustHandles="1" noChangeArrowheads="1" noChangeShapeType="1" noTextEdit="1"/>
              </p:cNvSpPr>
              <p:nvPr/>
            </p:nvSpPr>
            <p:spPr>
              <a:xfrm>
                <a:off x="5250056" y="1547329"/>
                <a:ext cx="3851645" cy="60721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FBD5B77-91B9-4352-240E-F8DDC1E1F595}"/>
                  </a:ext>
                </a:extLst>
              </p:cNvPr>
              <p:cNvSpPr txBox="1"/>
              <p:nvPr/>
            </p:nvSpPr>
            <p:spPr>
              <a:xfrm>
                <a:off x="5557561" y="2165378"/>
                <a:ext cx="3394444"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m:rPr>
                                    <m:sty m:val="p"/>
                                  </m:rPr>
                                  <a:rPr lang="en-US" b="0" i="1">
                                    <a:latin typeface="Cambria Math" panose="02040503050406030204" pitchFamily="18" charset="0"/>
                                  </a:rPr>
                                  <m:t>in</m:t>
                                </m:r>
                              </m:sub>
                            </m:sSub>
                            <m:sSub>
                              <m:sSubPr>
                                <m:ctrlPr>
                                  <a:rPr lang="en-US" b="0" i="1">
                                    <a:latin typeface="Cambria Math" panose="02040503050406030204" pitchFamily="18" charset="0"/>
                                  </a:rPr>
                                </m:ctrlPr>
                              </m:sSubPr>
                              <m:e>
                                <m:r>
                                  <a:rPr lang="en-US" b="0" i="1">
                                    <a:latin typeface="Cambria Math" panose="02040503050406030204" pitchFamily="18" charset="0"/>
                                  </a:rPr>
                                  <m:t>𝐻</m:t>
                                </m:r>
                              </m:e>
                              <m:sub>
                                <m:r>
                                  <a:rPr lang="en-US" b="0" i="0">
                                    <a:latin typeface="Cambria Math" panose="02040503050406030204" pitchFamily="18" charset="0"/>
                                  </a:rPr>
                                  <m:t>22</m:t>
                                </m:r>
                              </m:sub>
                            </m:sSub>
                            <m:r>
                              <a:rPr lang="en-US" b="0" i="0">
                                <a:latin typeface="Cambria Math" panose="02040503050406030204" pitchFamily="18" charset="0"/>
                              </a:rPr>
                              <m:t>=</m:t>
                            </m:r>
                            <m:f>
                              <m:fPr>
                                <m:ctrlPr>
                                  <a:rPr lang="en-US" b="0" i="1">
                                    <a:latin typeface="Cambria Math" panose="02040503050406030204" pitchFamily="18" charset="0"/>
                                  </a:rPr>
                                </m:ctrlPr>
                              </m:fPr>
                              <m:num>
                                <m:r>
                                  <a:rPr lang="en-US" b="0" i="0">
                                    <a:latin typeface="Cambria Math" panose="02040503050406030204" pitchFamily="18" charset="0"/>
                                  </a:rPr>
                                  <m:t>1</m:t>
                                </m:r>
                              </m:num>
                              <m:den>
                                <m:r>
                                  <a:rPr lang="en-US" b="0" i="0">
                                    <a:latin typeface="Cambria Math" panose="02040503050406030204" pitchFamily="18" charset="0"/>
                                  </a:rPr>
                                  <m:t>2</m:t>
                                </m:r>
                              </m:den>
                            </m:f>
                            <m:d>
                              <m:dPr>
                                <m:ctrlPr>
                                  <a:rPr lang="en-US" b="0" i="1">
                                    <a:latin typeface="Cambria Math" panose="02040503050406030204" pitchFamily="18" charset="0"/>
                                  </a:rPr>
                                </m:ctrlPr>
                              </m:dPr>
                              <m:e>
                                <m:r>
                                  <a:rPr lang="en-US" b="0" i="0">
                                    <a:latin typeface="Cambria Math" panose="02040503050406030204" pitchFamily="18" charset="0"/>
                                  </a:rPr>
                                  <m:t>1−</m:t>
                                </m:r>
                                <m:r>
                                  <a:rPr lang="en-US" b="0" i="1">
                                    <a:latin typeface="Cambria Math" panose="02040503050406030204" pitchFamily="18" charset="0"/>
                                  </a:rPr>
                                  <m:t>𝐷</m:t>
                                </m:r>
                              </m:e>
                            </m:d>
                          </m:e>
                        </m:mr>
                      </m:m>
                    </m:oMath>
                  </m:oMathPara>
                </a14:m>
                <a:endParaRPr lang="en-US" dirty="0"/>
              </a:p>
            </p:txBody>
          </p:sp>
        </mc:Choice>
        <mc:Fallback>
          <p:sp>
            <p:nvSpPr>
              <p:cNvPr id="13" name="TextBox 12">
                <a:extLst>
                  <a:ext uri="{FF2B5EF4-FFF2-40B4-BE49-F238E27FC236}">
                    <a16:creationId xmlns:a16="http://schemas.microsoft.com/office/drawing/2014/main" id="{8FBD5B77-91B9-4352-240E-F8DDC1E1F595}"/>
                  </a:ext>
                </a:extLst>
              </p:cNvPr>
              <p:cNvSpPr txBox="1">
                <a:spLocks noRot="1" noChangeAspect="1" noMove="1" noResize="1" noEditPoints="1" noAdjustHandles="1" noChangeArrowheads="1" noChangeShapeType="1" noTextEdit="1"/>
              </p:cNvSpPr>
              <p:nvPr/>
            </p:nvSpPr>
            <p:spPr>
              <a:xfrm>
                <a:off x="5557561" y="2165378"/>
                <a:ext cx="3394444" cy="61093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4D2BC7DD-5DC4-9AFB-470A-5451BA0413FF}"/>
                  </a:ext>
                </a:extLst>
              </p:cNvPr>
              <p:cNvSpPr txBox="1"/>
              <p:nvPr/>
            </p:nvSpPr>
            <p:spPr>
              <a:xfrm>
                <a:off x="5209416" y="3272442"/>
                <a:ext cx="609600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12</m:t>
                                </m:r>
                              </m:sub>
                            </m:sSub>
                            <m:r>
                              <a:rPr lang="en-US" i="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0">
                                        <a:latin typeface="Cambria Math" panose="02040503050406030204" pitchFamily="18" charset="0"/>
                                      </a:rPr>
                                      <m:t>2</m:t>
                                    </m:r>
                                  </m:sup>
                                </m:sSup>
                              </m:num>
                              <m:den>
                                <m:r>
                                  <a:rPr lang="en-US" i="0">
                                    <a:latin typeface="Cambria Math" panose="02040503050406030204" pitchFamily="18" charset="0"/>
                                  </a:rPr>
                                  <m:t>4</m:t>
                                </m:r>
                              </m:den>
                            </m:f>
                            <m:d>
                              <m:dPr>
                                <m:ctrlPr>
                                  <a:rPr lang="en-US" i="1">
                                    <a:latin typeface="Cambria Math" panose="02040503050406030204" pitchFamily="18" charset="0"/>
                                  </a:rPr>
                                </m:ctrlPr>
                              </m:dPr>
                              <m:e>
                                <m:r>
                                  <a:rPr lang="en-US" i="1">
                                    <a:latin typeface="Cambria Math" panose="02040503050406030204" pitchFamily="18" charset="0"/>
                                  </a:rPr>
                                  <m:t>𝐷</m:t>
                                </m:r>
                                <m:r>
                                  <a:rPr lang="en-US" i="0">
                                    <a:latin typeface="Cambria Math" panose="02040503050406030204" pitchFamily="18" charset="0"/>
                                  </a:rPr>
                                  <m:t>+1</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𝑇𝑃</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+1</m:t>
                                </m:r>
                              </m:e>
                            </m:d>
                          </m:e>
                        </m:mr>
                      </m:m>
                    </m:oMath>
                  </m:oMathPara>
                </a14:m>
                <a:endParaRPr lang="en-US"/>
              </a:p>
            </p:txBody>
          </p:sp>
        </mc:Choice>
        <mc:Fallback>
          <p:sp>
            <p:nvSpPr>
              <p:cNvPr id="15" name="TextBox 14">
                <a:extLst>
                  <a:ext uri="{FF2B5EF4-FFF2-40B4-BE49-F238E27FC236}">
                    <a16:creationId xmlns:a16="http://schemas.microsoft.com/office/drawing/2014/main" id="{4D2BC7DD-5DC4-9AFB-470A-5451BA0413FF}"/>
                  </a:ext>
                </a:extLst>
              </p:cNvPr>
              <p:cNvSpPr txBox="1">
                <a:spLocks noRot="1" noChangeAspect="1" noMove="1" noResize="1" noEditPoints="1" noAdjustHandles="1" noChangeArrowheads="1" noChangeShapeType="1" noTextEdit="1"/>
              </p:cNvSpPr>
              <p:nvPr/>
            </p:nvSpPr>
            <p:spPr>
              <a:xfrm>
                <a:off x="5209416" y="3272442"/>
                <a:ext cx="6096000"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5C82D18A-4F42-2CC3-AA4C-9C053EF06FBF}"/>
                  </a:ext>
                </a:extLst>
              </p:cNvPr>
              <p:cNvSpPr txBox="1"/>
              <p:nvPr/>
            </p:nvSpPr>
            <p:spPr>
              <a:xfrm>
                <a:off x="5250056" y="3894209"/>
                <a:ext cx="6096000" cy="6072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22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𝑗</m:t>
                                </m:r>
                              </m:num>
                              <m:den>
                                <m:r>
                                  <a:rPr lang="en-US" i="0">
                                    <a:latin typeface="Cambria Math" panose="02040503050406030204" pitchFamily="18" charset="0"/>
                                  </a:rPr>
                                  <m:t>4</m:t>
                                </m:r>
                              </m:den>
                            </m:f>
                            <m:d>
                              <m:dPr>
                                <m:ctrlPr>
                                  <a:rPr lang="en-US" i="1">
                                    <a:latin typeface="Cambria Math" panose="02040503050406030204" pitchFamily="18" charset="0"/>
                                  </a:rPr>
                                </m:ctrlPr>
                              </m:dPr>
                              <m:e>
                                <m:r>
                                  <a:rPr lang="en-US" i="1">
                                    <a:latin typeface="Cambria Math" panose="02040503050406030204" pitchFamily="18" charset="0"/>
                                  </a:rPr>
                                  <m:t>𝐷</m:t>
                                </m:r>
                                <m:r>
                                  <a:rPr lang="en-US" i="0">
                                    <a:latin typeface="Cambria Math" panose="02040503050406030204" pitchFamily="18" charset="0"/>
                                  </a:rPr>
                                  <m:t>+1</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𝑇𝑃</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e>
                            </m:d>
                          </m:e>
                        </m:mr>
                      </m:m>
                    </m:oMath>
                  </m:oMathPara>
                </a14:m>
                <a:endParaRPr lang="en-US"/>
              </a:p>
            </p:txBody>
          </p:sp>
        </mc:Choice>
        <mc:Fallback>
          <p:sp>
            <p:nvSpPr>
              <p:cNvPr id="17" name="TextBox 16">
                <a:extLst>
                  <a:ext uri="{FF2B5EF4-FFF2-40B4-BE49-F238E27FC236}">
                    <a16:creationId xmlns:a16="http://schemas.microsoft.com/office/drawing/2014/main" id="{5C82D18A-4F42-2CC3-AA4C-9C053EF06FBF}"/>
                  </a:ext>
                </a:extLst>
              </p:cNvPr>
              <p:cNvSpPr txBox="1">
                <a:spLocks noRot="1" noChangeAspect="1" noMove="1" noResize="1" noEditPoints="1" noAdjustHandles="1" noChangeArrowheads="1" noChangeShapeType="1" noTextEdit="1"/>
              </p:cNvSpPr>
              <p:nvPr/>
            </p:nvSpPr>
            <p:spPr>
              <a:xfrm>
                <a:off x="5250056" y="3894209"/>
                <a:ext cx="6096000" cy="60721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1DA5F71D-8AC5-93C9-ED78-3900B5EE9439}"/>
                  </a:ext>
                </a:extLst>
              </p:cNvPr>
              <p:cNvSpPr txBox="1"/>
              <p:nvPr/>
            </p:nvSpPr>
            <p:spPr>
              <a:xfrm>
                <a:off x="5114741" y="4767515"/>
                <a:ext cx="6096000" cy="6072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12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𝑗</m:t>
                                </m:r>
                              </m:num>
                              <m:den>
                                <m:r>
                                  <a:rPr lang="en-US" i="0">
                                    <a:latin typeface="Cambria Math" panose="02040503050406030204" pitchFamily="18" charset="0"/>
                                  </a:rPr>
                                  <m:t>4</m:t>
                                </m:r>
                              </m:den>
                            </m:f>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𝐷</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𝐵𝑀</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+1</m:t>
                                </m:r>
                              </m:e>
                            </m:d>
                          </m:e>
                        </m:mr>
                      </m:m>
                    </m:oMath>
                  </m:oMathPara>
                </a14:m>
                <a:endParaRPr lang="en-US" dirty="0"/>
              </a:p>
            </p:txBody>
          </p:sp>
        </mc:Choice>
        <mc:Fallback>
          <p:sp>
            <p:nvSpPr>
              <p:cNvPr id="19" name="TextBox 18">
                <a:extLst>
                  <a:ext uri="{FF2B5EF4-FFF2-40B4-BE49-F238E27FC236}">
                    <a16:creationId xmlns:a16="http://schemas.microsoft.com/office/drawing/2014/main" id="{1DA5F71D-8AC5-93C9-ED78-3900B5EE9439}"/>
                  </a:ext>
                </a:extLst>
              </p:cNvPr>
              <p:cNvSpPr txBox="1">
                <a:spLocks noRot="1" noChangeAspect="1" noMove="1" noResize="1" noEditPoints="1" noAdjustHandles="1" noChangeArrowheads="1" noChangeShapeType="1" noTextEdit="1"/>
              </p:cNvSpPr>
              <p:nvPr/>
            </p:nvSpPr>
            <p:spPr>
              <a:xfrm>
                <a:off x="5114741" y="4767515"/>
                <a:ext cx="6096000" cy="60721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24E7BFBB-BE0F-689A-60CA-9393A5A253FD}"/>
                  </a:ext>
                </a:extLst>
              </p:cNvPr>
              <p:cNvSpPr txBox="1"/>
              <p:nvPr/>
            </p:nvSpPr>
            <p:spPr>
              <a:xfrm>
                <a:off x="5198561" y="5435853"/>
                <a:ext cx="6096000"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22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4</m:t>
                                </m:r>
                              </m:den>
                            </m:f>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𝐷</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𝐵𝑀</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e>
                            </m:d>
                          </m:e>
                        </m:mr>
                      </m:m>
                    </m:oMath>
                  </m:oMathPara>
                </a14:m>
                <a:endParaRPr lang="en-US" dirty="0"/>
              </a:p>
            </p:txBody>
          </p:sp>
        </mc:Choice>
        <mc:Fallback>
          <p:sp>
            <p:nvSpPr>
              <p:cNvPr id="21" name="TextBox 20">
                <a:extLst>
                  <a:ext uri="{FF2B5EF4-FFF2-40B4-BE49-F238E27FC236}">
                    <a16:creationId xmlns:a16="http://schemas.microsoft.com/office/drawing/2014/main" id="{24E7BFBB-BE0F-689A-60CA-9393A5A253FD}"/>
                  </a:ext>
                </a:extLst>
              </p:cNvPr>
              <p:cNvSpPr txBox="1">
                <a:spLocks noRot="1" noChangeAspect="1" noMove="1" noResize="1" noEditPoints="1" noAdjustHandles="1" noChangeArrowheads="1" noChangeShapeType="1" noTextEdit="1"/>
              </p:cNvSpPr>
              <p:nvPr/>
            </p:nvSpPr>
            <p:spPr>
              <a:xfrm>
                <a:off x="5198561" y="5435853"/>
                <a:ext cx="6096000" cy="610936"/>
              </a:xfrm>
              <a:prstGeom prst="rect">
                <a:avLst/>
              </a:prstGeom>
              <a:blipFill>
                <a:blip r:embed="rId7"/>
                <a:stretch>
                  <a:fillRect/>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F3D5E413-A26A-4467-5214-FFE240FE30D2}"/>
              </a:ext>
            </a:extLst>
          </p:cNvPr>
          <p:cNvCxnSpPr>
            <a:cxnSpLocks/>
            <a:endCxn id="16" idx="1"/>
          </p:cNvCxnSpPr>
          <p:nvPr/>
        </p:nvCxnSpPr>
        <p:spPr>
          <a:xfrm>
            <a:off x="1337544" y="2364946"/>
            <a:ext cx="705223" cy="0"/>
          </a:xfrm>
          <a:prstGeom prst="straightConnector1">
            <a:avLst/>
          </a:prstGeom>
          <a:noFill/>
          <a:ln w="19050" cap="flat" cmpd="sng" algn="ctr">
            <a:solidFill>
              <a:srgbClr val="156082"/>
            </a:solidFill>
            <a:prstDash val="solid"/>
            <a:miter lim="800000"/>
            <a:tailEnd type="triangle"/>
          </a:ln>
          <a:effectLst/>
        </p:spPr>
      </p:cxnSp>
      <p:grpSp>
        <p:nvGrpSpPr>
          <p:cNvPr id="6" name="Group 5">
            <a:extLst>
              <a:ext uri="{FF2B5EF4-FFF2-40B4-BE49-F238E27FC236}">
                <a16:creationId xmlns:a16="http://schemas.microsoft.com/office/drawing/2014/main" id="{1EAB2C81-21CF-D126-E468-B7B6310FD827}"/>
              </a:ext>
            </a:extLst>
          </p:cNvPr>
          <p:cNvGrpSpPr/>
          <p:nvPr/>
        </p:nvGrpSpPr>
        <p:grpSpPr>
          <a:xfrm>
            <a:off x="2042767" y="1874649"/>
            <a:ext cx="1343676" cy="631598"/>
            <a:chOff x="2222345" y="4139233"/>
            <a:chExt cx="1343676" cy="631598"/>
          </a:xfrm>
        </p:grpSpPr>
        <p:sp>
          <p:nvSpPr>
            <p:cNvPr id="8" name="Rectangle: Rounded Corners 7">
              <a:extLst>
                <a:ext uri="{FF2B5EF4-FFF2-40B4-BE49-F238E27FC236}">
                  <a16:creationId xmlns:a16="http://schemas.microsoft.com/office/drawing/2014/main" id="{68700EA8-DB9A-A8C9-E43F-FA23AC849A3C}"/>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10" name="Group 9">
              <a:extLst>
                <a:ext uri="{FF2B5EF4-FFF2-40B4-BE49-F238E27FC236}">
                  <a16:creationId xmlns:a16="http://schemas.microsoft.com/office/drawing/2014/main" id="{A6D5AECC-885C-2C4E-20C2-8DF2DD1610B9}"/>
                </a:ext>
              </a:extLst>
            </p:cNvPr>
            <p:cNvGrpSpPr/>
            <p:nvPr/>
          </p:nvGrpSpPr>
          <p:grpSpPr>
            <a:xfrm>
              <a:off x="2222345" y="4247006"/>
              <a:ext cx="1343676" cy="416052"/>
              <a:chOff x="2023872" y="2779776"/>
              <a:chExt cx="1343676" cy="416052"/>
            </a:xfrm>
          </p:grpSpPr>
          <p:grpSp>
            <p:nvGrpSpPr>
              <p:cNvPr id="12" name="Group 11">
                <a:extLst>
                  <a:ext uri="{FF2B5EF4-FFF2-40B4-BE49-F238E27FC236}">
                    <a16:creationId xmlns:a16="http://schemas.microsoft.com/office/drawing/2014/main" id="{415E4119-30AC-E78B-A258-AF07918C5C39}"/>
                  </a:ext>
                </a:extLst>
              </p:cNvPr>
              <p:cNvGrpSpPr/>
              <p:nvPr/>
            </p:nvGrpSpPr>
            <p:grpSpPr>
              <a:xfrm>
                <a:off x="2023872" y="2779776"/>
                <a:ext cx="1343676" cy="67056"/>
                <a:chOff x="2023872" y="2779776"/>
                <a:chExt cx="1343676" cy="67056"/>
              </a:xfrm>
            </p:grpSpPr>
            <p:sp>
              <p:nvSpPr>
                <p:cNvPr id="20" name="Rectangle 19">
                  <a:extLst>
                    <a:ext uri="{FF2B5EF4-FFF2-40B4-BE49-F238E27FC236}">
                      <a16:creationId xmlns:a16="http://schemas.microsoft.com/office/drawing/2014/main" id="{65B214E0-B1E4-BA18-CEA2-ED56B96DE247}"/>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FFBC7256-C33C-C1C3-503F-C0B72CEED34B}"/>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4" name="Group 13">
                <a:extLst>
                  <a:ext uri="{FF2B5EF4-FFF2-40B4-BE49-F238E27FC236}">
                    <a16:creationId xmlns:a16="http://schemas.microsoft.com/office/drawing/2014/main" id="{F2136F5D-6B4D-4157-18CB-284D3E8EA7F8}"/>
                  </a:ext>
                </a:extLst>
              </p:cNvPr>
              <p:cNvGrpSpPr/>
              <p:nvPr/>
            </p:nvGrpSpPr>
            <p:grpSpPr>
              <a:xfrm>
                <a:off x="2023872" y="3128772"/>
                <a:ext cx="1343676" cy="67056"/>
                <a:chOff x="2023872" y="3128772"/>
                <a:chExt cx="1343676" cy="67056"/>
              </a:xfrm>
            </p:grpSpPr>
            <p:sp>
              <p:nvSpPr>
                <p:cNvPr id="16" name="Rectangle 15">
                  <a:extLst>
                    <a:ext uri="{FF2B5EF4-FFF2-40B4-BE49-F238E27FC236}">
                      <a16:creationId xmlns:a16="http://schemas.microsoft.com/office/drawing/2014/main" id="{A6B8C63D-1584-8254-3866-D9356428FB84}"/>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5B39150C-4618-6450-90D4-CB93B4A4CE6F}"/>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11" name="TextBox 10">
              <a:extLst>
                <a:ext uri="{FF2B5EF4-FFF2-40B4-BE49-F238E27FC236}">
                  <a16:creationId xmlns:a16="http://schemas.microsoft.com/office/drawing/2014/main" id="{3A055D5A-C926-DE7A-2EAF-3012F9B8B0EA}"/>
                </a:ext>
              </a:extLst>
            </p:cNvPr>
            <p:cNvSpPr txBox="1"/>
            <p:nvPr/>
          </p:nvSpPr>
          <p:spPr>
            <a:xfrm>
              <a:off x="2379956" y="4270366"/>
              <a:ext cx="10284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ptos" panose="02110004020202020204"/>
                </a:rPr>
                <a:t>MZI_</a:t>
              </a:r>
              <a:r>
                <a:rPr kumimoji="0" lang="es-CO" sz="1800" b="0" i="0" u="none" strike="noStrike" kern="0" cap="none" spc="0" normalizeH="0" baseline="0" noProof="0">
                  <a:ln>
                    <a:noFill/>
                  </a:ln>
                  <a:solidFill>
                    <a:prstClr val="black"/>
                  </a:solidFill>
                  <a:effectLst/>
                  <a:uLnTx/>
                  <a:uFillTx/>
                  <a:latin typeface="Aptos" panose="02110004020202020204"/>
                </a:rPr>
                <a:t>In</a:t>
              </a:r>
              <a:endParaRPr kumimoji="0" lang="en-US" sz="1800" b="0" i="0" u="none" strike="noStrike" kern="0" cap="none" spc="0" normalizeH="0" baseline="0" noProof="0">
                <a:ln>
                  <a:noFill/>
                </a:ln>
                <a:solidFill>
                  <a:prstClr val="black"/>
                </a:solidFill>
                <a:effectLst/>
                <a:uLnTx/>
                <a:uFillTx/>
                <a:latin typeface="Aptos" panose="02110004020202020204"/>
              </a:endParaRPr>
            </a:p>
          </p:txBody>
        </p:sp>
      </p:grpSp>
      <p:grpSp>
        <p:nvGrpSpPr>
          <p:cNvPr id="23" name="Group 22">
            <a:extLst>
              <a:ext uri="{FF2B5EF4-FFF2-40B4-BE49-F238E27FC236}">
                <a16:creationId xmlns:a16="http://schemas.microsoft.com/office/drawing/2014/main" id="{FF1FBD49-969E-C976-B725-66701C34715C}"/>
              </a:ext>
            </a:extLst>
          </p:cNvPr>
          <p:cNvGrpSpPr/>
          <p:nvPr/>
        </p:nvGrpSpPr>
        <p:grpSpPr>
          <a:xfrm>
            <a:off x="3352870" y="1742486"/>
            <a:ext cx="733755" cy="674276"/>
            <a:chOff x="3625793" y="4306223"/>
            <a:chExt cx="733755" cy="674276"/>
          </a:xfrm>
        </p:grpSpPr>
        <p:sp>
          <p:nvSpPr>
            <p:cNvPr id="24" name="TextBox 23">
              <a:extLst>
                <a:ext uri="{FF2B5EF4-FFF2-40B4-BE49-F238E27FC236}">
                  <a16:creationId xmlns:a16="http://schemas.microsoft.com/office/drawing/2014/main" id="{6669B41D-5714-F4C6-3091-9E1BAB29AC5A}"/>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25" name="TextBox 24">
              <a:extLst>
                <a:ext uri="{FF2B5EF4-FFF2-40B4-BE49-F238E27FC236}">
                  <a16:creationId xmlns:a16="http://schemas.microsoft.com/office/drawing/2014/main" id="{592C8E6F-EEF4-046F-43EC-F57F6C15E150}"/>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sp>
        <p:nvSpPr>
          <p:cNvPr id="26" name="TextBox 25">
            <a:extLst>
              <a:ext uri="{FF2B5EF4-FFF2-40B4-BE49-F238E27FC236}">
                <a16:creationId xmlns:a16="http://schemas.microsoft.com/office/drawing/2014/main" id="{989FBE9D-534A-2CDF-BAE0-AEE45DE469E7}"/>
              </a:ext>
            </a:extLst>
          </p:cNvPr>
          <p:cNvSpPr txBox="1"/>
          <p:nvPr/>
        </p:nvSpPr>
        <p:spPr>
          <a:xfrm>
            <a:off x="1323278" y="2090697"/>
            <a:ext cx="733755" cy="307777"/>
          </a:xfrm>
          <a:prstGeom prst="rect">
            <a:avLst/>
          </a:prstGeom>
          <a:noFill/>
        </p:spPr>
        <p:txBody>
          <a:bodyPr wrap="square" rtlCol="0">
            <a:spAutoFit/>
          </a:bodyPr>
          <a:lstStyle/>
          <a:p>
            <a:r>
              <a:rPr lang="es-ES" sz="1400" dirty="0">
                <a:solidFill>
                  <a:srgbClr val="000000"/>
                </a:solidFill>
              </a:rPr>
              <a:t>Input</a:t>
            </a:r>
          </a:p>
        </p:txBody>
      </p:sp>
      <p:cxnSp>
        <p:nvCxnSpPr>
          <p:cNvPr id="27" name="Straight Arrow Connector 26">
            <a:extLst>
              <a:ext uri="{FF2B5EF4-FFF2-40B4-BE49-F238E27FC236}">
                <a16:creationId xmlns:a16="http://schemas.microsoft.com/office/drawing/2014/main" id="{3FD6944E-5C28-9ED2-A043-0A012F40388E}"/>
              </a:ext>
            </a:extLst>
          </p:cNvPr>
          <p:cNvCxnSpPr>
            <a:cxnSpLocks/>
          </p:cNvCxnSpPr>
          <p:nvPr/>
        </p:nvCxnSpPr>
        <p:spPr>
          <a:xfrm>
            <a:off x="3386443" y="2015950"/>
            <a:ext cx="705223" cy="0"/>
          </a:xfrm>
          <a:prstGeom prst="straightConnector1">
            <a:avLst/>
          </a:prstGeom>
          <a:noFill/>
          <a:ln w="19050" cap="flat" cmpd="sng" algn="ctr">
            <a:solidFill>
              <a:srgbClr val="156082"/>
            </a:solidFill>
            <a:prstDash val="solid"/>
            <a:miter lim="800000"/>
            <a:tailEnd type="triangle"/>
          </a:ln>
          <a:effectLst/>
        </p:spPr>
      </p:cxnSp>
      <p:cxnSp>
        <p:nvCxnSpPr>
          <p:cNvPr id="28" name="Straight Arrow Connector 27">
            <a:extLst>
              <a:ext uri="{FF2B5EF4-FFF2-40B4-BE49-F238E27FC236}">
                <a16:creationId xmlns:a16="http://schemas.microsoft.com/office/drawing/2014/main" id="{4FFA3948-EB34-540B-031A-D17D8D44CBDC}"/>
              </a:ext>
            </a:extLst>
          </p:cNvPr>
          <p:cNvCxnSpPr>
            <a:cxnSpLocks/>
          </p:cNvCxnSpPr>
          <p:nvPr/>
        </p:nvCxnSpPr>
        <p:spPr>
          <a:xfrm>
            <a:off x="3386443" y="2364946"/>
            <a:ext cx="705223" cy="0"/>
          </a:xfrm>
          <a:prstGeom prst="straightConnector1">
            <a:avLst/>
          </a:prstGeom>
          <a:noFill/>
          <a:ln w="19050" cap="flat" cmpd="sng" algn="ctr">
            <a:solidFill>
              <a:srgbClr val="156082"/>
            </a:solidFill>
            <a:prstDash val="solid"/>
            <a:miter lim="800000"/>
            <a:tailEnd type="triangle"/>
          </a:ln>
          <a:effectLst/>
        </p:spPr>
      </p:cxnSp>
      <p:grpSp>
        <p:nvGrpSpPr>
          <p:cNvPr id="30" name="Group 29">
            <a:extLst>
              <a:ext uri="{FF2B5EF4-FFF2-40B4-BE49-F238E27FC236}">
                <a16:creationId xmlns:a16="http://schemas.microsoft.com/office/drawing/2014/main" id="{045CE526-F8B7-CCA3-2F78-F89A49CB32B9}"/>
              </a:ext>
            </a:extLst>
          </p:cNvPr>
          <p:cNvGrpSpPr/>
          <p:nvPr/>
        </p:nvGrpSpPr>
        <p:grpSpPr>
          <a:xfrm>
            <a:off x="2037726" y="3679484"/>
            <a:ext cx="1344396" cy="2292447"/>
            <a:chOff x="5424162" y="3713743"/>
            <a:chExt cx="1344396" cy="2292447"/>
          </a:xfrm>
        </p:grpSpPr>
        <p:grpSp>
          <p:nvGrpSpPr>
            <p:cNvPr id="31" name="Group 30">
              <a:extLst>
                <a:ext uri="{FF2B5EF4-FFF2-40B4-BE49-F238E27FC236}">
                  <a16:creationId xmlns:a16="http://schemas.microsoft.com/office/drawing/2014/main" id="{53547CDF-639B-7A4B-66EF-7AA779ABEDFF}"/>
                </a:ext>
              </a:extLst>
            </p:cNvPr>
            <p:cNvGrpSpPr/>
            <p:nvPr/>
          </p:nvGrpSpPr>
          <p:grpSpPr>
            <a:xfrm>
              <a:off x="5424162" y="3713743"/>
              <a:ext cx="1343676" cy="631598"/>
              <a:chOff x="2222345" y="4139233"/>
              <a:chExt cx="1343676" cy="631598"/>
            </a:xfrm>
          </p:grpSpPr>
          <p:sp>
            <p:nvSpPr>
              <p:cNvPr id="42" name="Rectangle: Rounded Corners 41">
                <a:extLst>
                  <a:ext uri="{FF2B5EF4-FFF2-40B4-BE49-F238E27FC236}">
                    <a16:creationId xmlns:a16="http://schemas.microsoft.com/office/drawing/2014/main" id="{AEAD27CE-D378-84E5-11F8-7D2B599ECAF9}"/>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43" name="Group 42">
                <a:extLst>
                  <a:ext uri="{FF2B5EF4-FFF2-40B4-BE49-F238E27FC236}">
                    <a16:creationId xmlns:a16="http://schemas.microsoft.com/office/drawing/2014/main" id="{9CDE5133-16F0-937C-EB34-419D7DCC461F}"/>
                  </a:ext>
                </a:extLst>
              </p:cNvPr>
              <p:cNvGrpSpPr/>
              <p:nvPr/>
            </p:nvGrpSpPr>
            <p:grpSpPr>
              <a:xfrm>
                <a:off x="2222345" y="4247006"/>
                <a:ext cx="1343676" cy="416052"/>
                <a:chOff x="2023872" y="2779776"/>
                <a:chExt cx="1343676" cy="416052"/>
              </a:xfrm>
            </p:grpSpPr>
            <p:grpSp>
              <p:nvGrpSpPr>
                <p:cNvPr id="45" name="Group 44">
                  <a:extLst>
                    <a:ext uri="{FF2B5EF4-FFF2-40B4-BE49-F238E27FC236}">
                      <a16:creationId xmlns:a16="http://schemas.microsoft.com/office/drawing/2014/main" id="{DCB06178-607E-0935-772E-58CFCFB44BA8}"/>
                    </a:ext>
                  </a:extLst>
                </p:cNvPr>
                <p:cNvGrpSpPr/>
                <p:nvPr/>
              </p:nvGrpSpPr>
              <p:grpSpPr>
                <a:xfrm>
                  <a:off x="2023872" y="2779776"/>
                  <a:ext cx="1343676" cy="67056"/>
                  <a:chOff x="2023872" y="2779776"/>
                  <a:chExt cx="1343676" cy="67056"/>
                </a:xfrm>
              </p:grpSpPr>
              <p:sp>
                <p:nvSpPr>
                  <p:cNvPr id="49" name="Rectangle 48">
                    <a:extLst>
                      <a:ext uri="{FF2B5EF4-FFF2-40B4-BE49-F238E27FC236}">
                        <a16:creationId xmlns:a16="http://schemas.microsoft.com/office/drawing/2014/main" id="{BBB3C640-F0E5-42D4-40E1-1336AD456C20}"/>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463CAA4F-6B64-42C4-A5BD-DF8F0A1D7E46}"/>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46" name="Group 45">
                  <a:extLst>
                    <a:ext uri="{FF2B5EF4-FFF2-40B4-BE49-F238E27FC236}">
                      <a16:creationId xmlns:a16="http://schemas.microsoft.com/office/drawing/2014/main" id="{C70149F2-ECBD-4648-F8D6-C703AA408D2B}"/>
                    </a:ext>
                  </a:extLst>
                </p:cNvPr>
                <p:cNvGrpSpPr/>
                <p:nvPr/>
              </p:nvGrpSpPr>
              <p:grpSpPr>
                <a:xfrm>
                  <a:off x="2023872" y="3128772"/>
                  <a:ext cx="1343676" cy="67056"/>
                  <a:chOff x="2023872" y="3128772"/>
                  <a:chExt cx="1343676" cy="67056"/>
                </a:xfrm>
              </p:grpSpPr>
              <p:sp>
                <p:nvSpPr>
                  <p:cNvPr id="47" name="Rectangle 46">
                    <a:extLst>
                      <a:ext uri="{FF2B5EF4-FFF2-40B4-BE49-F238E27FC236}">
                        <a16:creationId xmlns:a16="http://schemas.microsoft.com/office/drawing/2014/main" id="{8FCCAD5A-7A23-3EA7-18D7-081AFCA596D9}"/>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8" name="Rectangle 47">
                    <a:extLst>
                      <a:ext uri="{FF2B5EF4-FFF2-40B4-BE49-F238E27FC236}">
                        <a16:creationId xmlns:a16="http://schemas.microsoft.com/office/drawing/2014/main" id="{2845EA10-4259-2CEB-921A-5D2114F4EEA3}"/>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44" name="TextBox 43">
                <a:extLst>
                  <a:ext uri="{FF2B5EF4-FFF2-40B4-BE49-F238E27FC236}">
                    <a16:creationId xmlns:a16="http://schemas.microsoft.com/office/drawing/2014/main" id="{1A8CC2A4-A3DF-4187-E25D-BDA5796A51AD}"/>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TP</a:t>
                </a:r>
                <a:endParaRPr lang="en-US" kern="0">
                  <a:solidFill>
                    <a:prstClr val="black"/>
                  </a:solidFill>
                  <a:latin typeface="Aptos" panose="02110004020202020204"/>
                </a:endParaRPr>
              </a:p>
            </p:txBody>
          </p:sp>
        </p:grpSp>
        <p:grpSp>
          <p:nvGrpSpPr>
            <p:cNvPr id="32" name="Group 31">
              <a:extLst>
                <a:ext uri="{FF2B5EF4-FFF2-40B4-BE49-F238E27FC236}">
                  <a16:creationId xmlns:a16="http://schemas.microsoft.com/office/drawing/2014/main" id="{903DBCB5-CA27-5C23-AB66-74AAD60C81B3}"/>
                </a:ext>
              </a:extLst>
            </p:cNvPr>
            <p:cNvGrpSpPr/>
            <p:nvPr/>
          </p:nvGrpSpPr>
          <p:grpSpPr>
            <a:xfrm>
              <a:off x="5424882" y="5374592"/>
              <a:ext cx="1343676" cy="631598"/>
              <a:chOff x="2222345" y="4139233"/>
              <a:chExt cx="1343676" cy="631598"/>
            </a:xfrm>
          </p:grpSpPr>
          <p:sp>
            <p:nvSpPr>
              <p:cNvPr id="33" name="Rectangle: Rounded Corners 32">
                <a:extLst>
                  <a:ext uri="{FF2B5EF4-FFF2-40B4-BE49-F238E27FC236}">
                    <a16:creationId xmlns:a16="http://schemas.microsoft.com/office/drawing/2014/main" id="{01ADBDB6-3F03-966A-C745-7C01EA899782}"/>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34" name="Group 33">
                <a:extLst>
                  <a:ext uri="{FF2B5EF4-FFF2-40B4-BE49-F238E27FC236}">
                    <a16:creationId xmlns:a16="http://schemas.microsoft.com/office/drawing/2014/main" id="{5053AD0A-7DF9-0A28-0A68-0ED3BE8CCC18}"/>
                  </a:ext>
                </a:extLst>
              </p:cNvPr>
              <p:cNvGrpSpPr/>
              <p:nvPr/>
            </p:nvGrpSpPr>
            <p:grpSpPr>
              <a:xfrm>
                <a:off x="2222345" y="4247006"/>
                <a:ext cx="1343676" cy="416052"/>
                <a:chOff x="2023872" y="2779776"/>
                <a:chExt cx="1343676" cy="416052"/>
              </a:xfrm>
            </p:grpSpPr>
            <p:grpSp>
              <p:nvGrpSpPr>
                <p:cNvPr id="36" name="Group 35">
                  <a:extLst>
                    <a:ext uri="{FF2B5EF4-FFF2-40B4-BE49-F238E27FC236}">
                      <a16:creationId xmlns:a16="http://schemas.microsoft.com/office/drawing/2014/main" id="{A40279A8-5A93-F920-6636-CAD986CB0376}"/>
                    </a:ext>
                  </a:extLst>
                </p:cNvPr>
                <p:cNvGrpSpPr/>
                <p:nvPr/>
              </p:nvGrpSpPr>
              <p:grpSpPr>
                <a:xfrm>
                  <a:off x="2023872" y="2779776"/>
                  <a:ext cx="1343676" cy="67056"/>
                  <a:chOff x="2023872" y="2779776"/>
                  <a:chExt cx="1343676" cy="67056"/>
                </a:xfrm>
              </p:grpSpPr>
              <p:sp>
                <p:nvSpPr>
                  <p:cNvPr id="40" name="Rectangle 39">
                    <a:extLst>
                      <a:ext uri="{FF2B5EF4-FFF2-40B4-BE49-F238E27FC236}">
                        <a16:creationId xmlns:a16="http://schemas.microsoft.com/office/drawing/2014/main" id="{9DF43B32-BA70-7594-63F7-8B759D2C826F}"/>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1" name="Rectangle 40">
                    <a:extLst>
                      <a:ext uri="{FF2B5EF4-FFF2-40B4-BE49-F238E27FC236}">
                        <a16:creationId xmlns:a16="http://schemas.microsoft.com/office/drawing/2014/main" id="{7DCF0A63-E7B0-CE90-62AD-243F772DE3C3}"/>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37" name="Group 36">
                  <a:extLst>
                    <a:ext uri="{FF2B5EF4-FFF2-40B4-BE49-F238E27FC236}">
                      <a16:creationId xmlns:a16="http://schemas.microsoft.com/office/drawing/2014/main" id="{CC847FCF-21FC-02BC-BEEB-A85B79589276}"/>
                    </a:ext>
                  </a:extLst>
                </p:cNvPr>
                <p:cNvGrpSpPr/>
                <p:nvPr/>
              </p:nvGrpSpPr>
              <p:grpSpPr>
                <a:xfrm>
                  <a:off x="2023872" y="3128772"/>
                  <a:ext cx="1343676" cy="67056"/>
                  <a:chOff x="2023872" y="3128772"/>
                  <a:chExt cx="1343676" cy="67056"/>
                </a:xfrm>
              </p:grpSpPr>
              <p:sp>
                <p:nvSpPr>
                  <p:cNvPr id="38" name="Rectangle 37">
                    <a:extLst>
                      <a:ext uri="{FF2B5EF4-FFF2-40B4-BE49-F238E27FC236}">
                        <a16:creationId xmlns:a16="http://schemas.microsoft.com/office/drawing/2014/main" id="{774E0EF7-0DE7-1691-0FAC-1C13A25953F1}"/>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9" name="Rectangle 38">
                    <a:extLst>
                      <a:ext uri="{FF2B5EF4-FFF2-40B4-BE49-F238E27FC236}">
                        <a16:creationId xmlns:a16="http://schemas.microsoft.com/office/drawing/2014/main" id="{4ED1899C-4F14-60E6-177F-970A77FAEC14}"/>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35" name="TextBox 34">
                <a:extLst>
                  <a:ext uri="{FF2B5EF4-FFF2-40B4-BE49-F238E27FC236}">
                    <a16:creationId xmlns:a16="http://schemas.microsoft.com/office/drawing/2014/main" id="{B10DBA1B-3F71-EC50-C25F-D3A2F0802B1B}"/>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BM</a:t>
                </a:r>
                <a:endParaRPr lang="en-US" kern="0">
                  <a:solidFill>
                    <a:prstClr val="black"/>
                  </a:solidFill>
                  <a:latin typeface="Aptos" panose="02110004020202020204"/>
                </a:endParaRPr>
              </a:p>
            </p:txBody>
          </p:sp>
        </p:grpSp>
      </p:grpSp>
      <p:grpSp>
        <p:nvGrpSpPr>
          <p:cNvPr id="51" name="Group 50">
            <a:extLst>
              <a:ext uri="{FF2B5EF4-FFF2-40B4-BE49-F238E27FC236}">
                <a16:creationId xmlns:a16="http://schemas.microsoft.com/office/drawing/2014/main" id="{871CB236-803B-65C2-6BE1-D84C58FAE099}"/>
              </a:ext>
            </a:extLst>
          </p:cNvPr>
          <p:cNvGrpSpPr/>
          <p:nvPr/>
        </p:nvGrpSpPr>
        <p:grpSpPr>
          <a:xfrm>
            <a:off x="3345711" y="3530520"/>
            <a:ext cx="733755" cy="674276"/>
            <a:chOff x="3625793" y="4306223"/>
            <a:chExt cx="733755" cy="674276"/>
          </a:xfrm>
        </p:grpSpPr>
        <p:sp>
          <p:nvSpPr>
            <p:cNvPr id="52" name="TextBox 51">
              <a:extLst>
                <a:ext uri="{FF2B5EF4-FFF2-40B4-BE49-F238E27FC236}">
                  <a16:creationId xmlns:a16="http://schemas.microsoft.com/office/drawing/2014/main" id="{A9CACBA1-8214-046E-1EF9-3F7DB02E887B}"/>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53" name="TextBox 52">
              <a:extLst>
                <a:ext uri="{FF2B5EF4-FFF2-40B4-BE49-F238E27FC236}">
                  <a16:creationId xmlns:a16="http://schemas.microsoft.com/office/drawing/2014/main" id="{64D04B30-611D-2BC6-B1FB-6703788CBEC3}"/>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54" name="Group 53">
            <a:extLst>
              <a:ext uri="{FF2B5EF4-FFF2-40B4-BE49-F238E27FC236}">
                <a16:creationId xmlns:a16="http://schemas.microsoft.com/office/drawing/2014/main" id="{7F2A5CFE-E030-0B97-2844-E98DBA988741}"/>
              </a:ext>
            </a:extLst>
          </p:cNvPr>
          <p:cNvGrpSpPr/>
          <p:nvPr/>
        </p:nvGrpSpPr>
        <p:grpSpPr>
          <a:xfrm>
            <a:off x="3345711" y="5174053"/>
            <a:ext cx="733755" cy="674276"/>
            <a:chOff x="3625793" y="4306223"/>
            <a:chExt cx="733755" cy="674276"/>
          </a:xfrm>
        </p:grpSpPr>
        <p:sp>
          <p:nvSpPr>
            <p:cNvPr id="55" name="TextBox 54">
              <a:extLst>
                <a:ext uri="{FF2B5EF4-FFF2-40B4-BE49-F238E27FC236}">
                  <a16:creationId xmlns:a16="http://schemas.microsoft.com/office/drawing/2014/main" id="{4383FBE0-8FA2-CDE8-AD08-742A6224CCAA}"/>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56" name="TextBox 55">
              <a:extLst>
                <a:ext uri="{FF2B5EF4-FFF2-40B4-BE49-F238E27FC236}">
                  <a16:creationId xmlns:a16="http://schemas.microsoft.com/office/drawing/2014/main" id="{D81E2EFC-A15B-BB9C-D886-8290E12D8973}"/>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mc:AlternateContent xmlns:mc="http://schemas.openxmlformats.org/markup-compatibility/2006">
        <mc:Choice xmlns:a14="http://schemas.microsoft.com/office/drawing/2010/main" Requires="a14">
          <p:sp>
            <p:nvSpPr>
              <p:cNvPr id="57" name="CuadroTexto 121">
                <a:extLst>
                  <a:ext uri="{FF2B5EF4-FFF2-40B4-BE49-F238E27FC236}">
                    <a16:creationId xmlns:a16="http://schemas.microsoft.com/office/drawing/2014/main" id="{BABB250F-9045-DC95-DD11-11EEF260193A}"/>
                  </a:ext>
                </a:extLst>
              </p:cNvPr>
              <p:cNvSpPr txBox="1"/>
              <p:nvPr/>
            </p:nvSpPr>
            <p:spPr>
              <a:xfrm>
                <a:off x="2151254" y="4435336"/>
                <a:ext cx="11367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i="1" noProof="0" smtClean="0">
                          <a:latin typeface="Cambria Math" panose="02040503050406030204" pitchFamily="18" charset="0"/>
                          <a:ea typeface="Cambria Math" panose="02040503050406030204" pitchFamily="18" charset="0"/>
                        </a:rPr>
                        <m:t>∆</m:t>
                      </m:r>
                      <m:r>
                        <a:rPr lang="es-CO" b="0" i="1" noProof="0" smtClean="0">
                          <a:latin typeface="Cambria Math" panose="02040503050406030204" pitchFamily="18" charset="0"/>
                          <a:ea typeface="Cambria Math" panose="02040503050406030204" pitchFamily="18" charset="0"/>
                        </a:rPr>
                        <m:t>𝐿</m:t>
                      </m:r>
                      <m:r>
                        <a:rPr lang="es-ES" b="0" i="1" noProof="0" smtClean="0">
                          <a:latin typeface="Cambria Math" panose="02040503050406030204" pitchFamily="18" charset="0"/>
                          <a:ea typeface="Cambria Math" panose="02040503050406030204" pitchFamily="18" charset="0"/>
                        </a:rPr>
                        <m:t>=</m:t>
                      </m:r>
                      <m:r>
                        <a:rPr lang="es-ES" b="0" i="1" noProof="0" smtClean="0">
                          <a:latin typeface="Cambria Math" panose="02040503050406030204" pitchFamily="18" charset="0"/>
                          <a:ea typeface="Cambria Math" panose="02040503050406030204" pitchFamily="18" charset="0"/>
                        </a:rPr>
                        <m:t>𝐿</m:t>
                      </m:r>
                      <m:r>
                        <a:rPr lang="es-ES" b="0" i="1" noProof="0" smtClean="0">
                          <a:latin typeface="Cambria Math" panose="02040503050406030204" pitchFamily="18" charset="0"/>
                          <a:ea typeface="Cambria Math" panose="02040503050406030204" pitchFamily="18" charset="0"/>
                        </a:rPr>
                        <m:t>/2</m:t>
                      </m:r>
                    </m:oMath>
                  </m:oMathPara>
                </a14:m>
                <a:endParaRPr lang="es-CO" noProof="0" dirty="0"/>
              </a:p>
            </p:txBody>
          </p:sp>
        </mc:Choice>
        <mc:Fallback>
          <p:sp>
            <p:nvSpPr>
              <p:cNvPr id="57" name="CuadroTexto 121">
                <a:extLst>
                  <a:ext uri="{FF2B5EF4-FFF2-40B4-BE49-F238E27FC236}">
                    <a16:creationId xmlns:a16="http://schemas.microsoft.com/office/drawing/2014/main" id="{BABB250F-9045-DC95-DD11-11EEF260193A}"/>
                  </a:ext>
                </a:extLst>
              </p:cNvPr>
              <p:cNvSpPr txBox="1">
                <a:spLocks noRot="1" noChangeAspect="1" noMove="1" noResize="1" noEditPoints="1" noAdjustHandles="1" noChangeArrowheads="1" noChangeShapeType="1" noTextEdit="1"/>
              </p:cNvSpPr>
              <p:nvPr/>
            </p:nvSpPr>
            <p:spPr>
              <a:xfrm>
                <a:off x="2151254" y="4435336"/>
                <a:ext cx="1136735" cy="369332"/>
              </a:xfrm>
              <a:prstGeom prst="rect">
                <a:avLst/>
              </a:prstGeom>
              <a:blipFill>
                <a:blip r:embed="rId8"/>
                <a:stretch>
                  <a:fillRect b="-1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CuadroTexto 95">
                <a:extLst>
                  <a:ext uri="{FF2B5EF4-FFF2-40B4-BE49-F238E27FC236}">
                    <a16:creationId xmlns:a16="http://schemas.microsoft.com/office/drawing/2014/main" id="{09AC29CB-B40F-C03B-30C0-1DB85B609F47}"/>
                  </a:ext>
                </a:extLst>
              </p:cNvPr>
              <p:cNvSpPr txBox="1"/>
              <p:nvPr/>
            </p:nvSpPr>
            <p:spPr>
              <a:xfrm>
                <a:off x="1871124" y="4766034"/>
                <a:ext cx="17837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noProof="0" smtClean="0">
                          <a:latin typeface="Cambria Math" panose="02040503050406030204" pitchFamily="18" charset="0"/>
                          <a:ea typeface="Cambria Math" panose="02040503050406030204" pitchFamily="18" charset="0"/>
                        </a:rPr>
                        <m:t>𝐹</m:t>
                      </m:r>
                      <m:r>
                        <a:rPr lang="es-ES" b="0" i="1" noProof="0" smtClean="0">
                          <a:latin typeface="Cambria Math" panose="02040503050406030204" pitchFamily="18" charset="0"/>
                          <a:ea typeface="Cambria Math" panose="02040503050406030204" pitchFamily="18" charset="0"/>
                        </a:rPr>
                        <m:t>𝑆𝑅</m:t>
                      </m:r>
                      <m:r>
                        <a:rPr lang="es-ES" b="0" i="1" noProof="0" smtClean="0">
                          <a:latin typeface="Cambria Math" panose="02040503050406030204" pitchFamily="18" charset="0"/>
                          <a:ea typeface="Cambria Math" panose="02040503050406030204" pitchFamily="18" charset="0"/>
                        </a:rPr>
                        <m:t>=50 </m:t>
                      </m:r>
                      <m:r>
                        <a:rPr lang="es-ES" b="0" i="1" noProof="0" smtClean="0">
                          <a:latin typeface="Cambria Math" panose="02040503050406030204" pitchFamily="18" charset="0"/>
                          <a:ea typeface="Cambria Math" panose="02040503050406030204" pitchFamily="18" charset="0"/>
                        </a:rPr>
                        <m:t>𝑛𝑚</m:t>
                      </m:r>
                    </m:oMath>
                  </m:oMathPara>
                </a14:m>
                <a:endParaRPr lang="es-CO" noProof="0" dirty="0"/>
              </a:p>
            </p:txBody>
          </p:sp>
        </mc:Choice>
        <mc:Fallback>
          <p:sp>
            <p:nvSpPr>
              <p:cNvPr id="58" name="CuadroTexto 95">
                <a:extLst>
                  <a:ext uri="{FF2B5EF4-FFF2-40B4-BE49-F238E27FC236}">
                    <a16:creationId xmlns:a16="http://schemas.microsoft.com/office/drawing/2014/main" id="{09AC29CB-B40F-C03B-30C0-1DB85B609F47}"/>
                  </a:ext>
                </a:extLst>
              </p:cNvPr>
              <p:cNvSpPr txBox="1">
                <a:spLocks noRot="1" noChangeAspect="1" noMove="1" noResize="1" noEditPoints="1" noAdjustHandles="1" noChangeArrowheads="1" noChangeShapeType="1" noTextEdit="1"/>
              </p:cNvSpPr>
              <p:nvPr/>
            </p:nvSpPr>
            <p:spPr>
              <a:xfrm>
                <a:off x="1871124" y="4766034"/>
                <a:ext cx="1783742" cy="369332"/>
              </a:xfrm>
              <a:prstGeom prst="rect">
                <a:avLst/>
              </a:prstGeom>
              <a:blipFill>
                <a:blip r:embed="rId9"/>
                <a:stretch>
                  <a:fillRect/>
                </a:stretch>
              </a:blipFill>
            </p:spPr>
            <p:txBody>
              <a:bodyPr/>
              <a:lstStyle/>
              <a:p>
                <a:r>
                  <a:rPr lang="en-US">
                    <a:noFill/>
                  </a:rPr>
                  <a:t> </a:t>
                </a:r>
              </a:p>
            </p:txBody>
          </p:sp>
        </mc:Fallback>
      </mc:AlternateContent>
      <p:cxnSp>
        <p:nvCxnSpPr>
          <p:cNvPr id="59" name="Straight Arrow Connector 58">
            <a:extLst>
              <a:ext uri="{FF2B5EF4-FFF2-40B4-BE49-F238E27FC236}">
                <a16:creationId xmlns:a16="http://schemas.microsoft.com/office/drawing/2014/main" id="{3FD354C0-991B-3D83-B6F8-6E0E0E934E45}"/>
              </a:ext>
            </a:extLst>
          </p:cNvPr>
          <p:cNvCxnSpPr>
            <a:cxnSpLocks/>
          </p:cNvCxnSpPr>
          <p:nvPr/>
        </p:nvCxnSpPr>
        <p:spPr>
          <a:xfrm>
            <a:off x="1339639" y="4179965"/>
            <a:ext cx="705223" cy="0"/>
          </a:xfrm>
          <a:prstGeom prst="straightConnector1">
            <a:avLst/>
          </a:prstGeom>
          <a:noFill/>
          <a:ln w="19050" cap="flat" cmpd="sng" algn="ctr">
            <a:solidFill>
              <a:srgbClr val="156082"/>
            </a:solidFill>
            <a:prstDash val="solid"/>
            <a:miter lim="800000"/>
            <a:tailEnd type="triangle"/>
          </a:ln>
          <a:effectLst/>
        </p:spPr>
      </p:cxnSp>
      <p:cxnSp>
        <p:nvCxnSpPr>
          <p:cNvPr id="60" name="Straight Arrow Connector 59">
            <a:extLst>
              <a:ext uri="{FF2B5EF4-FFF2-40B4-BE49-F238E27FC236}">
                <a16:creationId xmlns:a16="http://schemas.microsoft.com/office/drawing/2014/main" id="{EC83F85A-D51F-E365-853C-98D5070CF02A}"/>
              </a:ext>
            </a:extLst>
          </p:cNvPr>
          <p:cNvCxnSpPr>
            <a:cxnSpLocks/>
          </p:cNvCxnSpPr>
          <p:nvPr/>
        </p:nvCxnSpPr>
        <p:spPr>
          <a:xfrm>
            <a:off x="3374243" y="4169414"/>
            <a:ext cx="705223" cy="0"/>
          </a:xfrm>
          <a:prstGeom prst="straightConnector1">
            <a:avLst/>
          </a:prstGeom>
          <a:noFill/>
          <a:ln w="19050" cap="flat" cmpd="sng" algn="ctr">
            <a:solidFill>
              <a:srgbClr val="156082"/>
            </a:solidFill>
            <a:prstDash val="solid"/>
            <a:miter lim="800000"/>
            <a:tailEnd type="triangle"/>
          </a:ln>
          <a:effectLst/>
        </p:spPr>
      </p:cxnSp>
      <p:cxnSp>
        <p:nvCxnSpPr>
          <p:cNvPr id="61" name="Straight Arrow Connector 60">
            <a:extLst>
              <a:ext uri="{FF2B5EF4-FFF2-40B4-BE49-F238E27FC236}">
                <a16:creationId xmlns:a16="http://schemas.microsoft.com/office/drawing/2014/main" id="{87836F8B-E359-4428-02D7-92ED03552E52}"/>
              </a:ext>
            </a:extLst>
          </p:cNvPr>
          <p:cNvCxnSpPr>
            <a:cxnSpLocks/>
          </p:cNvCxnSpPr>
          <p:nvPr/>
        </p:nvCxnSpPr>
        <p:spPr>
          <a:xfrm>
            <a:off x="3381402" y="3825107"/>
            <a:ext cx="705223" cy="0"/>
          </a:xfrm>
          <a:prstGeom prst="straightConnector1">
            <a:avLst/>
          </a:prstGeom>
          <a:noFill/>
          <a:ln w="19050" cap="flat" cmpd="sng" algn="ctr">
            <a:solidFill>
              <a:srgbClr val="156082"/>
            </a:solidFill>
            <a:prstDash val="solid"/>
            <a:miter lim="800000"/>
            <a:tailEnd type="triangle"/>
          </a:ln>
          <a:effectLst/>
        </p:spPr>
      </p:cxnSp>
      <p:cxnSp>
        <p:nvCxnSpPr>
          <p:cNvPr id="62" name="Straight Arrow Connector 61">
            <a:extLst>
              <a:ext uri="{FF2B5EF4-FFF2-40B4-BE49-F238E27FC236}">
                <a16:creationId xmlns:a16="http://schemas.microsoft.com/office/drawing/2014/main" id="{8E285D6A-F38A-E696-5854-61A45513D474}"/>
              </a:ext>
            </a:extLst>
          </p:cNvPr>
          <p:cNvCxnSpPr>
            <a:cxnSpLocks/>
          </p:cNvCxnSpPr>
          <p:nvPr/>
        </p:nvCxnSpPr>
        <p:spPr>
          <a:xfrm>
            <a:off x="3345711" y="5489317"/>
            <a:ext cx="705223" cy="0"/>
          </a:xfrm>
          <a:prstGeom prst="straightConnector1">
            <a:avLst/>
          </a:prstGeom>
          <a:noFill/>
          <a:ln w="19050" cap="flat" cmpd="sng" algn="ctr">
            <a:solidFill>
              <a:srgbClr val="156082"/>
            </a:solidFill>
            <a:prstDash val="solid"/>
            <a:miter lim="800000"/>
            <a:tailEnd type="triangle"/>
          </a:ln>
          <a:effectLst/>
        </p:spPr>
      </p:cxnSp>
      <p:cxnSp>
        <p:nvCxnSpPr>
          <p:cNvPr id="63" name="Straight Arrow Connector 62">
            <a:extLst>
              <a:ext uri="{FF2B5EF4-FFF2-40B4-BE49-F238E27FC236}">
                <a16:creationId xmlns:a16="http://schemas.microsoft.com/office/drawing/2014/main" id="{7E04363E-75E0-A8F2-8442-F307E5C78458}"/>
              </a:ext>
            </a:extLst>
          </p:cNvPr>
          <p:cNvCxnSpPr>
            <a:cxnSpLocks/>
          </p:cNvCxnSpPr>
          <p:nvPr/>
        </p:nvCxnSpPr>
        <p:spPr>
          <a:xfrm>
            <a:off x="3345711" y="5838119"/>
            <a:ext cx="705223" cy="0"/>
          </a:xfrm>
          <a:prstGeom prst="straightConnector1">
            <a:avLst/>
          </a:prstGeom>
          <a:noFill/>
          <a:ln w="19050" cap="flat" cmpd="sng" algn="ctr">
            <a:solidFill>
              <a:srgbClr val="156082"/>
            </a:solidFill>
            <a:prstDash val="solid"/>
            <a:miter lim="800000"/>
            <a:tailEnd type="triangle"/>
          </a:ln>
          <a:effectLst/>
        </p:spPr>
      </p:cxnSp>
      <p:cxnSp>
        <p:nvCxnSpPr>
          <p:cNvPr id="64" name="Straight Arrow Connector 63">
            <a:extLst>
              <a:ext uri="{FF2B5EF4-FFF2-40B4-BE49-F238E27FC236}">
                <a16:creationId xmlns:a16="http://schemas.microsoft.com/office/drawing/2014/main" id="{F13A131D-C0DA-90C6-B8BC-91252EEA1EEC}"/>
              </a:ext>
            </a:extLst>
          </p:cNvPr>
          <p:cNvCxnSpPr>
            <a:cxnSpLocks/>
          </p:cNvCxnSpPr>
          <p:nvPr/>
        </p:nvCxnSpPr>
        <p:spPr>
          <a:xfrm>
            <a:off x="1330404" y="5827582"/>
            <a:ext cx="705223" cy="0"/>
          </a:xfrm>
          <a:prstGeom prst="straightConnector1">
            <a:avLst/>
          </a:prstGeom>
          <a:noFill/>
          <a:ln w="19050" cap="flat" cmpd="sng" algn="ctr">
            <a:solidFill>
              <a:srgbClr val="156082"/>
            </a:solidFill>
            <a:prstDash val="solid"/>
            <a:miter lim="800000"/>
            <a:tailEnd type="triangle"/>
          </a:ln>
          <a:effectLst/>
        </p:spPr>
      </p:cxnSp>
      <mc:AlternateContent xmlns:mc="http://schemas.openxmlformats.org/markup-compatibility/2006">
        <mc:Choice xmlns:a14="http://schemas.microsoft.com/office/drawing/2010/main" Requires="a14">
          <p:sp>
            <p:nvSpPr>
              <p:cNvPr id="66" name="TextBox 65">
                <a:extLst>
                  <a:ext uri="{FF2B5EF4-FFF2-40B4-BE49-F238E27FC236}">
                    <a16:creationId xmlns:a16="http://schemas.microsoft.com/office/drawing/2014/main" id="{C31B9710-0D33-3690-F6FB-DFAA58D1B9B4}"/>
                  </a:ext>
                </a:extLst>
              </p:cNvPr>
              <p:cNvSpPr txBox="1"/>
              <p:nvPr/>
            </p:nvSpPr>
            <p:spPr>
              <a:xfrm>
                <a:off x="626922" y="3734723"/>
                <a:ext cx="1476805" cy="3945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𝐶𝑟𝑜𝑠𝑠</m:t>
                          </m:r>
                        </m:sub>
                      </m:sSub>
                    </m:oMath>
                  </m:oMathPara>
                </a14:m>
                <a:endParaRPr lang="en-US" dirty="0"/>
              </a:p>
            </p:txBody>
          </p:sp>
        </mc:Choice>
        <mc:Fallback>
          <p:sp>
            <p:nvSpPr>
              <p:cNvPr id="66" name="TextBox 65">
                <a:extLst>
                  <a:ext uri="{FF2B5EF4-FFF2-40B4-BE49-F238E27FC236}">
                    <a16:creationId xmlns:a16="http://schemas.microsoft.com/office/drawing/2014/main" id="{C31B9710-0D33-3690-F6FB-DFAA58D1B9B4}"/>
                  </a:ext>
                </a:extLst>
              </p:cNvPr>
              <p:cNvSpPr txBox="1">
                <a:spLocks noRot="1" noChangeAspect="1" noMove="1" noResize="1" noEditPoints="1" noAdjustHandles="1" noChangeArrowheads="1" noChangeShapeType="1" noTextEdit="1"/>
              </p:cNvSpPr>
              <p:nvPr/>
            </p:nvSpPr>
            <p:spPr>
              <a:xfrm>
                <a:off x="626922" y="3734723"/>
                <a:ext cx="1476805" cy="394532"/>
              </a:xfrm>
              <a:prstGeom prst="rect">
                <a:avLst/>
              </a:prstGeom>
              <a:blipFill>
                <a:blip r:embed="rId10"/>
                <a:stretch>
                  <a:fillRect b="-156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FCCE38B2-1B0B-8232-7FA3-90D8F855323A}"/>
                  </a:ext>
                </a:extLst>
              </p:cNvPr>
              <p:cNvSpPr txBox="1"/>
              <p:nvPr/>
            </p:nvSpPr>
            <p:spPr>
              <a:xfrm>
                <a:off x="687929" y="5417306"/>
                <a:ext cx="1579061" cy="3945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𝐵𝑎𝑟</m:t>
                          </m:r>
                        </m:sub>
                      </m:sSub>
                    </m:oMath>
                  </m:oMathPara>
                </a14:m>
                <a:endParaRPr lang="en-US" dirty="0"/>
              </a:p>
            </p:txBody>
          </p:sp>
        </mc:Choice>
        <mc:Fallback>
          <p:sp>
            <p:nvSpPr>
              <p:cNvPr id="68" name="TextBox 67">
                <a:extLst>
                  <a:ext uri="{FF2B5EF4-FFF2-40B4-BE49-F238E27FC236}">
                    <a16:creationId xmlns:a16="http://schemas.microsoft.com/office/drawing/2014/main" id="{FCCE38B2-1B0B-8232-7FA3-90D8F855323A}"/>
                  </a:ext>
                </a:extLst>
              </p:cNvPr>
              <p:cNvSpPr txBox="1">
                <a:spLocks noRot="1" noChangeAspect="1" noMove="1" noResize="1" noEditPoints="1" noAdjustHandles="1" noChangeArrowheads="1" noChangeShapeType="1" noTextEdit="1"/>
              </p:cNvSpPr>
              <p:nvPr/>
            </p:nvSpPr>
            <p:spPr>
              <a:xfrm>
                <a:off x="687929" y="5417306"/>
                <a:ext cx="1579061" cy="394532"/>
              </a:xfrm>
              <a:prstGeom prst="rect">
                <a:avLst/>
              </a:prstGeom>
              <a:blipFill>
                <a:blip r:embed="rId11"/>
                <a:stretch>
                  <a:fillRect b="-1563"/>
                </a:stretch>
              </a:blipFill>
            </p:spPr>
            <p:txBody>
              <a:bodyPr/>
              <a:lstStyle/>
              <a:p>
                <a:r>
                  <a:rPr lang="en-US">
                    <a:noFill/>
                  </a:rPr>
                  <a:t> </a:t>
                </a:r>
              </a:p>
            </p:txBody>
          </p:sp>
        </mc:Fallback>
      </mc:AlternateContent>
      <p:cxnSp>
        <p:nvCxnSpPr>
          <p:cNvPr id="69" name="Straight Connector 68">
            <a:extLst>
              <a:ext uri="{FF2B5EF4-FFF2-40B4-BE49-F238E27FC236}">
                <a16:creationId xmlns:a16="http://schemas.microsoft.com/office/drawing/2014/main" id="{BB31956A-A59A-BE33-8547-020BC385EFC6}"/>
              </a:ext>
            </a:extLst>
          </p:cNvPr>
          <p:cNvCxnSpPr>
            <a:cxnSpLocks/>
          </p:cNvCxnSpPr>
          <p:nvPr/>
        </p:nvCxnSpPr>
        <p:spPr>
          <a:xfrm flipH="1">
            <a:off x="626922" y="2950925"/>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51DA2F5-5DDA-4820-7E44-9659DA8469BC}"/>
              </a:ext>
            </a:extLst>
          </p:cNvPr>
          <p:cNvCxnSpPr>
            <a:cxnSpLocks/>
          </p:cNvCxnSpPr>
          <p:nvPr/>
        </p:nvCxnSpPr>
        <p:spPr>
          <a:xfrm flipH="1">
            <a:off x="626922" y="6141493"/>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71" name="Rectangle: Rounded Corners 70">
            <a:extLst>
              <a:ext uri="{FF2B5EF4-FFF2-40B4-BE49-F238E27FC236}">
                <a16:creationId xmlns:a16="http://schemas.microsoft.com/office/drawing/2014/main" id="{37D2AA99-63F0-9C37-E4FC-7F9C994FC554}"/>
              </a:ext>
            </a:extLst>
          </p:cNvPr>
          <p:cNvSpPr/>
          <p:nvPr/>
        </p:nvSpPr>
        <p:spPr>
          <a:xfrm>
            <a:off x="164503" y="1588597"/>
            <a:ext cx="1440000" cy="307777"/>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Stage 1</a:t>
            </a:r>
            <a:endParaRPr lang="es-CO">
              <a:solidFill>
                <a:schemeClr val="tx1"/>
              </a:solidFill>
            </a:endParaRPr>
          </a:p>
        </p:txBody>
      </p:sp>
      <p:sp>
        <p:nvSpPr>
          <p:cNvPr id="72" name="Rectangle: Rounded Corners 71">
            <a:extLst>
              <a:ext uri="{FF2B5EF4-FFF2-40B4-BE49-F238E27FC236}">
                <a16:creationId xmlns:a16="http://schemas.microsoft.com/office/drawing/2014/main" id="{12E508A7-524F-49F6-C750-B76A6447C289}"/>
              </a:ext>
            </a:extLst>
          </p:cNvPr>
          <p:cNvSpPr/>
          <p:nvPr/>
        </p:nvSpPr>
        <p:spPr>
          <a:xfrm>
            <a:off x="164503" y="3131707"/>
            <a:ext cx="1440000" cy="307777"/>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Stage 2</a:t>
            </a:r>
            <a:endParaRPr lang="es-CO">
              <a:solidFill>
                <a:schemeClr val="tx1"/>
              </a:solidFill>
            </a:endParaRPr>
          </a:p>
        </p:txBody>
      </p:sp>
    </p:spTree>
    <p:extLst>
      <p:ext uri="{BB962C8B-B14F-4D97-AF65-F5344CB8AC3E}">
        <p14:creationId xmlns:p14="http://schemas.microsoft.com/office/powerpoint/2010/main" val="97248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AB5AE-1A4B-D307-34F6-A9A29BAD1907}"/>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854B5B05-1A79-24BF-D2CA-2AB3F4C4FBBB}"/>
              </a:ext>
            </a:extLst>
          </p:cNvPr>
          <p:cNvSpPr/>
          <p:nvPr/>
        </p:nvSpPr>
        <p:spPr>
          <a:xfrm>
            <a:off x="10129170" y="5585348"/>
            <a:ext cx="347472" cy="399190"/>
          </a:xfrm>
          <a:prstGeom prst="roundRect">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pPr>
            <a:endParaRPr lang="en-US" kern="100">
              <a:solidFill>
                <a:schemeClr val="tx1"/>
              </a:solidFill>
              <a:latin typeface="Aptos" panose="020B0004020202020204" pitchFamily="34" charset="0"/>
              <a:cs typeface="Times New Roman" panose="02020603050405020304" pitchFamily="18" charset="0"/>
            </a:endParaRPr>
          </a:p>
        </p:txBody>
      </p:sp>
      <p:sp>
        <p:nvSpPr>
          <p:cNvPr id="74" name="Rectangle: Rounded Corners 73">
            <a:extLst>
              <a:ext uri="{FF2B5EF4-FFF2-40B4-BE49-F238E27FC236}">
                <a16:creationId xmlns:a16="http://schemas.microsoft.com/office/drawing/2014/main" id="{723B3204-5F43-DD9E-5E89-16263DD46D1C}"/>
              </a:ext>
            </a:extLst>
          </p:cNvPr>
          <p:cNvSpPr/>
          <p:nvPr/>
        </p:nvSpPr>
        <p:spPr>
          <a:xfrm>
            <a:off x="9726168" y="4906427"/>
            <a:ext cx="347472" cy="399190"/>
          </a:xfrm>
          <a:prstGeom prst="roundRect">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pPr>
            <a:endParaRPr lang="en-US" kern="100">
              <a:solidFill>
                <a:schemeClr val="tx1"/>
              </a:solidFill>
              <a:latin typeface="Aptos" panose="020B0004020202020204" pitchFamily="34" charset="0"/>
              <a:cs typeface="Times New Roman" panose="02020603050405020304" pitchFamily="18" charset="0"/>
            </a:endParaRPr>
          </a:p>
        </p:txBody>
      </p:sp>
      <p:sp>
        <p:nvSpPr>
          <p:cNvPr id="73" name="Rectangle: Rounded Corners 72">
            <a:extLst>
              <a:ext uri="{FF2B5EF4-FFF2-40B4-BE49-F238E27FC236}">
                <a16:creationId xmlns:a16="http://schemas.microsoft.com/office/drawing/2014/main" id="{45051897-4103-CFB4-1FE8-D6A939BCC0B6}"/>
              </a:ext>
            </a:extLst>
          </p:cNvPr>
          <p:cNvSpPr/>
          <p:nvPr/>
        </p:nvSpPr>
        <p:spPr>
          <a:xfrm>
            <a:off x="10247376" y="4048833"/>
            <a:ext cx="347472" cy="399190"/>
          </a:xfrm>
          <a:prstGeom prst="roundRect">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pPr>
            <a:endParaRPr lang="en-US" kern="100">
              <a:solidFill>
                <a:schemeClr val="tx1"/>
              </a:solidFill>
              <a:latin typeface="Aptos" panose="020B0004020202020204" pitchFamily="34" charset="0"/>
              <a:cs typeface="Times New Roman" panose="02020603050405020304" pitchFamily="18" charset="0"/>
            </a:endParaRPr>
          </a:p>
        </p:txBody>
      </p:sp>
      <p:sp>
        <p:nvSpPr>
          <p:cNvPr id="67" name="Rectangle: Rounded Corners 66">
            <a:extLst>
              <a:ext uri="{FF2B5EF4-FFF2-40B4-BE49-F238E27FC236}">
                <a16:creationId xmlns:a16="http://schemas.microsoft.com/office/drawing/2014/main" id="{F02386C4-F2BA-5AD2-3614-9388A6674968}"/>
              </a:ext>
            </a:extLst>
          </p:cNvPr>
          <p:cNvSpPr/>
          <p:nvPr/>
        </p:nvSpPr>
        <p:spPr>
          <a:xfrm>
            <a:off x="9899904" y="3455124"/>
            <a:ext cx="347472" cy="399190"/>
          </a:xfrm>
          <a:prstGeom prst="roundRect">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pPr>
            <a:endParaRPr lang="en-US" kern="100">
              <a:solidFill>
                <a:schemeClr val="tx1"/>
              </a:solidFill>
              <a:latin typeface="Aptos" panose="020B000402020202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4834D679-4EB4-D367-B8DF-E775B68742F8}"/>
              </a:ext>
            </a:extLst>
          </p:cNvPr>
          <p:cNvSpPr>
            <a:spLocks noGrp="1"/>
          </p:cNvSpPr>
          <p:nvPr>
            <p:ph type="title"/>
          </p:nvPr>
        </p:nvSpPr>
        <p:spPr/>
        <p:txBody>
          <a:bodyPr/>
          <a:lstStyle/>
          <a:p>
            <a:r>
              <a:rPr lang="es-CO"/>
              <a:t>Transfer </a:t>
            </a:r>
            <a:r>
              <a:rPr lang="es-CO" err="1"/>
              <a:t>Function</a:t>
            </a:r>
            <a:endParaRPr lang="en-US"/>
          </a:p>
        </p:txBody>
      </p:sp>
      <p:sp>
        <p:nvSpPr>
          <p:cNvPr id="3" name="Footer Placeholder 2">
            <a:extLst>
              <a:ext uri="{FF2B5EF4-FFF2-40B4-BE49-F238E27FC236}">
                <a16:creationId xmlns:a16="http://schemas.microsoft.com/office/drawing/2014/main" id="{AA2FFF95-FEFA-1535-87B5-8F07018B1499}"/>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C45BAB39-566C-4362-1268-1A3CC68F0606}"/>
              </a:ext>
            </a:extLst>
          </p:cNvPr>
          <p:cNvSpPr>
            <a:spLocks noGrp="1"/>
          </p:cNvSpPr>
          <p:nvPr>
            <p:ph type="sldNum" sz="quarter" idx="12"/>
          </p:nvPr>
        </p:nvSpPr>
        <p:spPr/>
        <p:txBody>
          <a:bodyPr/>
          <a:lstStyle/>
          <a:p>
            <a:fld id="{D637F8FC-4B86-4690-8888-22AB2F781BEF}" type="slidenum">
              <a:rPr lang="en-US" smtClean="0"/>
              <a:pPr/>
              <a:t>13</a:t>
            </a:fld>
            <a:endParaRPr lang="en-US"/>
          </a:p>
        </p:txBody>
      </p:sp>
      <p:sp>
        <p:nvSpPr>
          <p:cNvPr id="7" name="Date Placeholder 6">
            <a:extLst>
              <a:ext uri="{FF2B5EF4-FFF2-40B4-BE49-F238E27FC236}">
                <a16:creationId xmlns:a16="http://schemas.microsoft.com/office/drawing/2014/main" id="{DCFCAEF0-A3E2-252D-1D0B-33018F9CB589}"/>
              </a:ext>
            </a:extLst>
          </p:cNvPr>
          <p:cNvSpPr>
            <a:spLocks noGrp="1"/>
          </p:cNvSpPr>
          <p:nvPr>
            <p:ph type="dt" sz="half" idx="2"/>
          </p:nvPr>
        </p:nvSpPr>
        <p:spPr/>
        <p:txBody>
          <a:bodyPr/>
          <a:lstStyle/>
          <a:p>
            <a:fld id="{39E18374-368A-4A3E-9C13-EFB00A3C21AB}" type="datetime1">
              <a:rPr lang="es-ES" smtClean="0"/>
              <a:t>06/05/2026</a:t>
            </a:fld>
            <a:endParaRPr lang="es-ES"/>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4AADEFA6-B088-33E9-47EA-2C2306EA8CDC}"/>
                  </a:ext>
                </a:extLst>
              </p:cNvPr>
              <p:cNvSpPr txBox="1"/>
              <p:nvPr/>
            </p:nvSpPr>
            <p:spPr>
              <a:xfrm>
                <a:off x="5209416" y="3272442"/>
                <a:ext cx="609600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12</m:t>
                                </m:r>
                              </m:sub>
                            </m:sSub>
                            <m:r>
                              <a:rPr lang="en-US" i="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0">
                                        <a:latin typeface="Cambria Math" panose="02040503050406030204" pitchFamily="18" charset="0"/>
                                      </a:rPr>
                                      <m:t>2</m:t>
                                    </m:r>
                                  </m:sup>
                                </m:sSup>
                              </m:num>
                              <m:den>
                                <m:r>
                                  <a:rPr lang="en-US" i="0">
                                    <a:latin typeface="Cambria Math" panose="02040503050406030204" pitchFamily="18" charset="0"/>
                                  </a:rPr>
                                  <m:t>4</m:t>
                                </m:r>
                              </m:den>
                            </m:f>
                            <m:d>
                              <m:dPr>
                                <m:ctrlPr>
                                  <a:rPr lang="en-US" i="1">
                                    <a:latin typeface="Cambria Math" panose="02040503050406030204" pitchFamily="18" charset="0"/>
                                  </a:rPr>
                                </m:ctrlPr>
                              </m:dPr>
                              <m:e>
                                <m:r>
                                  <a:rPr lang="en-US" i="1">
                                    <a:latin typeface="Cambria Math" panose="02040503050406030204" pitchFamily="18" charset="0"/>
                                  </a:rPr>
                                  <m:t>𝐷</m:t>
                                </m:r>
                                <m:r>
                                  <a:rPr lang="en-US" i="0">
                                    <a:latin typeface="Cambria Math" panose="02040503050406030204" pitchFamily="18" charset="0"/>
                                  </a:rPr>
                                  <m:t>+1</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𝑇𝑃</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+1</m:t>
                                </m:r>
                              </m:e>
                            </m:d>
                          </m:e>
                        </m:mr>
                      </m:m>
                    </m:oMath>
                  </m:oMathPara>
                </a14:m>
                <a:endParaRPr lang="en-US"/>
              </a:p>
            </p:txBody>
          </p:sp>
        </mc:Choice>
        <mc:Fallback>
          <p:sp>
            <p:nvSpPr>
              <p:cNvPr id="15" name="TextBox 14">
                <a:extLst>
                  <a:ext uri="{FF2B5EF4-FFF2-40B4-BE49-F238E27FC236}">
                    <a16:creationId xmlns:a16="http://schemas.microsoft.com/office/drawing/2014/main" id="{4AADEFA6-B088-33E9-47EA-2C2306EA8CDC}"/>
                  </a:ext>
                </a:extLst>
              </p:cNvPr>
              <p:cNvSpPr txBox="1">
                <a:spLocks noRot="1" noChangeAspect="1" noMove="1" noResize="1" noEditPoints="1" noAdjustHandles="1" noChangeArrowheads="1" noChangeShapeType="1" noTextEdit="1"/>
              </p:cNvSpPr>
              <p:nvPr/>
            </p:nvSpPr>
            <p:spPr>
              <a:xfrm>
                <a:off x="5209416" y="3272442"/>
                <a:ext cx="6096000" cy="64633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F8DA248C-3CBC-1DE6-EBB4-D4A3EC6983EB}"/>
                  </a:ext>
                </a:extLst>
              </p:cNvPr>
              <p:cNvSpPr txBox="1"/>
              <p:nvPr/>
            </p:nvSpPr>
            <p:spPr>
              <a:xfrm>
                <a:off x="5250056" y="3894209"/>
                <a:ext cx="6096000" cy="6072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22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𝑗</m:t>
                                </m:r>
                              </m:num>
                              <m:den>
                                <m:r>
                                  <a:rPr lang="en-US" i="0">
                                    <a:latin typeface="Cambria Math" panose="02040503050406030204" pitchFamily="18" charset="0"/>
                                  </a:rPr>
                                  <m:t>4</m:t>
                                </m:r>
                              </m:den>
                            </m:f>
                            <m:d>
                              <m:dPr>
                                <m:ctrlPr>
                                  <a:rPr lang="en-US" i="1">
                                    <a:latin typeface="Cambria Math" panose="02040503050406030204" pitchFamily="18" charset="0"/>
                                  </a:rPr>
                                </m:ctrlPr>
                              </m:dPr>
                              <m:e>
                                <m:r>
                                  <a:rPr lang="en-US" i="1">
                                    <a:latin typeface="Cambria Math" panose="02040503050406030204" pitchFamily="18" charset="0"/>
                                  </a:rPr>
                                  <m:t>𝐷</m:t>
                                </m:r>
                                <m:r>
                                  <a:rPr lang="en-US" i="0">
                                    <a:latin typeface="Cambria Math" panose="02040503050406030204" pitchFamily="18" charset="0"/>
                                  </a:rPr>
                                  <m:t>+1</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𝑇𝑃</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e>
                            </m:d>
                          </m:e>
                        </m:mr>
                      </m:m>
                    </m:oMath>
                  </m:oMathPara>
                </a14:m>
                <a:endParaRPr lang="en-US"/>
              </a:p>
            </p:txBody>
          </p:sp>
        </mc:Choice>
        <mc:Fallback>
          <p:sp>
            <p:nvSpPr>
              <p:cNvPr id="17" name="TextBox 16">
                <a:extLst>
                  <a:ext uri="{FF2B5EF4-FFF2-40B4-BE49-F238E27FC236}">
                    <a16:creationId xmlns:a16="http://schemas.microsoft.com/office/drawing/2014/main" id="{F8DA248C-3CBC-1DE6-EBB4-D4A3EC6983EB}"/>
                  </a:ext>
                </a:extLst>
              </p:cNvPr>
              <p:cNvSpPr txBox="1">
                <a:spLocks noRot="1" noChangeAspect="1" noMove="1" noResize="1" noEditPoints="1" noAdjustHandles="1" noChangeArrowheads="1" noChangeShapeType="1" noTextEdit="1"/>
              </p:cNvSpPr>
              <p:nvPr/>
            </p:nvSpPr>
            <p:spPr>
              <a:xfrm>
                <a:off x="5250056" y="3894209"/>
                <a:ext cx="6096000" cy="60721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341EAC55-B988-198C-EB41-283A2F0EF225}"/>
                  </a:ext>
                </a:extLst>
              </p:cNvPr>
              <p:cNvSpPr txBox="1"/>
              <p:nvPr/>
            </p:nvSpPr>
            <p:spPr>
              <a:xfrm>
                <a:off x="5114741" y="4767515"/>
                <a:ext cx="6096000" cy="6072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12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𝑗</m:t>
                                </m:r>
                              </m:num>
                              <m:den>
                                <m:r>
                                  <a:rPr lang="en-US" i="0">
                                    <a:latin typeface="Cambria Math" panose="02040503050406030204" pitchFamily="18" charset="0"/>
                                  </a:rPr>
                                  <m:t>4</m:t>
                                </m:r>
                              </m:den>
                            </m:f>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𝐷</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𝐵𝑀</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+1</m:t>
                                </m:r>
                              </m:e>
                            </m:d>
                          </m:e>
                        </m:mr>
                      </m:m>
                    </m:oMath>
                  </m:oMathPara>
                </a14:m>
                <a:endParaRPr lang="en-US" dirty="0"/>
              </a:p>
            </p:txBody>
          </p:sp>
        </mc:Choice>
        <mc:Fallback>
          <p:sp>
            <p:nvSpPr>
              <p:cNvPr id="19" name="TextBox 18">
                <a:extLst>
                  <a:ext uri="{FF2B5EF4-FFF2-40B4-BE49-F238E27FC236}">
                    <a16:creationId xmlns:a16="http://schemas.microsoft.com/office/drawing/2014/main" id="{341EAC55-B988-198C-EB41-283A2F0EF225}"/>
                  </a:ext>
                </a:extLst>
              </p:cNvPr>
              <p:cNvSpPr txBox="1">
                <a:spLocks noRot="1" noChangeAspect="1" noMove="1" noResize="1" noEditPoints="1" noAdjustHandles="1" noChangeArrowheads="1" noChangeShapeType="1" noTextEdit="1"/>
              </p:cNvSpPr>
              <p:nvPr/>
            </p:nvSpPr>
            <p:spPr>
              <a:xfrm>
                <a:off x="5114741" y="4767515"/>
                <a:ext cx="6096000" cy="60721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32CBA4DD-D65E-B7EB-5CC1-520268BF1B32}"/>
                  </a:ext>
                </a:extLst>
              </p:cNvPr>
              <p:cNvSpPr txBox="1"/>
              <p:nvPr/>
            </p:nvSpPr>
            <p:spPr>
              <a:xfrm>
                <a:off x="5198561" y="5435853"/>
                <a:ext cx="6096000"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22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4</m:t>
                                </m:r>
                              </m:den>
                            </m:f>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𝐷</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𝐵𝑀</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e>
                            </m:d>
                          </m:e>
                        </m:mr>
                      </m:m>
                    </m:oMath>
                  </m:oMathPara>
                </a14:m>
                <a:endParaRPr lang="en-US" dirty="0"/>
              </a:p>
            </p:txBody>
          </p:sp>
        </mc:Choice>
        <mc:Fallback>
          <p:sp>
            <p:nvSpPr>
              <p:cNvPr id="21" name="TextBox 20">
                <a:extLst>
                  <a:ext uri="{FF2B5EF4-FFF2-40B4-BE49-F238E27FC236}">
                    <a16:creationId xmlns:a16="http://schemas.microsoft.com/office/drawing/2014/main" id="{32CBA4DD-D65E-B7EB-5CC1-520268BF1B32}"/>
                  </a:ext>
                </a:extLst>
              </p:cNvPr>
              <p:cNvSpPr txBox="1">
                <a:spLocks noRot="1" noChangeAspect="1" noMove="1" noResize="1" noEditPoints="1" noAdjustHandles="1" noChangeArrowheads="1" noChangeShapeType="1" noTextEdit="1"/>
              </p:cNvSpPr>
              <p:nvPr/>
            </p:nvSpPr>
            <p:spPr>
              <a:xfrm>
                <a:off x="5198561" y="5435853"/>
                <a:ext cx="6096000" cy="610936"/>
              </a:xfrm>
              <a:prstGeom prst="rect">
                <a:avLst/>
              </a:prstGeom>
              <a:blipFill>
                <a:blip r:embed="rId5"/>
                <a:stretch>
                  <a:fillRect/>
                </a:stretch>
              </a:blipFill>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64675863-A02E-D0DD-A631-970644B702DD}"/>
              </a:ext>
            </a:extLst>
          </p:cNvPr>
          <p:cNvGrpSpPr/>
          <p:nvPr/>
        </p:nvGrpSpPr>
        <p:grpSpPr>
          <a:xfrm>
            <a:off x="2037726" y="3679484"/>
            <a:ext cx="1344396" cy="2292447"/>
            <a:chOff x="5424162" y="3713743"/>
            <a:chExt cx="1344396" cy="2292447"/>
          </a:xfrm>
        </p:grpSpPr>
        <p:grpSp>
          <p:nvGrpSpPr>
            <p:cNvPr id="31" name="Group 30">
              <a:extLst>
                <a:ext uri="{FF2B5EF4-FFF2-40B4-BE49-F238E27FC236}">
                  <a16:creationId xmlns:a16="http://schemas.microsoft.com/office/drawing/2014/main" id="{F0A51EFC-0A6B-BBAA-EC99-0BBCEC16B962}"/>
                </a:ext>
              </a:extLst>
            </p:cNvPr>
            <p:cNvGrpSpPr/>
            <p:nvPr/>
          </p:nvGrpSpPr>
          <p:grpSpPr>
            <a:xfrm>
              <a:off x="5424162" y="3713743"/>
              <a:ext cx="1343676" cy="631598"/>
              <a:chOff x="2222345" y="4139233"/>
              <a:chExt cx="1343676" cy="631598"/>
            </a:xfrm>
          </p:grpSpPr>
          <p:sp>
            <p:nvSpPr>
              <p:cNvPr id="42" name="Rectangle: Rounded Corners 41">
                <a:extLst>
                  <a:ext uri="{FF2B5EF4-FFF2-40B4-BE49-F238E27FC236}">
                    <a16:creationId xmlns:a16="http://schemas.microsoft.com/office/drawing/2014/main" id="{62C5A24C-735C-A68C-5326-9FB38F0301F0}"/>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43" name="Group 42">
                <a:extLst>
                  <a:ext uri="{FF2B5EF4-FFF2-40B4-BE49-F238E27FC236}">
                    <a16:creationId xmlns:a16="http://schemas.microsoft.com/office/drawing/2014/main" id="{847E04A4-899E-2F93-932E-59DE190C780E}"/>
                  </a:ext>
                </a:extLst>
              </p:cNvPr>
              <p:cNvGrpSpPr/>
              <p:nvPr/>
            </p:nvGrpSpPr>
            <p:grpSpPr>
              <a:xfrm>
                <a:off x="2222345" y="4247006"/>
                <a:ext cx="1343676" cy="416052"/>
                <a:chOff x="2023872" y="2779776"/>
                <a:chExt cx="1343676" cy="416052"/>
              </a:xfrm>
            </p:grpSpPr>
            <p:grpSp>
              <p:nvGrpSpPr>
                <p:cNvPr id="45" name="Group 44">
                  <a:extLst>
                    <a:ext uri="{FF2B5EF4-FFF2-40B4-BE49-F238E27FC236}">
                      <a16:creationId xmlns:a16="http://schemas.microsoft.com/office/drawing/2014/main" id="{31BCA747-44ED-8A97-063A-6B44D19EE19A}"/>
                    </a:ext>
                  </a:extLst>
                </p:cNvPr>
                <p:cNvGrpSpPr/>
                <p:nvPr/>
              </p:nvGrpSpPr>
              <p:grpSpPr>
                <a:xfrm>
                  <a:off x="2023872" y="2779776"/>
                  <a:ext cx="1343676" cy="67056"/>
                  <a:chOff x="2023872" y="2779776"/>
                  <a:chExt cx="1343676" cy="67056"/>
                </a:xfrm>
              </p:grpSpPr>
              <p:sp>
                <p:nvSpPr>
                  <p:cNvPr id="49" name="Rectangle 48">
                    <a:extLst>
                      <a:ext uri="{FF2B5EF4-FFF2-40B4-BE49-F238E27FC236}">
                        <a16:creationId xmlns:a16="http://schemas.microsoft.com/office/drawing/2014/main" id="{499713D5-1464-2089-7BDE-86E37E138EBD}"/>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13D16B82-03EA-1AB0-9562-6A14E5808D6C}"/>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46" name="Group 45">
                  <a:extLst>
                    <a:ext uri="{FF2B5EF4-FFF2-40B4-BE49-F238E27FC236}">
                      <a16:creationId xmlns:a16="http://schemas.microsoft.com/office/drawing/2014/main" id="{C557A1C7-6010-032B-D72B-6DFC29AA4673}"/>
                    </a:ext>
                  </a:extLst>
                </p:cNvPr>
                <p:cNvGrpSpPr/>
                <p:nvPr/>
              </p:nvGrpSpPr>
              <p:grpSpPr>
                <a:xfrm>
                  <a:off x="2023872" y="3128772"/>
                  <a:ext cx="1343676" cy="67056"/>
                  <a:chOff x="2023872" y="3128772"/>
                  <a:chExt cx="1343676" cy="67056"/>
                </a:xfrm>
              </p:grpSpPr>
              <p:sp>
                <p:nvSpPr>
                  <p:cNvPr id="47" name="Rectangle 46">
                    <a:extLst>
                      <a:ext uri="{FF2B5EF4-FFF2-40B4-BE49-F238E27FC236}">
                        <a16:creationId xmlns:a16="http://schemas.microsoft.com/office/drawing/2014/main" id="{C205BD32-2F4D-0C64-E73E-EE75CC8B88D5}"/>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8" name="Rectangle 47">
                    <a:extLst>
                      <a:ext uri="{FF2B5EF4-FFF2-40B4-BE49-F238E27FC236}">
                        <a16:creationId xmlns:a16="http://schemas.microsoft.com/office/drawing/2014/main" id="{918DFEEC-64F7-1E91-23E6-F01961CBD718}"/>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44" name="TextBox 43">
                <a:extLst>
                  <a:ext uri="{FF2B5EF4-FFF2-40B4-BE49-F238E27FC236}">
                    <a16:creationId xmlns:a16="http://schemas.microsoft.com/office/drawing/2014/main" id="{0C8B06D5-6BF5-2E78-F25B-FED5D4FD936C}"/>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TP</a:t>
                </a:r>
                <a:endParaRPr lang="en-US" kern="0">
                  <a:solidFill>
                    <a:prstClr val="black"/>
                  </a:solidFill>
                  <a:latin typeface="Aptos" panose="02110004020202020204"/>
                </a:endParaRPr>
              </a:p>
            </p:txBody>
          </p:sp>
        </p:grpSp>
        <p:grpSp>
          <p:nvGrpSpPr>
            <p:cNvPr id="32" name="Group 31">
              <a:extLst>
                <a:ext uri="{FF2B5EF4-FFF2-40B4-BE49-F238E27FC236}">
                  <a16:creationId xmlns:a16="http://schemas.microsoft.com/office/drawing/2014/main" id="{48DDDE4E-F677-4AB0-BD91-854C20315C9E}"/>
                </a:ext>
              </a:extLst>
            </p:cNvPr>
            <p:cNvGrpSpPr/>
            <p:nvPr/>
          </p:nvGrpSpPr>
          <p:grpSpPr>
            <a:xfrm>
              <a:off x="5424882" y="5374592"/>
              <a:ext cx="1343676" cy="631598"/>
              <a:chOff x="2222345" y="4139233"/>
              <a:chExt cx="1343676" cy="631598"/>
            </a:xfrm>
          </p:grpSpPr>
          <p:sp>
            <p:nvSpPr>
              <p:cNvPr id="33" name="Rectangle: Rounded Corners 32">
                <a:extLst>
                  <a:ext uri="{FF2B5EF4-FFF2-40B4-BE49-F238E27FC236}">
                    <a16:creationId xmlns:a16="http://schemas.microsoft.com/office/drawing/2014/main" id="{EEF9456C-223D-056B-D4DC-E8AC3A060C07}"/>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34" name="Group 33">
                <a:extLst>
                  <a:ext uri="{FF2B5EF4-FFF2-40B4-BE49-F238E27FC236}">
                    <a16:creationId xmlns:a16="http://schemas.microsoft.com/office/drawing/2014/main" id="{CAFD9C12-0262-6FF1-02A1-C7338B4A7103}"/>
                  </a:ext>
                </a:extLst>
              </p:cNvPr>
              <p:cNvGrpSpPr/>
              <p:nvPr/>
            </p:nvGrpSpPr>
            <p:grpSpPr>
              <a:xfrm>
                <a:off x="2222345" y="4247006"/>
                <a:ext cx="1343676" cy="416052"/>
                <a:chOff x="2023872" y="2779776"/>
                <a:chExt cx="1343676" cy="416052"/>
              </a:xfrm>
            </p:grpSpPr>
            <p:grpSp>
              <p:nvGrpSpPr>
                <p:cNvPr id="36" name="Group 35">
                  <a:extLst>
                    <a:ext uri="{FF2B5EF4-FFF2-40B4-BE49-F238E27FC236}">
                      <a16:creationId xmlns:a16="http://schemas.microsoft.com/office/drawing/2014/main" id="{2057A6F4-F5E2-617F-7005-FBF1BCC03823}"/>
                    </a:ext>
                  </a:extLst>
                </p:cNvPr>
                <p:cNvGrpSpPr/>
                <p:nvPr/>
              </p:nvGrpSpPr>
              <p:grpSpPr>
                <a:xfrm>
                  <a:off x="2023872" y="2779776"/>
                  <a:ext cx="1343676" cy="67056"/>
                  <a:chOff x="2023872" y="2779776"/>
                  <a:chExt cx="1343676" cy="67056"/>
                </a:xfrm>
              </p:grpSpPr>
              <p:sp>
                <p:nvSpPr>
                  <p:cNvPr id="40" name="Rectangle 39">
                    <a:extLst>
                      <a:ext uri="{FF2B5EF4-FFF2-40B4-BE49-F238E27FC236}">
                        <a16:creationId xmlns:a16="http://schemas.microsoft.com/office/drawing/2014/main" id="{654D2773-F78D-2221-0EEF-1829EAF3AF6B}"/>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1" name="Rectangle 40">
                    <a:extLst>
                      <a:ext uri="{FF2B5EF4-FFF2-40B4-BE49-F238E27FC236}">
                        <a16:creationId xmlns:a16="http://schemas.microsoft.com/office/drawing/2014/main" id="{5FF85270-5D5C-90DA-9962-A3FE2FDC4DD9}"/>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37" name="Group 36">
                  <a:extLst>
                    <a:ext uri="{FF2B5EF4-FFF2-40B4-BE49-F238E27FC236}">
                      <a16:creationId xmlns:a16="http://schemas.microsoft.com/office/drawing/2014/main" id="{2FAB6AD3-A549-17F7-F761-2A2F94BD816B}"/>
                    </a:ext>
                  </a:extLst>
                </p:cNvPr>
                <p:cNvGrpSpPr/>
                <p:nvPr/>
              </p:nvGrpSpPr>
              <p:grpSpPr>
                <a:xfrm>
                  <a:off x="2023872" y="3128772"/>
                  <a:ext cx="1343676" cy="67056"/>
                  <a:chOff x="2023872" y="3128772"/>
                  <a:chExt cx="1343676" cy="67056"/>
                </a:xfrm>
              </p:grpSpPr>
              <p:sp>
                <p:nvSpPr>
                  <p:cNvPr id="38" name="Rectangle 37">
                    <a:extLst>
                      <a:ext uri="{FF2B5EF4-FFF2-40B4-BE49-F238E27FC236}">
                        <a16:creationId xmlns:a16="http://schemas.microsoft.com/office/drawing/2014/main" id="{BA3286A2-37A5-2333-9F89-A0493B2B71E4}"/>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9" name="Rectangle 38">
                    <a:extLst>
                      <a:ext uri="{FF2B5EF4-FFF2-40B4-BE49-F238E27FC236}">
                        <a16:creationId xmlns:a16="http://schemas.microsoft.com/office/drawing/2014/main" id="{EDD6B306-3CCF-47BA-0CDE-969C4039B305}"/>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35" name="TextBox 34">
                <a:extLst>
                  <a:ext uri="{FF2B5EF4-FFF2-40B4-BE49-F238E27FC236}">
                    <a16:creationId xmlns:a16="http://schemas.microsoft.com/office/drawing/2014/main" id="{4486B56C-D2DC-B08F-3D9F-558087026B5E}"/>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BM</a:t>
                </a:r>
                <a:endParaRPr lang="en-US" kern="0">
                  <a:solidFill>
                    <a:prstClr val="black"/>
                  </a:solidFill>
                  <a:latin typeface="Aptos" panose="02110004020202020204"/>
                </a:endParaRPr>
              </a:p>
            </p:txBody>
          </p:sp>
        </p:grpSp>
      </p:grpSp>
      <p:grpSp>
        <p:nvGrpSpPr>
          <p:cNvPr id="51" name="Group 50">
            <a:extLst>
              <a:ext uri="{FF2B5EF4-FFF2-40B4-BE49-F238E27FC236}">
                <a16:creationId xmlns:a16="http://schemas.microsoft.com/office/drawing/2014/main" id="{6D81A39F-9B0C-AD7B-14FD-845FA921A41F}"/>
              </a:ext>
            </a:extLst>
          </p:cNvPr>
          <p:cNvGrpSpPr/>
          <p:nvPr/>
        </p:nvGrpSpPr>
        <p:grpSpPr>
          <a:xfrm>
            <a:off x="3345711" y="3530520"/>
            <a:ext cx="733755" cy="674276"/>
            <a:chOff x="3625793" y="4306223"/>
            <a:chExt cx="733755" cy="674276"/>
          </a:xfrm>
        </p:grpSpPr>
        <p:sp>
          <p:nvSpPr>
            <p:cNvPr id="52" name="TextBox 51">
              <a:extLst>
                <a:ext uri="{FF2B5EF4-FFF2-40B4-BE49-F238E27FC236}">
                  <a16:creationId xmlns:a16="http://schemas.microsoft.com/office/drawing/2014/main" id="{F9584355-A7D0-9743-9083-43A6A0CA25FF}"/>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53" name="TextBox 52">
              <a:extLst>
                <a:ext uri="{FF2B5EF4-FFF2-40B4-BE49-F238E27FC236}">
                  <a16:creationId xmlns:a16="http://schemas.microsoft.com/office/drawing/2014/main" id="{11283B39-A1BF-F269-7348-4E15F412F7B2}"/>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54" name="Group 53">
            <a:extLst>
              <a:ext uri="{FF2B5EF4-FFF2-40B4-BE49-F238E27FC236}">
                <a16:creationId xmlns:a16="http://schemas.microsoft.com/office/drawing/2014/main" id="{B8F0881B-44C4-8768-D976-ECCF42FA85A7}"/>
              </a:ext>
            </a:extLst>
          </p:cNvPr>
          <p:cNvGrpSpPr/>
          <p:nvPr/>
        </p:nvGrpSpPr>
        <p:grpSpPr>
          <a:xfrm>
            <a:off x="3345711" y="5174053"/>
            <a:ext cx="733755" cy="674276"/>
            <a:chOff x="3625793" y="4306223"/>
            <a:chExt cx="733755" cy="674276"/>
          </a:xfrm>
        </p:grpSpPr>
        <p:sp>
          <p:nvSpPr>
            <p:cNvPr id="55" name="TextBox 54">
              <a:extLst>
                <a:ext uri="{FF2B5EF4-FFF2-40B4-BE49-F238E27FC236}">
                  <a16:creationId xmlns:a16="http://schemas.microsoft.com/office/drawing/2014/main" id="{B8E55487-548D-6123-717C-37652CFCA3B6}"/>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56" name="TextBox 55">
              <a:extLst>
                <a:ext uri="{FF2B5EF4-FFF2-40B4-BE49-F238E27FC236}">
                  <a16:creationId xmlns:a16="http://schemas.microsoft.com/office/drawing/2014/main" id="{C045165A-A62B-CAF7-A684-7E1083E63B6F}"/>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mc:AlternateContent xmlns:mc="http://schemas.openxmlformats.org/markup-compatibility/2006">
        <mc:Choice xmlns:a14="http://schemas.microsoft.com/office/drawing/2010/main" Requires="a14">
          <p:sp>
            <p:nvSpPr>
              <p:cNvPr id="57" name="CuadroTexto 121">
                <a:extLst>
                  <a:ext uri="{FF2B5EF4-FFF2-40B4-BE49-F238E27FC236}">
                    <a16:creationId xmlns:a16="http://schemas.microsoft.com/office/drawing/2014/main" id="{FDC54C56-76CA-A000-698C-B1B53C31CE39}"/>
                  </a:ext>
                </a:extLst>
              </p:cNvPr>
              <p:cNvSpPr txBox="1"/>
              <p:nvPr/>
            </p:nvSpPr>
            <p:spPr>
              <a:xfrm>
                <a:off x="2151254" y="4435336"/>
                <a:ext cx="11367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i="1" noProof="0" smtClean="0">
                          <a:latin typeface="Cambria Math" panose="02040503050406030204" pitchFamily="18" charset="0"/>
                          <a:ea typeface="Cambria Math" panose="02040503050406030204" pitchFamily="18" charset="0"/>
                        </a:rPr>
                        <m:t>∆</m:t>
                      </m:r>
                      <m:r>
                        <a:rPr lang="es-CO" b="0" i="1" noProof="0" smtClean="0">
                          <a:latin typeface="Cambria Math" panose="02040503050406030204" pitchFamily="18" charset="0"/>
                          <a:ea typeface="Cambria Math" panose="02040503050406030204" pitchFamily="18" charset="0"/>
                        </a:rPr>
                        <m:t>𝐿</m:t>
                      </m:r>
                      <m:r>
                        <a:rPr lang="es-ES" b="0" i="1" noProof="0" smtClean="0">
                          <a:latin typeface="Cambria Math" panose="02040503050406030204" pitchFamily="18" charset="0"/>
                          <a:ea typeface="Cambria Math" panose="02040503050406030204" pitchFamily="18" charset="0"/>
                        </a:rPr>
                        <m:t>=</m:t>
                      </m:r>
                      <m:r>
                        <a:rPr lang="es-ES" b="0" i="1" noProof="0" smtClean="0">
                          <a:latin typeface="Cambria Math" panose="02040503050406030204" pitchFamily="18" charset="0"/>
                          <a:ea typeface="Cambria Math" panose="02040503050406030204" pitchFamily="18" charset="0"/>
                        </a:rPr>
                        <m:t>𝐿</m:t>
                      </m:r>
                      <m:r>
                        <a:rPr lang="es-ES" b="0" i="1" noProof="0" smtClean="0">
                          <a:latin typeface="Cambria Math" panose="02040503050406030204" pitchFamily="18" charset="0"/>
                          <a:ea typeface="Cambria Math" panose="02040503050406030204" pitchFamily="18" charset="0"/>
                        </a:rPr>
                        <m:t>/2</m:t>
                      </m:r>
                    </m:oMath>
                  </m:oMathPara>
                </a14:m>
                <a:endParaRPr lang="es-CO" noProof="0" dirty="0"/>
              </a:p>
            </p:txBody>
          </p:sp>
        </mc:Choice>
        <mc:Fallback>
          <p:sp>
            <p:nvSpPr>
              <p:cNvPr id="57" name="CuadroTexto 121">
                <a:extLst>
                  <a:ext uri="{FF2B5EF4-FFF2-40B4-BE49-F238E27FC236}">
                    <a16:creationId xmlns:a16="http://schemas.microsoft.com/office/drawing/2014/main" id="{FDC54C56-76CA-A000-698C-B1B53C31CE39}"/>
                  </a:ext>
                </a:extLst>
              </p:cNvPr>
              <p:cNvSpPr txBox="1">
                <a:spLocks noRot="1" noChangeAspect="1" noMove="1" noResize="1" noEditPoints="1" noAdjustHandles="1" noChangeArrowheads="1" noChangeShapeType="1" noTextEdit="1"/>
              </p:cNvSpPr>
              <p:nvPr/>
            </p:nvSpPr>
            <p:spPr>
              <a:xfrm>
                <a:off x="2151254" y="4435336"/>
                <a:ext cx="1136735"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CuadroTexto 95">
                <a:extLst>
                  <a:ext uri="{FF2B5EF4-FFF2-40B4-BE49-F238E27FC236}">
                    <a16:creationId xmlns:a16="http://schemas.microsoft.com/office/drawing/2014/main" id="{751A8640-396A-FEB6-DEE2-C59431CE0414}"/>
                  </a:ext>
                </a:extLst>
              </p:cNvPr>
              <p:cNvSpPr txBox="1"/>
              <p:nvPr/>
            </p:nvSpPr>
            <p:spPr>
              <a:xfrm>
                <a:off x="1871124" y="4766034"/>
                <a:ext cx="17837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noProof="0" smtClean="0">
                          <a:latin typeface="Cambria Math" panose="02040503050406030204" pitchFamily="18" charset="0"/>
                          <a:ea typeface="Cambria Math" panose="02040503050406030204" pitchFamily="18" charset="0"/>
                        </a:rPr>
                        <m:t>𝐹</m:t>
                      </m:r>
                      <m:r>
                        <a:rPr lang="es-ES" b="0" i="1" noProof="0" smtClean="0">
                          <a:latin typeface="Cambria Math" panose="02040503050406030204" pitchFamily="18" charset="0"/>
                          <a:ea typeface="Cambria Math" panose="02040503050406030204" pitchFamily="18" charset="0"/>
                        </a:rPr>
                        <m:t>𝑆𝑅</m:t>
                      </m:r>
                      <m:r>
                        <a:rPr lang="es-ES" b="0" i="1" noProof="0" smtClean="0">
                          <a:latin typeface="Cambria Math" panose="02040503050406030204" pitchFamily="18" charset="0"/>
                          <a:ea typeface="Cambria Math" panose="02040503050406030204" pitchFamily="18" charset="0"/>
                        </a:rPr>
                        <m:t>=50 </m:t>
                      </m:r>
                      <m:r>
                        <a:rPr lang="es-ES" b="0" i="1" noProof="0" smtClean="0">
                          <a:latin typeface="Cambria Math" panose="02040503050406030204" pitchFamily="18" charset="0"/>
                          <a:ea typeface="Cambria Math" panose="02040503050406030204" pitchFamily="18" charset="0"/>
                        </a:rPr>
                        <m:t>𝑛𝑚</m:t>
                      </m:r>
                    </m:oMath>
                  </m:oMathPara>
                </a14:m>
                <a:endParaRPr lang="es-CO" noProof="0" dirty="0"/>
              </a:p>
            </p:txBody>
          </p:sp>
        </mc:Choice>
        <mc:Fallback>
          <p:sp>
            <p:nvSpPr>
              <p:cNvPr id="58" name="CuadroTexto 95">
                <a:extLst>
                  <a:ext uri="{FF2B5EF4-FFF2-40B4-BE49-F238E27FC236}">
                    <a16:creationId xmlns:a16="http://schemas.microsoft.com/office/drawing/2014/main" id="{751A8640-396A-FEB6-DEE2-C59431CE0414}"/>
                  </a:ext>
                </a:extLst>
              </p:cNvPr>
              <p:cNvSpPr txBox="1">
                <a:spLocks noRot="1" noChangeAspect="1" noMove="1" noResize="1" noEditPoints="1" noAdjustHandles="1" noChangeArrowheads="1" noChangeShapeType="1" noTextEdit="1"/>
              </p:cNvSpPr>
              <p:nvPr/>
            </p:nvSpPr>
            <p:spPr>
              <a:xfrm>
                <a:off x="1871124" y="4766034"/>
                <a:ext cx="1783742" cy="369332"/>
              </a:xfrm>
              <a:prstGeom prst="rect">
                <a:avLst/>
              </a:prstGeom>
              <a:blipFill>
                <a:blip r:embed="rId7"/>
                <a:stretch>
                  <a:fillRect/>
                </a:stretch>
              </a:blipFill>
            </p:spPr>
            <p:txBody>
              <a:bodyPr/>
              <a:lstStyle/>
              <a:p>
                <a:r>
                  <a:rPr lang="en-US">
                    <a:noFill/>
                  </a:rPr>
                  <a:t> </a:t>
                </a:r>
              </a:p>
            </p:txBody>
          </p:sp>
        </mc:Fallback>
      </mc:AlternateContent>
      <p:cxnSp>
        <p:nvCxnSpPr>
          <p:cNvPr id="59" name="Straight Arrow Connector 58">
            <a:extLst>
              <a:ext uri="{FF2B5EF4-FFF2-40B4-BE49-F238E27FC236}">
                <a16:creationId xmlns:a16="http://schemas.microsoft.com/office/drawing/2014/main" id="{ECADC711-03AF-EF8E-0C8C-4839B4FC7364}"/>
              </a:ext>
            </a:extLst>
          </p:cNvPr>
          <p:cNvCxnSpPr>
            <a:cxnSpLocks/>
          </p:cNvCxnSpPr>
          <p:nvPr/>
        </p:nvCxnSpPr>
        <p:spPr>
          <a:xfrm>
            <a:off x="1339639" y="4179965"/>
            <a:ext cx="705223" cy="0"/>
          </a:xfrm>
          <a:prstGeom prst="straightConnector1">
            <a:avLst/>
          </a:prstGeom>
          <a:noFill/>
          <a:ln w="19050" cap="flat" cmpd="sng" algn="ctr">
            <a:solidFill>
              <a:srgbClr val="156082"/>
            </a:solidFill>
            <a:prstDash val="solid"/>
            <a:miter lim="800000"/>
            <a:tailEnd type="triangle"/>
          </a:ln>
          <a:effectLst/>
        </p:spPr>
      </p:cxnSp>
      <p:cxnSp>
        <p:nvCxnSpPr>
          <p:cNvPr id="60" name="Straight Arrow Connector 59">
            <a:extLst>
              <a:ext uri="{FF2B5EF4-FFF2-40B4-BE49-F238E27FC236}">
                <a16:creationId xmlns:a16="http://schemas.microsoft.com/office/drawing/2014/main" id="{3AB36C31-0C4B-B83D-26C8-AE941AFDA355}"/>
              </a:ext>
            </a:extLst>
          </p:cNvPr>
          <p:cNvCxnSpPr>
            <a:cxnSpLocks/>
          </p:cNvCxnSpPr>
          <p:nvPr/>
        </p:nvCxnSpPr>
        <p:spPr>
          <a:xfrm>
            <a:off x="3374243" y="4169414"/>
            <a:ext cx="705223" cy="0"/>
          </a:xfrm>
          <a:prstGeom prst="straightConnector1">
            <a:avLst/>
          </a:prstGeom>
          <a:noFill/>
          <a:ln w="19050" cap="flat" cmpd="sng" algn="ctr">
            <a:solidFill>
              <a:srgbClr val="156082"/>
            </a:solidFill>
            <a:prstDash val="solid"/>
            <a:miter lim="800000"/>
            <a:tailEnd type="triangle"/>
          </a:ln>
          <a:effectLst/>
        </p:spPr>
      </p:cxnSp>
      <p:cxnSp>
        <p:nvCxnSpPr>
          <p:cNvPr id="61" name="Straight Arrow Connector 60">
            <a:extLst>
              <a:ext uri="{FF2B5EF4-FFF2-40B4-BE49-F238E27FC236}">
                <a16:creationId xmlns:a16="http://schemas.microsoft.com/office/drawing/2014/main" id="{186DD218-E346-3F34-CBA5-537D8F326435}"/>
              </a:ext>
            </a:extLst>
          </p:cNvPr>
          <p:cNvCxnSpPr>
            <a:cxnSpLocks/>
          </p:cNvCxnSpPr>
          <p:nvPr/>
        </p:nvCxnSpPr>
        <p:spPr>
          <a:xfrm>
            <a:off x="3381402" y="3825107"/>
            <a:ext cx="705223" cy="0"/>
          </a:xfrm>
          <a:prstGeom prst="straightConnector1">
            <a:avLst/>
          </a:prstGeom>
          <a:noFill/>
          <a:ln w="19050" cap="flat" cmpd="sng" algn="ctr">
            <a:solidFill>
              <a:srgbClr val="156082"/>
            </a:solidFill>
            <a:prstDash val="solid"/>
            <a:miter lim="800000"/>
            <a:tailEnd type="triangle"/>
          </a:ln>
          <a:effectLst/>
        </p:spPr>
      </p:cxnSp>
      <p:cxnSp>
        <p:nvCxnSpPr>
          <p:cNvPr id="62" name="Straight Arrow Connector 61">
            <a:extLst>
              <a:ext uri="{FF2B5EF4-FFF2-40B4-BE49-F238E27FC236}">
                <a16:creationId xmlns:a16="http://schemas.microsoft.com/office/drawing/2014/main" id="{FEC350FE-8B02-C561-6491-3386EC0E88A1}"/>
              </a:ext>
            </a:extLst>
          </p:cNvPr>
          <p:cNvCxnSpPr>
            <a:cxnSpLocks/>
          </p:cNvCxnSpPr>
          <p:nvPr/>
        </p:nvCxnSpPr>
        <p:spPr>
          <a:xfrm>
            <a:off x="3345711" y="5489317"/>
            <a:ext cx="705223" cy="0"/>
          </a:xfrm>
          <a:prstGeom prst="straightConnector1">
            <a:avLst/>
          </a:prstGeom>
          <a:noFill/>
          <a:ln w="19050" cap="flat" cmpd="sng" algn="ctr">
            <a:solidFill>
              <a:srgbClr val="156082"/>
            </a:solidFill>
            <a:prstDash val="solid"/>
            <a:miter lim="800000"/>
            <a:tailEnd type="triangle"/>
          </a:ln>
          <a:effectLst/>
        </p:spPr>
      </p:cxnSp>
      <p:cxnSp>
        <p:nvCxnSpPr>
          <p:cNvPr id="63" name="Straight Arrow Connector 62">
            <a:extLst>
              <a:ext uri="{FF2B5EF4-FFF2-40B4-BE49-F238E27FC236}">
                <a16:creationId xmlns:a16="http://schemas.microsoft.com/office/drawing/2014/main" id="{F0AE29CF-03C5-BE83-CF2E-228615877F24}"/>
              </a:ext>
            </a:extLst>
          </p:cNvPr>
          <p:cNvCxnSpPr>
            <a:cxnSpLocks/>
          </p:cNvCxnSpPr>
          <p:nvPr/>
        </p:nvCxnSpPr>
        <p:spPr>
          <a:xfrm>
            <a:off x="3345711" y="5838119"/>
            <a:ext cx="705223" cy="0"/>
          </a:xfrm>
          <a:prstGeom prst="straightConnector1">
            <a:avLst/>
          </a:prstGeom>
          <a:noFill/>
          <a:ln w="19050" cap="flat" cmpd="sng" algn="ctr">
            <a:solidFill>
              <a:srgbClr val="156082"/>
            </a:solidFill>
            <a:prstDash val="solid"/>
            <a:miter lim="800000"/>
            <a:tailEnd type="triangle"/>
          </a:ln>
          <a:effectLst/>
        </p:spPr>
      </p:cxnSp>
      <p:cxnSp>
        <p:nvCxnSpPr>
          <p:cNvPr id="64" name="Straight Arrow Connector 63">
            <a:extLst>
              <a:ext uri="{FF2B5EF4-FFF2-40B4-BE49-F238E27FC236}">
                <a16:creationId xmlns:a16="http://schemas.microsoft.com/office/drawing/2014/main" id="{81BD2543-2BA5-0B9E-F844-C8FAFCC0221F}"/>
              </a:ext>
            </a:extLst>
          </p:cNvPr>
          <p:cNvCxnSpPr>
            <a:cxnSpLocks/>
          </p:cNvCxnSpPr>
          <p:nvPr/>
        </p:nvCxnSpPr>
        <p:spPr>
          <a:xfrm>
            <a:off x="1330404" y="5827582"/>
            <a:ext cx="705223" cy="0"/>
          </a:xfrm>
          <a:prstGeom prst="straightConnector1">
            <a:avLst/>
          </a:prstGeom>
          <a:noFill/>
          <a:ln w="19050" cap="flat" cmpd="sng" algn="ctr">
            <a:solidFill>
              <a:srgbClr val="156082"/>
            </a:solidFill>
            <a:prstDash val="solid"/>
            <a:miter lim="800000"/>
            <a:tailEnd type="triangle"/>
          </a:ln>
          <a:effectLst/>
        </p:spPr>
      </p:cxnSp>
      <mc:AlternateContent xmlns:mc="http://schemas.openxmlformats.org/markup-compatibility/2006">
        <mc:Choice xmlns:a14="http://schemas.microsoft.com/office/drawing/2010/main" Requires="a14">
          <p:sp>
            <p:nvSpPr>
              <p:cNvPr id="66" name="TextBox 65">
                <a:extLst>
                  <a:ext uri="{FF2B5EF4-FFF2-40B4-BE49-F238E27FC236}">
                    <a16:creationId xmlns:a16="http://schemas.microsoft.com/office/drawing/2014/main" id="{C547DB28-3625-7F81-0E75-372E18E00CFC}"/>
                  </a:ext>
                </a:extLst>
              </p:cNvPr>
              <p:cNvSpPr txBox="1"/>
              <p:nvPr/>
            </p:nvSpPr>
            <p:spPr>
              <a:xfrm>
                <a:off x="626922" y="3734723"/>
                <a:ext cx="1476805" cy="3945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𝐶𝑟𝑜𝑠𝑠</m:t>
                          </m:r>
                        </m:sub>
                      </m:sSub>
                    </m:oMath>
                  </m:oMathPara>
                </a14:m>
                <a:endParaRPr lang="en-US" dirty="0"/>
              </a:p>
            </p:txBody>
          </p:sp>
        </mc:Choice>
        <mc:Fallback>
          <p:sp>
            <p:nvSpPr>
              <p:cNvPr id="66" name="TextBox 65">
                <a:extLst>
                  <a:ext uri="{FF2B5EF4-FFF2-40B4-BE49-F238E27FC236}">
                    <a16:creationId xmlns:a16="http://schemas.microsoft.com/office/drawing/2014/main" id="{C547DB28-3625-7F81-0E75-372E18E00CFC}"/>
                  </a:ext>
                </a:extLst>
              </p:cNvPr>
              <p:cNvSpPr txBox="1">
                <a:spLocks noRot="1" noChangeAspect="1" noMove="1" noResize="1" noEditPoints="1" noAdjustHandles="1" noChangeArrowheads="1" noChangeShapeType="1" noTextEdit="1"/>
              </p:cNvSpPr>
              <p:nvPr/>
            </p:nvSpPr>
            <p:spPr>
              <a:xfrm>
                <a:off x="626922" y="3734723"/>
                <a:ext cx="1476805" cy="394532"/>
              </a:xfrm>
              <a:prstGeom prst="rect">
                <a:avLst/>
              </a:prstGeom>
              <a:blipFill>
                <a:blip r:embed="rId8"/>
                <a:stretch>
                  <a:fillRect b="-156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34A0DF98-E566-B584-7B70-86353E62D909}"/>
                  </a:ext>
                </a:extLst>
              </p:cNvPr>
              <p:cNvSpPr txBox="1"/>
              <p:nvPr/>
            </p:nvSpPr>
            <p:spPr>
              <a:xfrm>
                <a:off x="687929" y="5417306"/>
                <a:ext cx="1579061" cy="3945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𝐼𝑛</m:t>
                              </m:r>
                            </m:sub>
                          </m:sSub>
                          <m:r>
                            <a:rPr lang="en-US" i="1">
                              <a:latin typeface="Cambria Math" panose="02040503050406030204" pitchFamily="18" charset="0"/>
                            </a:rPr>
                            <m:t>𝐵𝑎𝑟</m:t>
                          </m:r>
                        </m:sub>
                      </m:sSub>
                    </m:oMath>
                  </m:oMathPara>
                </a14:m>
                <a:endParaRPr lang="en-US" dirty="0"/>
              </a:p>
            </p:txBody>
          </p:sp>
        </mc:Choice>
        <mc:Fallback>
          <p:sp>
            <p:nvSpPr>
              <p:cNvPr id="68" name="TextBox 67">
                <a:extLst>
                  <a:ext uri="{FF2B5EF4-FFF2-40B4-BE49-F238E27FC236}">
                    <a16:creationId xmlns:a16="http://schemas.microsoft.com/office/drawing/2014/main" id="{34A0DF98-E566-B584-7B70-86353E62D909}"/>
                  </a:ext>
                </a:extLst>
              </p:cNvPr>
              <p:cNvSpPr txBox="1">
                <a:spLocks noRot="1" noChangeAspect="1" noMove="1" noResize="1" noEditPoints="1" noAdjustHandles="1" noChangeArrowheads="1" noChangeShapeType="1" noTextEdit="1"/>
              </p:cNvSpPr>
              <p:nvPr/>
            </p:nvSpPr>
            <p:spPr>
              <a:xfrm>
                <a:off x="687929" y="5417306"/>
                <a:ext cx="1579061" cy="394532"/>
              </a:xfrm>
              <a:prstGeom prst="rect">
                <a:avLst/>
              </a:prstGeom>
              <a:blipFill>
                <a:blip r:embed="rId9"/>
                <a:stretch>
                  <a:fillRect b="-1563"/>
                </a:stretch>
              </a:blipFill>
            </p:spPr>
            <p:txBody>
              <a:bodyPr/>
              <a:lstStyle/>
              <a:p>
                <a:r>
                  <a:rPr lang="en-US">
                    <a:noFill/>
                  </a:rPr>
                  <a:t> </a:t>
                </a:r>
              </a:p>
            </p:txBody>
          </p:sp>
        </mc:Fallback>
      </mc:AlternateContent>
      <p:cxnSp>
        <p:nvCxnSpPr>
          <p:cNvPr id="69" name="Straight Connector 68">
            <a:extLst>
              <a:ext uri="{FF2B5EF4-FFF2-40B4-BE49-F238E27FC236}">
                <a16:creationId xmlns:a16="http://schemas.microsoft.com/office/drawing/2014/main" id="{43A7ECD5-3B86-7E7B-6FEA-6D14CBF70E43}"/>
              </a:ext>
            </a:extLst>
          </p:cNvPr>
          <p:cNvCxnSpPr>
            <a:cxnSpLocks/>
          </p:cNvCxnSpPr>
          <p:nvPr/>
        </p:nvCxnSpPr>
        <p:spPr>
          <a:xfrm flipH="1">
            <a:off x="626922" y="2950925"/>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465FA73-8380-CA72-74B1-E74AD5F3DDB2}"/>
              </a:ext>
            </a:extLst>
          </p:cNvPr>
          <p:cNvCxnSpPr>
            <a:cxnSpLocks/>
          </p:cNvCxnSpPr>
          <p:nvPr/>
        </p:nvCxnSpPr>
        <p:spPr>
          <a:xfrm flipH="1">
            <a:off x="626922" y="6141493"/>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72" name="Rectangle: Rounded Corners 71">
            <a:extLst>
              <a:ext uri="{FF2B5EF4-FFF2-40B4-BE49-F238E27FC236}">
                <a16:creationId xmlns:a16="http://schemas.microsoft.com/office/drawing/2014/main" id="{E1841E9C-035A-EBDB-C04A-6F99BB2195AD}"/>
              </a:ext>
            </a:extLst>
          </p:cNvPr>
          <p:cNvSpPr/>
          <p:nvPr/>
        </p:nvSpPr>
        <p:spPr>
          <a:xfrm>
            <a:off x="164503" y="3131707"/>
            <a:ext cx="1440000" cy="307777"/>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Stage 2</a:t>
            </a:r>
            <a:endParaRPr lang="es-CO">
              <a:solidFill>
                <a:schemeClr val="tx1"/>
              </a:solidFill>
            </a:endParaRPr>
          </a:p>
        </p:txBody>
      </p:sp>
      <p:sp>
        <p:nvSpPr>
          <p:cNvPr id="65" name="Rectangle: Rounded Corners 64">
            <a:extLst>
              <a:ext uri="{FF2B5EF4-FFF2-40B4-BE49-F238E27FC236}">
                <a16:creationId xmlns:a16="http://schemas.microsoft.com/office/drawing/2014/main" id="{0CAA7B82-C089-23CD-FD23-9190F794772D}"/>
              </a:ext>
            </a:extLst>
          </p:cNvPr>
          <p:cNvSpPr/>
          <p:nvPr/>
        </p:nvSpPr>
        <p:spPr>
          <a:xfrm>
            <a:off x="1477459" y="1570917"/>
            <a:ext cx="9430425" cy="1117447"/>
          </a:xfrm>
          <a:prstGeom prst="roundRect">
            <a:avLst>
              <a:gd name="adj" fmla="val 5546"/>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buNone/>
            </a:pPr>
            <a:r>
              <a:rPr lang="en-US" kern="100" dirty="0">
                <a:solidFill>
                  <a:schemeClr val="tx1"/>
                </a:solidFill>
                <a:latin typeface="Aptos" panose="020B0004020202020204" pitchFamily="34" charset="0"/>
                <a:ea typeface="Aptos" panose="020B0004020202020204" pitchFamily="34" charset="0"/>
                <a:cs typeface="Times New Roman" panose="02020603050405020304" pitchFamily="18" charset="0"/>
              </a:rPr>
              <a:t>Due to the complementary nature of the bar and cross ports, selecting a transmission window at one output automatically results in the corresponding complementary response at the other port.</a:t>
            </a:r>
          </a:p>
        </p:txBody>
      </p:sp>
    </p:spTree>
    <p:extLst>
      <p:ext uri="{BB962C8B-B14F-4D97-AF65-F5344CB8AC3E}">
        <p14:creationId xmlns:p14="http://schemas.microsoft.com/office/powerpoint/2010/main" val="3924322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C348F-7F99-44E1-323B-AAF97CED35B8}"/>
              </a:ext>
            </a:extLst>
          </p:cNvPr>
          <p:cNvSpPr>
            <a:spLocks noGrp="1"/>
          </p:cNvSpPr>
          <p:nvPr>
            <p:ph type="title"/>
          </p:nvPr>
        </p:nvSpPr>
        <p:spPr>
          <a:xfrm>
            <a:off x="617393" y="517556"/>
            <a:ext cx="10544383" cy="599007"/>
          </a:xfrm>
        </p:spPr>
        <p:txBody>
          <a:bodyPr/>
          <a:lstStyle/>
          <a:p>
            <a:r>
              <a:rPr lang="es-CO"/>
              <a:t>Transfer </a:t>
            </a:r>
            <a:r>
              <a:rPr lang="es-CO" err="1"/>
              <a:t>Function</a:t>
            </a:r>
            <a:endParaRPr lang="en-US"/>
          </a:p>
        </p:txBody>
      </p:sp>
      <p:sp>
        <p:nvSpPr>
          <p:cNvPr id="3" name="Footer Placeholder 2">
            <a:extLst>
              <a:ext uri="{FF2B5EF4-FFF2-40B4-BE49-F238E27FC236}">
                <a16:creationId xmlns:a16="http://schemas.microsoft.com/office/drawing/2014/main" id="{0DE004F9-13D1-B7E4-2291-07EBD356F227}"/>
              </a:ext>
            </a:extLst>
          </p:cNvPr>
          <p:cNvSpPr>
            <a:spLocks noGrp="1"/>
          </p:cNvSpPr>
          <p:nvPr>
            <p:ph type="ftr" sz="quarter" idx="11"/>
          </p:nvPr>
        </p:nvSpPr>
        <p:spPr/>
        <p:txBody>
          <a:bodyPr/>
          <a:lstStyle/>
          <a:p>
            <a:r>
              <a:rPr lang="en-US"/>
              <a:t>Pie de página</a:t>
            </a:r>
          </a:p>
        </p:txBody>
      </p:sp>
      <p:sp>
        <p:nvSpPr>
          <p:cNvPr id="4" name="Slide Number Placeholder 3">
            <a:extLst>
              <a:ext uri="{FF2B5EF4-FFF2-40B4-BE49-F238E27FC236}">
                <a16:creationId xmlns:a16="http://schemas.microsoft.com/office/drawing/2014/main" id="{1E6F3C40-A7BA-F0C4-C56B-7DF40C54C236}"/>
              </a:ext>
            </a:extLst>
          </p:cNvPr>
          <p:cNvSpPr>
            <a:spLocks noGrp="1"/>
          </p:cNvSpPr>
          <p:nvPr>
            <p:ph type="sldNum" sz="quarter" idx="12"/>
          </p:nvPr>
        </p:nvSpPr>
        <p:spPr/>
        <p:txBody>
          <a:bodyPr/>
          <a:lstStyle/>
          <a:p>
            <a:fld id="{D637F8FC-4B86-4690-8888-22AB2F781BEF}" type="slidenum">
              <a:rPr lang="en-US" smtClean="0"/>
              <a:pPr/>
              <a:t>14</a:t>
            </a:fld>
            <a:endParaRPr lang="en-US"/>
          </a:p>
        </p:txBody>
      </p:sp>
      <p:sp>
        <p:nvSpPr>
          <p:cNvPr id="7" name="Date Placeholder 6">
            <a:extLst>
              <a:ext uri="{FF2B5EF4-FFF2-40B4-BE49-F238E27FC236}">
                <a16:creationId xmlns:a16="http://schemas.microsoft.com/office/drawing/2014/main" id="{094D4DD3-5212-7D74-39D2-64330988B88C}"/>
              </a:ext>
            </a:extLst>
          </p:cNvPr>
          <p:cNvSpPr>
            <a:spLocks noGrp="1"/>
          </p:cNvSpPr>
          <p:nvPr>
            <p:ph type="dt" sz="half" idx="2"/>
          </p:nvPr>
        </p:nvSpPr>
        <p:spPr/>
        <p:txBody>
          <a:bodyPr/>
          <a:lstStyle/>
          <a:p>
            <a:fld id="{39E18374-368A-4A3E-9C13-EFB00A3C21AB}" type="datetime1">
              <a:rPr lang="es-ES" smtClean="0"/>
              <a:t>06/05/2026</a:t>
            </a:fld>
            <a:endParaRPr lang="es-ES"/>
          </a:p>
        </p:txBody>
      </p:sp>
      <p:grpSp>
        <p:nvGrpSpPr>
          <p:cNvPr id="6" name="Group 5">
            <a:extLst>
              <a:ext uri="{FF2B5EF4-FFF2-40B4-BE49-F238E27FC236}">
                <a16:creationId xmlns:a16="http://schemas.microsoft.com/office/drawing/2014/main" id="{E2F08E09-8F92-EE4D-A838-10D5251D4270}"/>
              </a:ext>
            </a:extLst>
          </p:cNvPr>
          <p:cNvGrpSpPr/>
          <p:nvPr/>
        </p:nvGrpSpPr>
        <p:grpSpPr>
          <a:xfrm>
            <a:off x="1725629" y="5344355"/>
            <a:ext cx="1343676" cy="631598"/>
            <a:chOff x="2222345" y="4139233"/>
            <a:chExt cx="1343676" cy="631598"/>
          </a:xfrm>
        </p:grpSpPr>
        <p:sp>
          <p:nvSpPr>
            <p:cNvPr id="46" name="Rectangle: Rounded Corners 45">
              <a:extLst>
                <a:ext uri="{FF2B5EF4-FFF2-40B4-BE49-F238E27FC236}">
                  <a16:creationId xmlns:a16="http://schemas.microsoft.com/office/drawing/2014/main" id="{C270E220-5BCD-0B63-F542-DE752DC7AC58}"/>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47" name="Group 46">
              <a:extLst>
                <a:ext uri="{FF2B5EF4-FFF2-40B4-BE49-F238E27FC236}">
                  <a16:creationId xmlns:a16="http://schemas.microsoft.com/office/drawing/2014/main" id="{936BD23C-D1DA-8DDE-59BF-3A9458BA3995}"/>
                </a:ext>
              </a:extLst>
            </p:cNvPr>
            <p:cNvGrpSpPr/>
            <p:nvPr/>
          </p:nvGrpSpPr>
          <p:grpSpPr>
            <a:xfrm>
              <a:off x="2222345" y="4247006"/>
              <a:ext cx="1343676" cy="416052"/>
              <a:chOff x="2023872" y="2779776"/>
              <a:chExt cx="1343676" cy="416052"/>
            </a:xfrm>
          </p:grpSpPr>
          <p:grpSp>
            <p:nvGrpSpPr>
              <p:cNvPr id="49" name="Group 48">
                <a:extLst>
                  <a:ext uri="{FF2B5EF4-FFF2-40B4-BE49-F238E27FC236}">
                    <a16:creationId xmlns:a16="http://schemas.microsoft.com/office/drawing/2014/main" id="{EB0884F8-5F2D-5CC7-32C6-39489CC4C936}"/>
                  </a:ext>
                </a:extLst>
              </p:cNvPr>
              <p:cNvGrpSpPr/>
              <p:nvPr/>
            </p:nvGrpSpPr>
            <p:grpSpPr>
              <a:xfrm>
                <a:off x="2023872" y="2779776"/>
                <a:ext cx="1343676" cy="67056"/>
                <a:chOff x="2023872" y="2779776"/>
                <a:chExt cx="1343676" cy="67056"/>
              </a:xfrm>
            </p:grpSpPr>
            <p:sp>
              <p:nvSpPr>
                <p:cNvPr id="53" name="Rectangle 52">
                  <a:extLst>
                    <a:ext uri="{FF2B5EF4-FFF2-40B4-BE49-F238E27FC236}">
                      <a16:creationId xmlns:a16="http://schemas.microsoft.com/office/drawing/2014/main" id="{9BE0790C-7484-1A82-C812-6E75AADC8412}"/>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4" name="Rectangle 53">
                  <a:extLst>
                    <a:ext uri="{FF2B5EF4-FFF2-40B4-BE49-F238E27FC236}">
                      <a16:creationId xmlns:a16="http://schemas.microsoft.com/office/drawing/2014/main" id="{B5480B8F-D83F-1AB6-7DF0-97BBBA602A4D}"/>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50" name="Group 49">
                <a:extLst>
                  <a:ext uri="{FF2B5EF4-FFF2-40B4-BE49-F238E27FC236}">
                    <a16:creationId xmlns:a16="http://schemas.microsoft.com/office/drawing/2014/main" id="{65993484-E5E2-D3C7-0BBB-CABBAFEACD3A}"/>
                  </a:ext>
                </a:extLst>
              </p:cNvPr>
              <p:cNvGrpSpPr/>
              <p:nvPr/>
            </p:nvGrpSpPr>
            <p:grpSpPr>
              <a:xfrm>
                <a:off x="2023872" y="3128772"/>
                <a:ext cx="1343676" cy="67056"/>
                <a:chOff x="2023872" y="3128772"/>
                <a:chExt cx="1343676" cy="67056"/>
              </a:xfrm>
            </p:grpSpPr>
            <p:sp>
              <p:nvSpPr>
                <p:cNvPr id="51" name="Rectangle 50">
                  <a:extLst>
                    <a:ext uri="{FF2B5EF4-FFF2-40B4-BE49-F238E27FC236}">
                      <a16:creationId xmlns:a16="http://schemas.microsoft.com/office/drawing/2014/main" id="{F8D6ED3A-CE95-1BD4-102C-63F7629A597B}"/>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2" name="Rectangle 51">
                  <a:extLst>
                    <a:ext uri="{FF2B5EF4-FFF2-40B4-BE49-F238E27FC236}">
                      <a16:creationId xmlns:a16="http://schemas.microsoft.com/office/drawing/2014/main" id="{6D980D6E-DC1D-E034-F00A-FA73D1AF9083}"/>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48" name="TextBox 47">
              <a:extLst>
                <a:ext uri="{FF2B5EF4-FFF2-40B4-BE49-F238E27FC236}">
                  <a16:creationId xmlns:a16="http://schemas.microsoft.com/office/drawing/2014/main" id="{F5363ECE-54B6-04F5-115B-F79253D5A92E}"/>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MZI_1</a:t>
              </a:r>
              <a:r>
                <a:rPr lang="es-MX" kern="0">
                  <a:solidFill>
                    <a:prstClr val="black"/>
                  </a:solidFill>
                  <a:latin typeface="Aptos" panose="02110004020202020204"/>
                </a:rPr>
                <a:t>_5</a:t>
              </a:r>
              <a:endParaRPr lang="en-US" kern="0">
                <a:solidFill>
                  <a:prstClr val="black"/>
                </a:solidFill>
                <a:latin typeface="Aptos" panose="02110004020202020204"/>
              </a:endParaRPr>
            </a:p>
          </p:txBody>
        </p:sp>
      </p:grpSp>
      <p:grpSp>
        <p:nvGrpSpPr>
          <p:cNvPr id="8" name="Group 7">
            <a:extLst>
              <a:ext uri="{FF2B5EF4-FFF2-40B4-BE49-F238E27FC236}">
                <a16:creationId xmlns:a16="http://schemas.microsoft.com/office/drawing/2014/main" id="{8C2F7085-AC09-E767-F453-DF396FAE69AE}"/>
              </a:ext>
            </a:extLst>
          </p:cNvPr>
          <p:cNvGrpSpPr/>
          <p:nvPr/>
        </p:nvGrpSpPr>
        <p:grpSpPr>
          <a:xfrm>
            <a:off x="1725629" y="4042652"/>
            <a:ext cx="1343676" cy="631598"/>
            <a:chOff x="2222345" y="4139233"/>
            <a:chExt cx="1343676" cy="631598"/>
          </a:xfrm>
        </p:grpSpPr>
        <p:sp>
          <p:nvSpPr>
            <p:cNvPr id="37" name="Rectangle: Rounded Corners 36">
              <a:extLst>
                <a:ext uri="{FF2B5EF4-FFF2-40B4-BE49-F238E27FC236}">
                  <a16:creationId xmlns:a16="http://schemas.microsoft.com/office/drawing/2014/main" id="{51DC7C14-45DD-012A-9D6B-7D222495F4C4}"/>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38" name="Group 37">
              <a:extLst>
                <a:ext uri="{FF2B5EF4-FFF2-40B4-BE49-F238E27FC236}">
                  <a16:creationId xmlns:a16="http://schemas.microsoft.com/office/drawing/2014/main" id="{7DB62F94-910C-2D73-41FD-B4D14EADA129}"/>
                </a:ext>
              </a:extLst>
            </p:cNvPr>
            <p:cNvGrpSpPr/>
            <p:nvPr/>
          </p:nvGrpSpPr>
          <p:grpSpPr>
            <a:xfrm>
              <a:off x="2222345" y="4247006"/>
              <a:ext cx="1343676" cy="416052"/>
              <a:chOff x="2023872" y="2779776"/>
              <a:chExt cx="1343676" cy="416052"/>
            </a:xfrm>
          </p:grpSpPr>
          <p:grpSp>
            <p:nvGrpSpPr>
              <p:cNvPr id="40" name="Group 39">
                <a:extLst>
                  <a:ext uri="{FF2B5EF4-FFF2-40B4-BE49-F238E27FC236}">
                    <a16:creationId xmlns:a16="http://schemas.microsoft.com/office/drawing/2014/main" id="{D5EA1488-9775-D1FA-F03B-E80788236F44}"/>
                  </a:ext>
                </a:extLst>
              </p:cNvPr>
              <p:cNvGrpSpPr/>
              <p:nvPr/>
            </p:nvGrpSpPr>
            <p:grpSpPr>
              <a:xfrm>
                <a:off x="2023872" y="2779776"/>
                <a:ext cx="1343676" cy="67056"/>
                <a:chOff x="2023872" y="2779776"/>
                <a:chExt cx="1343676" cy="67056"/>
              </a:xfrm>
            </p:grpSpPr>
            <p:sp>
              <p:nvSpPr>
                <p:cNvPr id="44" name="Rectangle 43">
                  <a:extLst>
                    <a:ext uri="{FF2B5EF4-FFF2-40B4-BE49-F238E27FC236}">
                      <a16:creationId xmlns:a16="http://schemas.microsoft.com/office/drawing/2014/main" id="{27F91A8D-4CB7-BAD1-A065-D579839A8929}"/>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5" name="Rectangle 44">
                  <a:extLst>
                    <a:ext uri="{FF2B5EF4-FFF2-40B4-BE49-F238E27FC236}">
                      <a16:creationId xmlns:a16="http://schemas.microsoft.com/office/drawing/2014/main" id="{7C3BCD6D-3C76-CAE4-618F-C7C49B573E24}"/>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41" name="Group 40">
                <a:extLst>
                  <a:ext uri="{FF2B5EF4-FFF2-40B4-BE49-F238E27FC236}">
                    <a16:creationId xmlns:a16="http://schemas.microsoft.com/office/drawing/2014/main" id="{B5724A65-CBED-6F82-98A6-BA52EFAB2CC1}"/>
                  </a:ext>
                </a:extLst>
              </p:cNvPr>
              <p:cNvGrpSpPr/>
              <p:nvPr/>
            </p:nvGrpSpPr>
            <p:grpSpPr>
              <a:xfrm>
                <a:off x="2023872" y="3128772"/>
                <a:ext cx="1343676" cy="67056"/>
                <a:chOff x="2023872" y="3128772"/>
                <a:chExt cx="1343676" cy="67056"/>
              </a:xfrm>
            </p:grpSpPr>
            <p:sp>
              <p:nvSpPr>
                <p:cNvPr id="42" name="Rectangle 41">
                  <a:extLst>
                    <a:ext uri="{FF2B5EF4-FFF2-40B4-BE49-F238E27FC236}">
                      <a16:creationId xmlns:a16="http://schemas.microsoft.com/office/drawing/2014/main" id="{932694E0-9FD5-89EE-0A1C-A7A5EEA564ED}"/>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3" name="Rectangle 42">
                  <a:extLst>
                    <a:ext uri="{FF2B5EF4-FFF2-40B4-BE49-F238E27FC236}">
                      <a16:creationId xmlns:a16="http://schemas.microsoft.com/office/drawing/2014/main" id="{F00CCB21-B920-CCD8-1D57-7D2449857F3E}"/>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39" name="TextBox 38">
              <a:extLst>
                <a:ext uri="{FF2B5EF4-FFF2-40B4-BE49-F238E27FC236}">
                  <a16:creationId xmlns:a16="http://schemas.microsoft.com/office/drawing/2014/main" id="{DA99DAD4-3AD1-FCC1-9320-0F08A60DB390}"/>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MZI_3</a:t>
              </a:r>
              <a:r>
                <a:rPr lang="es-MX" kern="0">
                  <a:solidFill>
                    <a:prstClr val="black"/>
                  </a:solidFill>
                  <a:latin typeface="Aptos" panose="02110004020202020204"/>
                </a:rPr>
                <a:t>_7</a:t>
              </a:r>
              <a:endParaRPr lang="en-US" kern="0">
                <a:solidFill>
                  <a:prstClr val="black"/>
                </a:solidFill>
                <a:latin typeface="Aptos" panose="02110004020202020204"/>
              </a:endParaRPr>
            </a:p>
          </p:txBody>
        </p:sp>
      </p:grpSp>
      <p:sp>
        <p:nvSpPr>
          <p:cNvPr id="55" name="TextBox 54">
            <a:extLst>
              <a:ext uri="{FF2B5EF4-FFF2-40B4-BE49-F238E27FC236}">
                <a16:creationId xmlns:a16="http://schemas.microsoft.com/office/drawing/2014/main" id="{F1EC0BE8-2713-0297-E8CD-7EF675ECCA55}"/>
              </a:ext>
            </a:extLst>
          </p:cNvPr>
          <p:cNvSpPr txBox="1"/>
          <p:nvPr/>
        </p:nvSpPr>
        <p:spPr>
          <a:xfrm>
            <a:off x="3188816" y="5560403"/>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1</a:t>
            </a:r>
          </a:p>
        </p:txBody>
      </p:sp>
      <p:cxnSp>
        <p:nvCxnSpPr>
          <p:cNvPr id="56" name="Straight Arrow Connector 55">
            <a:extLst>
              <a:ext uri="{FF2B5EF4-FFF2-40B4-BE49-F238E27FC236}">
                <a16:creationId xmlns:a16="http://schemas.microsoft.com/office/drawing/2014/main" id="{2F4B6464-CFB9-82F5-D928-5D16788B872F}"/>
              </a:ext>
            </a:extLst>
          </p:cNvPr>
          <p:cNvCxnSpPr>
            <a:cxnSpLocks/>
            <a:stCxn id="52" idx="3"/>
          </p:cNvCxnSpPr>
          <p:nvPr/>
        </p:nvCxnSpPr>
        <p:spPr>
          <a:xfrm>
            <a:off x="3069305" y="5834652"/>
            <a:ext cx="902093" cy="0"/>
          </a:xfrm>
          <a:prstGeom prst="straightConnector1">
            <a:avLst/>
          </a:prstGeom>
          <a:noFill/>
          <a:ln w="19050" cap="flat" cmpd="sng" algn="ctr">
            <a:solidFill>
              <a:srgbClr val="156082"/>
            </a:solidFill>
            <a:prstDash val="solid"/>
            <a:miter lim="800000"/>
            <a:tailEnd type="triangle"/>
          </a:ln>
          <a:effectLst/>
        </p:spPr>
      </p:cxnSp>
      <p:sp>
        <p:nvSpPr>
          <p:cNvPr id="57" name="TextBox 56">
            <a:extLst>
              <a:ext uri="{FF2B5EF4-FFF2-40B4-BE49-F238E27FC236}">
                <a16:creationId xmlns:a16="http://schemas.microsoft.com/office/drawing/2014/main" id="{357D4D0B-D508-3E92-9628-8EFC1F0369FB}"/>
              </a:ext>
            </a:extLst>
          </p:cNvPr>
          <p:cNvSpPr txBox="1"/>
          <p:nvPr/>
        </p:nvSpPr>
        <p:spPr>
          <a:xfrm>
            <a:off x="3188816" y="5210216"/>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5</a:t>
            </a:r>
          </a:p>
        </p:txBody>
      </p:sp>
      <p:cxnSp>
        <p:nvCxnSpPr>
          <p:cNvPr id="58" name="Straight Arrow Connector 57">
            <a:extLst>
              <a:ext uri="{FF2B5EF4-FFF2-40B4-BE49-F238E27FC236}">
                <a16:creationId xmlns:a16="http://schemas.microsoft.com/office/drawing/2014/main" id="{E508FBCA-66CF-0BFD-EA34-2E81F8131264}"/>
              </a:ext>
            </a:extLst>
          </p:cNvPr>
          <p:cNvCxnSpPr>
            <a:cxnSpLocks/>
          </p:cNvCxnSpPr>
          <p:nvPr/>
        </p:nvCxnSpPr>
        <p:spPr>
          <a:xfrm>
            <a:off x="3069305" y="5484465"/>
            <a:ext cx="902093" cy="0"/>
          </a:xfrm>
          <a:prstGeom prst="straightConnector1">
            <a:avLst/>
          </a:prstGeom>
          <a:noFill/>
          <a:ln w="19050" cap="flat" cmpd="sng" algn="ctr">
            <a:solidFill>
              <a:srgbClr val="156082"/>
            </a:solidFill>
            <a:prstDash val="solid"/>
            <a:miter lim="800000"/>
            <a:tailEnd type="triangle"/>
          </a:ln>
          <a:effectLst/>
        </p:spPr>
      </p:cxnSp>
      <p:sp>
        <p:nvSpPr>
          <p:cNvPr id="59" name="TextBox 58">
            <a:extLst>
              <a:ext uri="{FF2B5EF4-FFF2-40B4-BE49-F238E27FC236}">
                <a16:creationId xmlns:a16="http://schemas.microsoft.com/office/drawing/2014/main" id="{B6406713-0526-E959-D065-2A0091C7DEEC}"/>
              </a:ext>
            </a:extLst>
          </p:cNvPr>
          <p:cNvSpPr txBox="1"/>
          <p:nvPr/>
        </p:nvSpPr>
        <p:spPr>
          <a:xfrm>
            <a:off x="3188816" y="4258979"/>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3</a:t>
            </a:r>
          </a:p>
        </p:txBody>
      </p:sp>
      <p:cxnSp>
        <p:nvCxnSpPr>
          <p:cNvPr id="60" name="Straight Arrow Connector 59">
            <a:extLst>
              <a:ext uri="{FF2B5EF4-FFF2-40B4-BE49-F238E27FC236}">
                <a16:creationId xmlns:a16="http://schemas.microsoft.com/office/drawing/2014/main" id="{1B6C3957-ED94-38E6-779A-C6F4A8458ACC}"/>
              </a:ext>
            </a:extLst>
          </p:cNvPr>
          <p:cNvCxnSpPr>
            <a:cxnSpLocks/>
          </p:cNvCxnSpPr>
          <p:nvPr/>
        </p:nvCxnSpPr>
        <p:spPr>
          <a:xfrm>
            <a:off x="3069305" y="4533228"/>
            <a:ext cx="902093" cy="0"/>
          </a:xfrm>
          <a:prstGeom prst="straightConnector1">
            <a:avLst/>
          </a:prstGeom>
          <a:noFill/>
          <a:ln w="19050" cap="flat" cmpd="sng" algn="ctr">
            <a:solidFill>
              <a:srgbClr val="156082"/>
            </a:solidFill>
            <a:prstDash val="solid"/>
            <a:miter lim="800000"/>
            <a:tailEnd type="triangle"/>
          </a:ln>
          <a:effectLst/>
        </p:spPr>
      </p:cxnSp>
      <p:sp>
        <p:nvSpPr>
          <p:cNvPr id="61" name="TextBox 60">
            <a:extLst>
              <a:ext uri="{FF2B5EF4-FFF2-40B4-BE49-F238E27FC236}">
                <a16:creationId xmlns:a16="http://schemas.microsoft.com/office/drawing/2014/main" id="{CAE3ECE2-086A-DBF5-E288-1EFDAD82D135}"/>
              </a:ext>
            </a:extLst>
          </p:cNvPr>
          <p:cNvSpPr txBox="1"/>
          <p:nvPr/>
        </p:nvSpPr>
        <p:spPr>
          <a:xfrm>
            <a:off x="3188816" y="3908792"/>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7</a:t>
            </a:r>
          </a:p>
        </p:txBody>
      </p:sp>
      <p:cxnSp>
        <p:nvCxnSpPr>
          <p:cNvPr id="62" name="Straight Arrow Connector 61">
            <a:extLst>
              <a:ext uri="{FF2B5EF4-FFF2-40B4-BE49-F238E27FC236}">
                <a16:creationId xmlns:a16="http://schemas.microsoft.com/office/drawing/2014/main" id="{A5E74DD5-7085-68EB-CF00-F53FFF5BAE2F}"/>
              </a:ext>
            </a:extLst>
          </p:cNvPr>
          <p:cNvCxnSpPr>
            <a:cxnSpLocks/>
          </p:cNvCxnSpPr>
          <p:nvPr/>
        </p:nvCxnSpPr>
        <p:spPr>
          <a:xfrm>
            <a:off x="3069305" y="4183041"/>
            <a:ext cx="902093" cy="0"/>
          </a:xfrm>
          <a:prstGeom prst="straightConnector1">
            <a:avLst/>
          </a:prstGeom>
          <a:noFill/>
          <a:ln w="19050" cap="flat" cmpd="sng" algn="ctr">
            <a:solidFill>
              <a:srgbClr val="156082"/>
            </a:solidFill>
            <a:prstDash val="solid"/>
            <a:miter lim="800000"/>
            <a:tailEnd type="triangle"/>
          </a:ln>
          <a:effectLst/>
        </p:spPr>
      </p:cxnSp>
      <mc:AlternateContent xmlns:mc="http://schemas.openxmlformats.org/markup-compatibility/2006">
        <mc:Choice xmlns:a14="http://schemas.microsoft.com/office/drawing/2010/main" Requires="a14">
          <p:sp>
            <p:nvSpPr>
              <p:cNvPr id="71" name="TextBox 70">
                <a:extLst>
                  <a:ext uri="{FF2B5EF4-FFF2-40B4-BE49-F238E27FC236}">
                    <a16:creationId xmlns:a16="http://schemas.microsoft.com/office/drawing/2014/main" id="{81ECE1FF-901B-1F15-7C24-B08304C48E5A}"/>
                  </a:ext>
                </a:extLst>
              </p:cNvPr>
              <p:cNvSpPr txBox="1"/>
              <p:nvPr/>
            </p:nvSpPr>
            <p:spPr>
              <a:xfrm>
                <a:off x="5212002" y="1763293"/>
                <a:ext cx="6097772" cy="6481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𝑜𝑢</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0">
                                        <a:latin typeface="Cambria Math" panose="02040503050406030204" pitchFamily="18" charset="0"/>
                                      </a:rPr>
                                      <m:t>4</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22</m:t>
                                </m:r>
                              </m:sub>
                            </m:sSub>
                            <m:r>
                              <a:rPr lang="en-US" i="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0">
                                        <a:latin typeface="Cambria Math" panose="02040503050406030204" pitchFamily="18" charset="0"/>
                                      </a:rPr>
                                      <m:t>2</m:t>
                                    </m:r>
                                  </m:sup>
                                </m:sSup>
                              </m:num>
                              <m:den>
                                <m:r>
                                  <a:rPr lang="en-US" i="0">
                                    <a:latin typeface="Cambria Math" panose="02040503050406030204" pitchFamily="18" charset="0"/>
                                  </a:rPr>
                                  <m:t>8</m:t>
                                </m:r>
                              </m:den>
                            </m:f>
                            <m:d>
                              <m:dPr>
                                <m:ctrlPr>
                                  <a:rPr lang="en-US" i="1">
                                    <a:latin typeface="Cambria Math" panose="02040503050406030204" pitchFamily="18" charset="0"/>
                                  </a:rPr>
                                </m:ctrlPr>
                              </m:dPr>
                              <m:e>
                                <m:r>
                                  <a:rPr lang="en-US" i="1">
                                    <a:latin typeface="Cambria Math" panose="02040503050406030204" pitchFamily="18" charset="0"/>
                                  </a:rPr>
                                  <m:t>𝐷</m:t>
                                </m:r>
                                <m:r>
                                  <a:rPr lang="en-US" i="0">
                                    <a:latin typeface="Cambria Math" panose="02040503050406030204" pitchFamily="18" charset="0"/>
                                  </a:rPr>
                                  <m:t>+1</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𝑇𝑃</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+1</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0">
                                        <a:latin typeface="Cambria Math" panose="02040503050406030204" pitchFamily="18" charset="0"/>
                                      </a:rPr>
                                      <m:t>4∧8</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e>
                            </m:d>
                          </m:e>
                        </m:mr>
                      </m:m>
                    </m:oMath>
                  </m:oMathPara>
                </a14:m>
                <a:endParaRPr lang="en-US" dirty="0"/>
              </a:p>
            </p:txBody>
          </p:sp>
        </mc:Choice>
        <mc:Fallback>
          <p:sp>
            <p:nvSpPr>
              <p:cNvPr id="71" name="TextBox 70">
                <a:extLst>
                  <a:ext uri="{FF2B5EF4-FFF2-40B4-BE49-F238E27FC236}">
                    <a16:creationId xmlns:a16="http://schemas.microsoft.com/office/drawing/2014/main" id="{81ECE1FF-901B-1F15-7C24-B08304C48E5A}"/>
                  </a:ext>
                </a:extLst>
              </p:cNvPr>
              <p:cNvSpPr txBox="1">
                <a:spLocks noRot="1" noChangeAspect="1" noMove="1" noResize="1" noEditPoints="1" noAdjustHandles="1" noChangeArrowheads="1" noChangeShapeType="1" noTextEdit="1"/>
              </p:cNvSpPr>
              <p:nvPr/>
            </p:nvSpPr>
            <p:spPr>
              <a:xfrm>
                <a:off x="5212002" y="1763293"/>
                <a:ext cx="6097772" cy="648126"/>
              </a:xfrm>
              <a:prstGeom prst="rect">
                <a:avLst/>
              </a:prstGeom>
              <a:blipFill>
                <a:blip r:embed="rId2"/>
                <a:stretch>
                  <a:fillRect r="-77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A3E0A932-7065-C5FF-3832-1A2A37877DF7}"/>
                  </a:ext>
                </a:extLst>
              </p:cNvPr>
              <p:cNvSpPr txBox="1"/>
              <p:nvPr/>
            </p:nvSpPr>
            <p:spPr>
              <a:xfrm>
                <a:off x="5064004" y="1198679"/>
                <a:ext cx="6097772" cy="6481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𝑜𝑢</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0">
                                        <a:latin typeface="Cambria Math" panose="02040503050406030204" pitchFamily="18" charset="0"/>
                                      </a:rPr>
                                      <m:t>8</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12</m:t>
                                </m:r>
                              </m:sub>
                            </m:sSub>
                            <m:r>
                              <a:rPr lang="en-US" i="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0">
                                        <a:latin typeface="Cambria Math" panose="02040503050406030204" pitchFamily="18" charset="0"/>
                                      </a:rPr>
                                      <m:t>3</m:t>
                                    </m:r>
                                  </m:sup>
                                </m:sSup>
                              </m:num>
                              <m:den>
                                <m:r>
                                  <a:rPr lang="en-US" i="0">
                                    <a:latin typeface="Cambria Math" panose="02040503050406030204" pitchFamily="18" charset="0"/>
                                  </a:rPr>
                                  <m:t>8</m:t>
                                </m:r>
                              </m:den>
                            </m:f>
                            <m:d>
                              <m:dPr>
                                <m:ctrlPr>
                                  <a:rPr lang="en-US" i="1">
                                    <a:latin typeface="Cambria Math" panose="02040503050406030204" pitchFamily="18" charset="0"/>
                                  </a:rPr>
                                </m:ctrlPr>
                              </m:dPr>
                              <m:e>
                                <m:r>
                                  <a:rPr lang="en-US" i="1">
                                    <a:latin typeface="Cambria Math" panose="02040503050406030204" pitchFamily="18" charset="0"/>
                                  </a:rPr>
                                  <m:t>𝐷</m:t>
                                </m:r>
                                <m:r>
                                  <a:rPr lang="en-US" i="0">
                                    <a:latin typeface="Cambria Math" panose="02040503050406030204" pitchFamily="18" charset="0"/>
                                  </a:rPr>
                                  <m:t>+1</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𝑇𝑃</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+1</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0">
                                        <a:latin typeface="Cambria Math" panose="02040503050406030204" pitchFamily="18" charset="0"/>
                                      </a:rPr>
                                      <m:t>4∧8</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r>
                                  <a:rPr lang="en-US" i="0">
                                    <a:latin typeface="Cambria Math" panose="02040503050406030204" pitchFamily="18" charset="0"/>
                                  </a:rPr>
                                  <m:t>+1</m:t>
                                </m:r>
                              </m:e>
                            </m:d>
                          </m:e>
                        </m:mr>
                      </m:m>
                    </m:oMath>
                  </m:oMathPara>
                </a14:m>
                <a:endParaRPr lang="en-US" dirty="0"/>
              </a:p>
            </p:txBody>
          </p:sp>
        </mc:Choice>
        <mc:Fallback>
          <p:sp>
            <p:nvSpPr>
              <p:cNvPr id="72" name="TextBox 71">
                <a:extLst>
                  <a:ext uri="{FF2B5EF4-FFF2-40B4-BE49-F238E27FC236}">
                    <a16:creationId xmlns:a16="http://schemas.microsoft.com/office/drawing/2014/main" id="{A3E0A932-7065-C5FF-3832-1A2A37877DF7}"/>
                  </a:ext>
                </a:extLst>
              </p:cNvPr>
              <p:cNvSpPr txBox="1">
                <a:spLocks noRot="1" noChangeAspect="1" noMove="1" noResize="1" noEditPoints="1" noAdjustHandles="1" noChangeArrowheads="1" noChangeShapeType="1" noTextEdit="1"/>
              </p:cNvSpPr>
              <p:nvPr/>
            </p:nvSpPr>
            <p:spPr>
              <a:xfrm>
                <a:off x="5064004" y="1198679"/>
                <a:ext cx="6097772" cy="648126"/>
              </a:xfrm>
              <a:prstGeom prst="rect">
                <a:avLst/>
              </a:prstGeom>
              <a:blipFill>
                <a:blip r:embed="rId3"/>
                <a:stretch>
                  <a:fillRect r="-9800"/>
                </a:stretch>
              </a:blipFill>
            </p:spPr>
            <p:txBody>
              <a:bodyPr/>
              <a:lstStyle/>
              <a:p>
                <a:r>
                  <a:rPr lang="en-US">
                    <a:noFill/>
                  </a:rPr>
                  <a:t> </a:t>
                </a:r>
              </a:p>
            </p:txBody>
          </p:sp>
        </mc:Fallback>
      </mc:AlternateContent>
      <p:grpSp>
        <p:nvGrpSpPr>
          <p:cNvPr id="83" name="Group 82">
            <a:extLst>
              <a:ext uri="{FF2B5EF4-FFF2-40B4-BE49-F238E27FC236}">
                <a16:creationId xmlns:a16="http://schemas.microsoft.com/office/drawing/2014/main" id="{E5B0163A-57A6-A75E-DEA6-DC2919147E6F}"/>
              </a:ext>
            </a:extLst>
          </p:cNvPr>
          <p:cNvGrpSpPr/>
          <p:nvPr/>
        </p:nvGrpSpPr>
        <p:grpSpPr>
          <a:xfrm>
            <a:off x="333998" y="1447402"/>
            <a:ext cx="3645943" cy="765469"/>
            <a:chOff x="333998" y="1280258"/>
            <a:chExt cx="3645943" cy="765469"/>
          </a:xfrm>
        </p:grpSpPr>
        <p:grpSp>
          <p:nvGrpSpPr>
            <p:cNvPr id="12" name="Group 11">
              <a:extLst>
                <a:ext uri="{FF2B5EF4-FFF2-40B4-BE49-F238E27FC236}">
                  <a16:creationId xmlns:a16="http://schemas.microsoft.com/office/drawing/2014/main" id="{FE8D6C21-1582-29FD-08C5-9D0C2B0A8E1F}"/>
                </a:ext>
              </a:extLst>
            </p:cNvPr>
            <p:cNvGrpSpPr/>
            <p:nvPr/>
          </p:nvGrpSpPr>
          <p:grpSpPr>
            <a:xfrm>
              <a:off x="1729133" y="1414129"/>
              <a:ext cx="1343676" cy="631598"/>
              <a:chOff x="2222345" y="4139233"/>
              <a:chExt cx="1343676" cy="631598"/>
            </a:xfrm>
          </p:grpSpPr>
          <p:sp>
            <p:nvSpPr>
              <p:cNvPr id="14" name="Rectangle: Rounded Corners 13">
                <a:extLst>
                  <a:ext uri="{FF2B5EF4-FFF2-40B4-BE49-F238E27FC236}">
                    <a16:creationId xmlns:a16="http://schemas.microsoft.com/office/drawing/2014/main" id="{E64CCA0C-852C-8E6A-C5EC-FA198C94F9CD}"/>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16" name="Group 15">
                <a:extLst>
                  <a:ext uri="{FF2B5EF4-FFF2-40B4-BE49-F238E27FC236}">
                    <a16:creationId xmlns:a16="http://schemas.microsoft.com/office/drawing/2014/main" id="{C230B46D-1713-F9B2-BB57-8B7BBC0F7A24}"/>
                  </a:ext>
                </a:extLst>
              </p:cNvPr>
              <p:cNvGrpSpPr/>
              <p:nvPr/>
            </p:nvGrpSpPr>
            <p:grpSpPr>
              <a:xfrm>
                <a:off x="2222345" y="4247006"/>
                <a:ext cx="1343676" cy="416052"/>
                <a:chOff x="2023872" y="2779776"/>
                <a:chExt cx="1343676" cy="416052"/>
              </a:xfrm>
            </p:grpSpPr>
            <p:grpSp>
              <p:nvGrpSpPr>
                <p:cNvPr id="20" name="Group 19">
                  <a:extLst>
                    <a:ext uri="{FF2B5EF4-FFF2-40B4-BE49-F238E27FC236}">
                      <a16:creationId xmlns:a16="http://schemas.microsoft.com/office/drawing/2014/main" id="{54137ACD-CAEA-9C48-F8CD-217F0647D184}"/>
                    </a:ext>
                  </a:extLst>
                </p:cNvPr>
                <p:cNvGrpSpPr/>
                <p:nvPr/>
              </p:nvGrpSpPr>
              <p:grpSpPr>
                <a:xfrm>
                  <a:off x="2023872" y="2779776"/>
                  <a:ext cx="1343676" cy="67056"/>
                  <a:chOff x="2023872" y="2779776"/>
                  <a:chExt cx="1343676" cy="67056"/>
                </a:xfrm>
              </p:grpSpPr>
              <p:sp>
                <p:nvSpPr>
                  <p:cNvPr id="26" name="Rectangle 25">
                    <a:extLst>
                      <a:ext uri="{FF2B5EF4-FFF2-40B4-BE49-F238E27FC236}">
                        <a16:creationId xmlns:a16="http://schemas.microsoft.com/office/drawing/2014/main" id="{8AB9D7DD-1D5E-D8B3-C151-32FC6BBFE763}"/>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430969A8-D4F8-7FF9-9A4D-01F04C759903}"/>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22" name="Group 21">
                  <a:extLst>
                    <a:ext uri="{FF2B5EF4-FFF2-40B4-BE49-F238E27FC236}">
                      <a16:creationId xmlns:a16="http://schemas.microsoft.com/office/drawing/2014/main" id="{1B00D2B6-905B-045E-DE11-24FCE769608F}"/>
                    </a:ext>
                  </a:extLst>
                </p:cNvPr>
                <p:cNvGrpSpPr/>
                <p:nvPr/>
              </p:nvGrpSpPr>
              <p:grpSpPr>
                <a:xfrm>
                  <a:off x="2023872" y="3128772"/>
                  <a:ext cx="1343676" cy="67056"/>
                  <a:chOff x="2023872" y="3128772"/>
                  <a:chExt cx="1343676" cy="67056"/>
                </a:xfrm>
              </p:grpSpPr>
              <p:sp>
                <p:nvSpPr>
                  <p:cNvPr id="24" name="Rectangle 23">
                    <a:extLst>
                      <a:ext uri="{FF2B5EF4-FFF2-40B4-BE49-F238E27FC236}">
                        <a16:creationId xmlns:a16="http://schemas.microsoft.com/office/drawing/2014/main" id="{6611E345-5E99-80B4-A44C-A529C55B1789}"/>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08642F39-7B0F-6906-A524-907859AE5D58}"/>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18" name="TextBox 17">
                <a:extLst>
                  <a:ext uri="{FF2B5EF4-FFF2-40B4-BE49-F238E27FC236}">
                    <a16:creationId xmlns:a16="http://schemas.microsoft.com/office/drawing/2014/main" id="{8A9B7322-BC4D-D86C-8D1E-096FBFC315AC}"/>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CO" kern="0">
                    <a:solidFill>
                      <a:prstClr val="black"/>
                    </a:solidFill>
                    <a:latin typeface="Aptos" panose="02110004020202020204"/>
                  </a:rPr>
                  <a:t>4</a:t>
                </a:r>
                <a:r>
                  <a:rPr lang="es-MX" kern="0">
                    <a:solidFill>
                      <a:prstClr val="black"/>
                    </a:solidFill>
                    <a:latin typeface="Aptos" panose="02110004020202020204"/>
                  </a:rPr>
                  <a:t>_8</a:t>
                </a:r>
                <a:endParaRPr lang="en-US" kern="0">
                  <a:solidFill>
                    <a:prstClr val="black"/>
                  </a:solidFill>
                  <a:latin typeface="Aptos" panose="02110004020202020204"/>
                </a:endParaRPr>
              </a:p>
            </p:txBody>
          </p:sp>
        </p:grpSp>
        <p:sp>
          <p:nvSpPr>
            <p:cNvPr id="67" name="TextBox 66">
              <a:extLst>
                <a:ext uri="{FF2B5EF4-FFF2-40B4-BE49-F238E27FC236}">
                  <a16:creationId xmlns:a16="http://schemas.microsoft.com/office/drawing/2014/main" id="{87DB2A57-87C6-FCEB-7225-0E678EC7AE5B}"/>
                </a:ext>
              </a:extLst>
            </p:cNvPr>
            <p:cNvSpPr txBox="1"/>
            <p:nvPr/>
          </p:nvSpPr>
          <p:spPr>
            <a:xfrm>
              <a:off x="3197359" y="1630445"/>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4</a:t>
              </a:r>
            </a:p>
          </p:txBody>
        </p:sp>
        <p:cxnSp>
          <p:nvCxnSpPr>
            <p:cNvPr id="68" name="Straight Arrow Connector 67">
              <a:extLst>
                <a:ext uri="{FF2B5EF4-FFF2-40B4-BE49-F238E27FC236}">
                  <a16:creationId xmlns:a16="http://schemas.microsoft.com/office/drawing/2014/main" id="{331528C5-82FD-4873-80CC-20952B26AB9E}"/>
                </a:ext>
              </a:extLst>
            </p:cNvPr>
            <p:cNvCxnSpPr>
              <a:cxnSpLocks/>
            </p:cNvCxnSpPr>
            <p:nvPr/>
          </p:nvCxnSpPr>
          <p:spPr>
            <a:xfrm>
              <a:off x="3077848" y="1904694"/>
              <a:ext cx="902093" cy="0"/>
            </a:xfrm>
            <a:prstGeom prst="straightConnector1">
              <a:avLst/>
            </a:prstGeom>
            <a:noFill/>
            <a:ln w="19050" cap="flat" cmpd="sng" algn="ctr">
              <a:solidFill>
                <a:srgbClr val="156082"/>
              </a:solidFill>
              <a:prstDash val="solid"/>
              <a:miter lim="800000"/>
              <a:tailEnd type="triangle"/>
            </a:ln>
            <a:effectLst/>
          </p:spPr>
        </p:cxnSp>
        <p:sp>
          <p:nvSpPr>
            <p:cNvPr id="69" name="TextBox 68">
              <a:extLst>
                <a:ext uri="{FF2B5EF4-FFF2-40B4-BE49-F238E27FC236}">
                  <a16:creationId xmlns:a16="http://schemas.microsoft.com/office/drawing/2014/main" id="{E5ED9795-6372-A4C9-84CA-540DD2A0CE17}"/>
                </a:ext>
              </a:extLst>
            </p:cNvPr>
            <p:cNvSpPr txBox="1"/>
            <p:nvPr/>
          </p:nvSpPr>
          <p:spPr>
            <a:xfrm>
              <a:off x="3208934" y="1280258"/>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8</a:t>
              </a:r>
            </a:p>
          </p:txBody>
        </p:sp>
        <p:cxnSp>
          <p:nvCxnSpPr>
            <p:cNvPr id="70" name="Straight Arrow Connector 69">
              <a:extLst>
                <a:ext uri="{FF2B5EF4-FFF2-40B4-BE49-F238E27FC236}">
                  <a16:creationId xmlns:a16="http://schemas.microsoft.com/office/drawing/2014/main" id="{D59331DC-56BE-711B-1499-E788EB1D9791}"/>
                </a:ext>
              </a:extLst>
            </p:cNvPr>
            <p:cNvCxnSpPr>
              <a:cxnSpLocks/>
            </p:cNvCxnSpPr>
            <p:nvPr/>
          </p:nvCxnSpPr>
          <p:spPr>
            <a:xfrm>
              <a:off x="3077848" y="1554507"/>
              <a:ext cx="902093" cy="0"/>
            </a:xfrm>
            <a:prstGeom prst="straightConnector1">
              <a:avLst/>
            </a:prstGeom>
            <a:noFill/>
            <a:ln w="19050" cap="flat" cmpd="sng" algn="ctr">
              <a:solidFill>
                <a:srgbClr val="156082"/>
              </a:solidFill>
              <a:prstDash val="solid"/>
              <a:miter lim="800000"/>
              <a:tailEnd type="triangle"/>
            </a:ln>
            <a:effectLst/>
          </p:spPr>
        </p:cxnSp>
        <p:cxnSp>
          <p:nvCxnSpPr>
            <p:cNvPr id="73" name="Straight Arrow Connector 72">
              <a:extLst>
                <a:ext uri="{FF2B5EF4-FFF2-40B4-BE49-F238E27FC236}">
                  <a16:creationId xmlns:a16="http://schemas.microsoft.com/office/drawing/2014/main" id="{BC52A54E-F4A5-B3E0-D81F-3F4DFAACD63E}"/>
                </a:ext>
              </a:extLst>
            </p:cNvPr>
            <p:cNvCxnSpPr>
              <a:cxnSpLocks/>
            </p:cNvCxnSpPr>
            <p:nvPr/>
          </p:nvCxnSpPr>
          <p:spPr>
            <a:xfrm>
              <a:off x="1031530" y="1904059"/>
              <a:ext cx="705223" cy="0"/>
            </a:xfrm>
            <a:prstGeom prst="straightConnector1">
              <a:avLst/>
            </a:prstGeom>
            <a:noFill/>
            <a:ln w="19050" cap="flat" cmpd="sng" algn="ctr">
              <a:solidFill>
                <a:srgbClr val="156082"/>
              </a:solidFill>
              <a:prstDash val="solid"/>
              <a:miter lim="800000"/>
              <a:tailEnd type="triangle"/>
            </a:ln>
            <a:effectLst/>
          </p:spPr>
        </p:cxn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E2CD7630-7DDA-6BB4-7F3E-8019689D4CF8}"/>
                    </a:ext>
                  </a:extLst>
                </p:cNvPr>
                <p:cNvSpPr txBox="1"/>
                <p:nvPr/>
              </p:nvSpPr>
              <p:spPr>
                <a:xfrm>
                  <a:off x="333998" y="1461196"/>
                  <a:ext cx="1493520" cy="3931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𝐶𝑟𝑜𝑠𝑠</m:t>
                            </m:r>
                          </m:sub>
                        </m:sSub>
                      </m:oMath>
                    </m:oMathPara>
                  </a14:m>
                  <a:endParaRPr lang="en-US" dirty="0"/>
                </a:p>
              </p:txBody>
            </p:sp>
          </mc:Choice>
          <mc:Fallback>
            <p:sp>
              <p:nvSpPr>
                <p:cNvPr id="75" name="TextBox 74">
                  <a:extLst>
                    <a:ext uri="{FF2B5EF4-FFF2-40B4-BE49-F238E27FC236}">
                      <a16:creationId xmlns:a16="http://schemas.microsoft.com/office/drawing/2014/main" id="{E2CD7630-7DDA-6BB4-7F3E-8019689D4CF8}"/>
                    </a:ext>
                  </a:extLst>
                </p:cNvPr>
                <p:cNvSpPr txBox="1">
                  <a:spLocks noRot="1" noChangeAspect="1" noMove="1" noResize="1" noEditPoints="1" noAdjustHandles="1" noChangeArrowheads="1" noChangeShapeType="1" noTextEdit="1"/>
                </p:cNvSpPr>
                <p:nvPr/>
              </p:nvSpPr>
              <p:spPr>
                <a:xfrm>
                  <a:off x="333998" y="1461196"/>
                  <a:ext cx="1493520" cy="393121"/>
                </a:xfrm>
                <a:prstGeom prst="rect">
                  <a:avLst/>
                </a:prstGeom>
                <a:blipFill>
                  <a:blip r:embed="rId4"/>
                  <a:stretch>
                    <a:fillRect b="-1538"/>
                  </a:stretch>
                </a:blipFill>
              </p:spPr>
              <p:txBody>
                <a:bodyPr/>
                <a:lstStyle/>
                <a:p>
                  <a:r>
                    <a:rPr lang="en-US">
                      <a:noFill/>
                    </a:rPr>
                    <a:t> </a:t>
                  </a:r>
                </a:p>
              </p:txBody>
            </p:sp>
          </mc:Fallback>
        </mc:AlternateContent>
      </p:grpSp>
      <p:cxnSp>
        <p:nvCxnSpPr>
          <p:cNvPr id="76" name="Straight Connector 75">
            <a:extLst>
              <a:ext uri="{FF2B5EF4-FFF2-40B4-BE49-F238E27FC236}">
                <a16:creationId xmlns:a16="http://schemas.microsoft.com/office/drawing/2014/main" id="{00A9BFCF-BC4A-5CD0-8D25-948B693FBD3B}"/>
              </a:ext>
            </a:extLst>
          </p:cNvPr>
          <p:cNvCxnSpPr>
            <a:cxnSpLocks/>
          </p:cNvCxnSpPr>
          <p:nvPr/>
        </p:nvCxnSpPr>
        <p:spPr>
          <a:xfrm flipH="1">
            <a:off x="554652" y="2462749"/>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8" name="TextBox 77">
                <a:extLst>
                  <a:ext uri="{FF2B5EF4-FFF2-40B4-BE49-F238E27FC236}">
                    <a16:creationId xmlns:a16="http://schemas.microsoft.com/office/drawing/2014/main" id="{95A0CF3E-F879-522D-BE7B-CA11CBE65119}"/>
                  </a:ext>
                </a:extLst>
              </p:cNvPr>
              <p:cNvSpPr txBox="1"/>
              <p:nvPr/>
            </p:nvSpPr>
            <p:spPr>
              <a:xfrm>
                <a:off x="5229089" y="3048588"/>
                <a:ext cx="6097772" cy="6090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𝑜𝑢</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0">
                                        <a:latin typeface="Cambria Math" panose="02040503050406030204" pitchFamily="18" charset="0"/>
                                      </a:rPr>
                                      <m:t>2</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22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𝑗</m:t>
                                </m:r>
                              </m:num>
                              <m:den>
                                <m:r>
                                  <a:rPr lang="en-US" i="0">
                                    <a:latin typeface="Cambria Math" panose="02040503050406030204" pitchFamily="18" charset="0"/>
                                  </a:rPr>
                                  <m:t>8</m:t>
                                </m:r>
                              </m:den>
                            </m:f>
                            <m:d>
                              <m:dPr>
                                <m:ctrlPr>
                                  <a:rPr lang="en-US" i="1">
                                    <a:latin typeface="Cambria Math" panose="02040503050406030204" pitchFamily="18" charset="0"/>
                                  </a:rPr>
                                </m:ctrlPr>
                              </m:dPr>
                              <m:e>
                                <m:r>
                                  <a:rPr lang="en-US" i="1">
                                    <a:latin typeface="Cambria Math" panose="02040503050406030204" pitchFamily="18" charset="0"/>
                                  </a:rPr>
                                  <m:t>𝐷</m:t>
                                </m:r>
                                <m:r>
                                  <a:rPr lang="en-US" i="0">
                                    <a:latin typeface="Cambria Math" panose="02040503050406030204" pitchFamily="18" charset="0"/>
                                  </a:rPr>
                                  <m:t>+1</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𝑇𝑃</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0">
                                        <a:latin typeface="Cambria Math" panose="02040503050406030204" pitchFamily="18" charset="0"/>
                                      </a:rPr>
                                      <m:t>2∧6</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e>
                            </m:d>
                          </m:e>
                        </m:mr>
                      </m:m>
                    </m:oMath>
                  </m:oMathPara>
                </a14:m>
                <a:endParaRPr lang="en-US" dirty="0"/>
              </a:p>
            </p:txBody>
          </p:sp>
        </mc:Choice>
        <mc:Fallback>
          <p:sp>
            <p:nvSpPr>
              <p:cNvPr id="78" name="TextBox 77">
                <a:extLst>
                  <a:ext uri="{FF2B5EF4-FFF2-40B4-BE49-F238E27FC236}">
                    <a16:creationId xmlns:a16="http://schemas.microsoft.com/office/drawing/2014/main" id="{95A0CF3E-F879-522D-BE7B-CA11CBE65119}"/>
                  </a:ext>
                </a:extLst>
              </p:cNvPr>
              <p:cNvSpPr txBox="1">
                <a:spLocks noRot="1" noChangeAspect="1" noMove="1" noResize="1" noEditPoints="1" noAdjustHandles="1" noChangeArrowheads="1" noChangeShapeType="1" noTextEdit="1"/>
              </p:cNvSpPr>
              <p:nvPr/>
            </p:nvSpPr>
            <p:spPr>
              <a:xfrm>
                <a:off x="5229089" y="3048588"/>
                <a:ext cx="6097772" cy="609013"/>
              </a:xfrm>
              <a:prstGeom prst="rect">
                <a:avLst/>
              </a:prstGeom>
              <a:blipFill>
                <a:blip r:embed="rId5"/>
                <a:stretch>
                  <a:fillRect r="-43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9" name="TextBox 78">
                <a:extLst>
                  <a:ext uri="{FF2B5EF4-FFF2-40B4-BE49-F238E27FC236}">
                    <a16:creationId xmlns:a16="http://schemas.microsoft.com/office/drawing/2014/main" id="{35F0529C-408C-5D0D-1E7D-75D66F2AAE53}"/>
                  </a:ext>
                </a:extLst>
              </p:cNvPr>
              <p:cNvSpPr txBox="1"/>
              <p:nvPr/>
            </p:nvSpPr>
            <p:spPr>
              <a:xfrm>
                <a:off x="5081605" y="2444164"/>
                <a:ext cx="6097772" cy="6481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𝑜𝑢</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0">
                                        <a:latin typeface="Cambria Math" panose="02040503050406030204" pitchFamily="18" charset="0"/>
                                      </a:rPr>
                                      <m:t>6</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s-MX" b="0" i="0" smtClean="0">
                                    <a:latin typeface="Cambria Math" panose="02040503050406030204" pitchFamily="18" charset="0"/>
                                  </a:rPr>
                                  <m:t>1</m:t>
                                </m:r>
                                <m:r>
                                  <a:rPr lang="en-US" i="0">
                                    <a:latin typeface="Cambria Math" panose="02040503050406030204" pitchFamily="18" charset="0"/>
                                  </a:rPr>
                                  <m:t>2</m:t>
                                </m:r>
                              </m:sub>
                            </m:sSub>
                            <m:r>
                              <a:rPr lang="en-US" i="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0">
                                        <a:latin typeface="Cambria Math" panose="02040503050406030204" pitchFamily="18" charset="0"/>
                                      </a:rPr>
                                      <m:t>2</m:t>
                                    </m:r>
                                  </m:sup>
                                </m:sSup>
                              </m:num>
                              <m:den>
                                <m:r>
                                  <a:rPr lang="en-US" i="0">
                                    <a:latin typeface="Cambria Math" panose="02040503050406030204" pitchFamily="18" charset="0"/>
                                  </a:rPr>
                                  <m:t>8</m:t>
                                </m:r>
                              </m:den>
                            </m:f>
                            <m:d>
                              <m:dPr>
                                <m:ctrlPr>
                                  <a:rPr lang="en-US" i="1">
                                    <a:latin typeface="Cambria Math" panose="02040503050406030204" pitchFamily="18" charset="0"/>
                                  </a:rPr>
                                </m:ctrlPr>
                              </m:dPr>
                              <m:e>
                                <m:r>
                                  <a:rPr lang="en-US" i="1">
                                    <a:latin typeface="Cambria Math" panose="02040503050406030204" pitchFamily="18" charset="0"/>
                                  </a:rPr>
                                  <m:t>𝐷</m:t>
                                </m:r>
                                <m:r>
                                  <a:rPr lang="en-US" i="0">
                                    <a:latin typeface="Cambria Math" panose="02040503050406030204" pitchFamily="18" charset="0"/>
                                  </a:rPr>
                                  <m:t>+1</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𝑇𝑃</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0">
                                        <a:latin typeface="Cambria Math" panose="02040503050406030204" pitchFamily="18" charset="0"/>
                                      </a:rPr>
                                      <m:t>2∧6</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r>
                                  <a:rPr lang="en-US" i="0">
                                    <a:latin typeface="Cambria Math" panose="02040503050406030204" pitchFamily="18" charset="0"/>
                                  </a:rPr>
                                  <m:t>+1</m:t>
                                </m:r>
                              </m:e>
                            </m:d>
                          </m:e>
                        </m:mr>
                      </m:m>
                    </m:oMath>
                  </m:oMathPara>
                </a14:m>
                <a:endParaRPr lang="en-US" dirty="0"/>
              </a:p>
            </p:txBody>
          </p:sp>
        </mc:Choice>
        <mc:Fallback>
          <p:sp>
            <p:nvSpPr>
              <p:cNvPr id="79" name="TextBox 78">
                <a:extLst>
                  <a:ext uri="{FF2B5EF4-FFF2-40B4-BE49-F238E27FC236}">
                    <a16:creationId xmlns:a16="http://schemas.microsoft.com/office/drawing/2014/main" id="{35F0529C-408C-5D0D-1E7D-75D66F2AAE53}"/>
                  </a:ext>
                </a:extLst>
              </p:cNvPr>
              <p:cNvSpPr txBox="1">
                <a:spLocks noRot="1" noChangeAspect="1" noMove="1" noResize="1" noEditPoints="1" noAdjustHandles="1" noChangeArrowheads="1" noChangeShapeType="1" noTextEdit="1"/>
              </p:cNvSpPr>
              <p:nvPr/>
            </p:nvSpPr>
            <p:spPr>
              <a:xfrm>
                <a:off x="5081605" y="2444164"/>
                <a:ext cx="6097772" cy="648126"/>
              </a:xfrm>
              <a:prstGeom prst="rect">
                <a:avLst/>
              </a:prstGeom>
              <a:blipFill>
                <a:blip r:embed="rId6"/>
                <a:stretch>
                  <a:fillRect r="-7700"/>
                </a:stretch>
              </a:blipFill>
            </p:spPr>
            <p:txBody>
              <a:bodyPr/>
              <a:lstStyle/>
              <a:p>
                <a:r>
                  <a:rPr lang="en-US">
                    <a:noFill/>
                  </a:rPr>
                  <a:t> </a:t>
                </a:r>
              </a:p>
            </p:txBody>
          </p:sp>
        </mc:Fallback>
      </mc:AlternateContent>
      <p:grpSp>
        <p:nvGrpSpPr>
          <p:cNvPr id="82" name="Group 81">
            <a:extLst>
              <a:ext uri="{FF2B5EF4-FFF2-40B4-BE49-F238E27FC236}">
                <a16:creationId xmlns:a16="http://schemas.microsoft.com/office/drawing/2014/main" id="{A606367B-6525-90D8-2BEB-1EE5677D4BE0}"/>
              </a:ext>
            </a:extLst>
          </p:cNvPr>
          <p:cNvGrpSpPr/>
          <p:nvPr/>
        </p:nvGrpSpPr>
        <p:grpSpPr>
          <a:xfrm>
            <a:off x="337553" y="2673835"/>
            <a:ext cx="3633845" cy="763452"/>
            <a:chOff x="348677" y="2477130"/>
            <a:chExt cx="3633845" cy="763452"/>
          </a:xfrm>
        </p:grpSpPr>
        <p:grpSp>
          <p:nvGrpSpPr>
            <p:cNvPr id="10" name="Group 9">
              <a:extLst>
                <a:ext uri="{FF2B5EF4-FFF2-40B4-BE49-F238E27FC236}">
                  <a16:creationId xmlns:a16="http://schemas.microsoft.com/office/drawing/2014/main" id="{B60A7F0A-2CB4-0BBB-697C-EF8B9238783C}"/>
                </a:ext>
              </a:extLst>
            </p:cNvPr>
            <p:cNvGrpSpPr/>
            <p:nvPr/>
          </p:nvGrpSpPr>
          <p:grpSpPr>
            <a:xfrm>
              <a:off x="1736753" y="2608984"/>
              <a:ext cx="1343676" cy="631598"/>
              <a:chOff x="2222345" y="4139233"/>
              <a:chExt cx="1343676" cy="631598"/>
            </a:xfrm>
          </p:grpSpPr>
          <p:sp>
            <p:nvSpPr>
              <p:cNvPr id="28" name="Rectangle: Rounded Corners 27">
                <a:extLst>
                  <a:ext uri="{FF2B5EF4-FFF2-40B4-BE49-F238E27FC236}">
                    <a16:creationId xmlns:a16="http://schemas.microsoft.com/office/drawing/2014/main" id="{150942D3-5390-8DB7-34D7-ACC98F3CA94B}"/>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29" name="Group 28">
                <a:extLst>
                  <a:ext uri="{FF2B5EF4-FFF2-40B4-BE49-F238E27FC236}">
                    <a16:creationId xmlns:a16="http://schemas.microsoft.com/office/drawing/2014/main" id="{1C0688B4-91CB-09BA-AF73-3776BAECA8E8}"/>
                  </a:ext>
                </a:extLst>
              </p:cNvPr>
              <p:cNvGrpSpPr/>
              <p:nvPr/>
            </p:nvGrpSpPr>
            <p:grpSpPr>
              <a:xfrm>
                <a:off x="2222345" y="4247006"/>
                <a:ext cx="1343676" cy="416052"/>
                <a:chOff x="2023872" y="2779776"/>
                <a:chExt cx="1343676" cy="416052"/>
              </a:xfrm>
            </p:grpSpPr>
            <p:grpSp>
              <p:nvGrpSpPr>
                <p:cNvPr id="31" name="Group 30">
                  <a:extLst>
                    <a:ext uri="{FF2B5EF4-FFF2-40B4-BE49-F238E27FC236}">
                      <a16:creationId xmlns:a16="http://schemas.microsoft.com/office/drawing/2014/main" id="{DADD4295-99AB-9212-C766-37897E8A7575}"/>
                    </a:ext>
                  </a:extLst>
                </p:cNvPr>
                <p:cNvGrpSpPr/>
                <p:nvPr/>
              </p:nvGrpSpPr>
              <p:grpSpPr>
                <a:xfrm>
                  <a:off x="2023872" y="2779776"/>
                  <a:ext cx="1343676" cy="67056"/>
                  <a:chOff x="2023872" y="2779776"/>
                  <a:chExt cx="1343676" cy="67056"/>
                </a:xfrm>
              </p:grpSpPr>
              <p:sp>
                <p:nvSpPr>
                  <p:cNvPr id="35" name="Rectangle 34">
                    <a:extLst>
                      <a:ext uri="{FF2B5EF4-FFF2-40B4-BE49-F238E27FC236}">
                        <a16:creationId xmlns:a16="http://schemas.microsoft.com/office/drawing/2014/main" id="{767BAFBB-0808-F614-1858-9DA6904D9604}"/>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6" name="Rectangle 35">
                    <a:extLst>
                      <a:ext uri="{FF2B5EF4-FFF2-40B4-BE49-F238E27FC236}">
                        <a16:creationId xmlns:a16="http://schemas.microsoft.com/office/drawing/2014/main" id="{0A00DDF7-64DC-4FC2-09E8-8E16089CFD60}"/>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32" name="Group 31">
                  <a:extLst>
                    <a:ext uri="{FF2B5EF4-FFF2-40B4-BE49-F238E27FC236}">
                      <a16:creationId xmlns:a16="http://schemas.microsoft.com/office/drawing/2014/main" id="{2A89081D-96BC-179E-1AEA-2A5B40B6CBD5}"/>
                    </a:ext>
                  </a:extLst>
                </p:cNvPr>
                <p:cNvGrpSpPr/>
                <p:nvPr/>
              </p:nvGrpSpPr>
              <p:grpSpPr>
                <a:xfrm>
                  <a:off x="2023872" y="3128772"/>
                  <a:ext cx="1343676" cy="67056"/>
                  <a:chOff x="2023872" y="3128772"/>
                  <a:chExt cx="1343676" cy="67056"/>
                </a:xfrm>
              </p:grpSpPr>
              <p:sp>
                <p:nvSpPr>
                  <p:cNvPr id="33" name="Rectangle 32">
                    <a:extLst>
                      <a:ext uri="{FF2B5EF4-FFF2-40B4-BE49-F238E27FC236}">
                        <a16:creationId xmlns:a16="http://schemas.microsoft.com/office/drawing/2014/main" id="{99AF2D86-6FAC-C035-6C4F-66A69D13DDFD}"/>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B742C4EC-29C6-5631-664F-FC0988E869B0}"/>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30" name="TextBox 29">
                <a:extLst>
                  <a:ext uri="{FF2B5EF4-FFF2-40B4-BE49-F238E27FC236}">
                    <a16:creationId xmlns:a16="http://schemas.microsoft.com/office/drawing/2014/main" id="{F1A90E7B-FBE1-E700-517A-AED89F212B92}"/>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MZI_2</a:t>
                </a:r>
                <a:r>
                  <a:rPr lang="es-MX" kern="0">
                    <a:solidFill>
                      <a:prstClr val="black"/>
                    </a:solidFill>
                    <a:latin typeface="Aptos" panose="02110004020202020204"/>
                  </a:rPr>
                  <a:t>_6</a:t>
                </a:r>
                <a:endParaRPr lang="en-US" kern="0">
                  <a:solidFill>
                    <a:prstClr val="black"/>
                  </a:solidFill>
                  <a:latin typeface="Aptos" panose="02110004020202020204"/>
                </a:endParaRPr>
              </a:p>
            </p:txBody>
          </p:sp>
        </p:grpSp>
        <p:sp>
          <p:nvSpPr>
            <p:cNvPr id="63" name="TextBox 62">
              <a:extLst>
                <a:ext uri="{FF2B5EF4-FFF2-40B4-BE49-F238E27FC236}">
                  <a16:creationId xmlns:a16="http://schemas.microsoft.com/office/drawing/2014/main" id="{E0974E02-9ADA-9E0F-1A4A-3CCC2ACE1835}"/>
                </a:ext>
              </a:extLst>
            </p:cNvPr>
            <p:cNvSpPr txBox="1"/>
            <p:nvPr/>
          </p:nvSpPr>
          <p:spPr>
            <a:xfrm>
              <a:off x="3199940" y="2827317"/>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2</a:t>
              </a:r>
            </a:p>
          </p:txBody>
        </p:sp>
        <p:cxnSp>
          <p:nvCxnSpPr>
            <p:cNvPr id="64" name="Straight Arrow Connector 63">
              <a:extLst>
                <a:ext uri="{FF2B5EF4-FFF2-40B4-BE49-F238E27FC236}">
                  <a16:creationId xmlns:a16="http://schemas.microsoft.com/office/drawing/2014/main" id="{DCD87AA3-EECD-4033-B409-F9F81D5BB400}"/>
                </a:ext>
              </a:extLst>
            </p:cNvPr>
            <p:cNvCxnSpPr>
              <a:cxnSpLocks/>
            </p:cNvCxnSpPr>
            <p:nvPr/>
          </p:nvCxnSpPr>
          <p:spPr>
            <a:xfrm>
              <a:off x="3080429" y="3101566"/>
              <a:ext cx="902093" cy="0"/>
            </a:xfrm>
            <a:prstGeom prst="straightConnector1">
              <a:avLst/>
            </a:prstGeom>
            <a:noFill/>
            <a:ln w="19050" cap="flat" cmpd="sng" algn="ctr">
              <a:solidFill>
                <a:srgbClr val="156082"/>
              </a:solidFill>
              <a:prstDash val="solid"/>
              <a:miter lim="800000"/>
              <a:tailEnd type="triangle"/>
            </a:ln>
            <a:effectLst/>
          </p:spPr>
        </p:cxnSp>
        <p:sp>
          <p:nvSpPr>
            <p:cNvPr id="65" name="TextBox 64">
              <a:extLst>
                <a:ext uri="{FF2B5EF4-FFF2-40B4-BE49-F238E27FC236}">
                  <a16:creationId xmlns:a16="http://schemas.microsoft.com/office/drawing/2014/main" id="{BCDC0424-F312-B9B6-D7AF-68DC8570FF7F}"/>
                </a:ext>
              </a:extLst>
            </p:cNvPr>
            <p:cNvSpPr txBox="1"/>
            <p:nvPr/>
          </p:nvSpPr>
          <p:spPr>
            <a:xfrm>
              <a:off x="3199940" y="2477130"/>
              <a:ext cx="733755" cy="307777"/>
            </a:xfrm>
            <a:prstGeom prst="rect">
              <a:avLst/>
            </a:prstGeom>
            <a:noFill/>
          </p:spPr>
          <p:txBody>
            <a:bodyPr wrap="square" rtlCol="0">
              <a:spAutoFit/>
            </a:bodyPr>
            <a:lstStyle/>
            <a:p>
              <a:r>
                <a:rPr lang="es-ES" sz="1400" err="1">
                  <a:solidFill>
                    <a:srgbClr val="000000"/>
                  </a:solidFill>
                </a:rPr>
                <a:t>Out</a:t>
              </a:r>
              <a:r>
                <a:rPr lang="es-ES" sz="1400">
                  <a:solidFill>
                    <a:srgbClr val="000000"/>
                  </a:solidFill>
                </a:rPr>
                <a:t> 6</a:t>
              </a:r>
            </a:p>
          </p:txBody>
        </p:sp>
        <p:cxnSp>
          <p:nvCxnSpPr>
            <p:cNvPr id="66" name="Straight Arrow Connector 65">
              <a:extLst>
                <a:ext uri="{FF2B5EF4-FFF2-40B4-BE49-F238E27FC236}">
                  <a16:creationId xmlns:a16="http://schemas.microsoft.com/office/drawing/2014/main" id="{1E748029-F960-6D4E-C1E5-B489CB3B5C47}"/>
                </a:ext>
              </a:extLst>
            </p:cNvPr>
            <p:cNvCxnSpPr>
              <a:cxnSpLocks/>
            </p:cNvCxnSpPr>
            <p:nvPr/>
          </p:nvCxnSpPr>
          <p:spPr>
            <a:xfrm>
              <a:off x="3080429" y="2751379"/>
              <a:ext cx="902093" cy="0"/>
            </a:xfrm>
            <a:prstGeom prst="straightConnector1">
              <a:avLst/>
            </a:prstGeom>
            <a:noFill/>
            <a:ln w="19050" cap="flat" cmpd="sng" algn="ctr">
              <a:solidFill>
                <a:srgbClr val="156082"/>
              </a:solidFill>
              <a:prstDash val="solid"/>
              <a:miter lim="800000"/>
              <a:tailEnd type="triangle"/>
            </a:ln>
            <a:effectLst/>
          </p:spPr>
        </p:cxnSp>
        <p:cxnSp>
          <p:nvCxnSpPr>
            <p:cNvPr id="77" name="Straight Arrow Connector 76">
              <a:extLst>
                <a:ext uri="{FF2B5EF4-FFF2-40B4-BE49-F238E27FC236}">
                  <a16:creationId xmlns:a16="http://schemas.microsoft.com/office/drawing/2014/main" id="{EB5EB5E8-0F24-2881-79B6-D7316A7AD993}"/>
                </a:ext>
              </a:extLst>
            </p:cNvPr>
            <p:cNvCxnSpPr>
              <a:cxnSpLocks/>
            </p:cNvCxnSpPr>
            <p:nvPr/>
          </p:nvCxnSpPr>
          <p:spPr>
            <a:xfrm>
              <a:off x="1039635" y="3097257"/>
              <a:ext cx="705223" cy="0"/>
            </a:xfrm>
            <a:prstGeom prst="straightConnector1">
              <a:avLst/>
            </a:prstGeom>
            <a:noFill/>
            <a:ln w="19050" cap="flat" cmpd="sng" algn="ctr">
              <a:solidFill>
                <a:srgbClr val="156082"/>
              </a:solidFill>
              <a:prstDash val="solid"/>
              <a:miter lim="800000"/>
              <a:tailEnd type="triangle"/>
            </a:ln>
            <a:effectLst/>
          </p:spPr>
        </p:cxnSp>
        <mc:AlternateContent xmlns:mc="http://schemas.openxmlformats.org/markup-compatibility/2006">
          <mc:Choice xmlns:a14="http://schemas.microsoft.com/office/drawing/2010/main" Requires="a14">
            <p:sp>
              <p:nvSpPr>
                <p:cNvPr id="81" name="TextBox 80">
                  <a:extLst>
                    <a:ext uri="{FF2B5EF4-FFF2-40B4-BE49-F238E27FC236}">
                      <a16:creationId xmlns:a16="http://schemas.microsoft.com/office/drawing/2014/main" id="{1C79362F-398F-4EB6-2775-5EB57A50B065}"/>
                    </a:ext>
                  </a:extLst>
                </p:cNvPr>
                <p:cNvSpPr txBox="1"/>
                <p:nvPr/>
              </p:nvSpPr>
              <p:spPr>
                <a:xfrm>
                  <a:off x="348677" y="2653437"/>
                  <a:ext cx="1396181" cy="3931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𝑇𝑃</m:t>
                                </m:r>
                              </m:sub>
                            </m:sSub>
                            <m:r>
                              <a:rPr lang="en-US" i="1">
                                <a:latin typeface="Cambria Math" panose="02040503050406030204" pitchFamily="18" charset="0"/>
                              </a:rPr>
                              <m:t>𝐵𝑎𝑟</m:t>
                            </m:r>
                          </m:sub>
                        </m:sSub>
                      </m:oMath>
                    </m:oMathPara>
                  </a14:m>
                  <a:endParaRPr lang="en-US" dirty="0"/>
                </a:p>
              </p:txBody>
            </p:sp>
          </mc:Choice>
          <mc:Fallback>
            <p:sp>
              <p:nvSpPr>
                <p:cNvPr id="81" name="TextBox 80">
                  <a:extLst>
                    <a:ext uri="{FF2B5EF4-FFF2-40B4-BE49-F238E27FC236}">
                      <a16:creationId xmlns:a16="http://schemas.microsoft.com/office/drawing/2014/main" id="{1C79362F-398F-4EB6-2775-5EB57A50B065}"/>
                    </a:ext>
                  </a:extLst>
                </p:cNvPr>
                <p:cNvSpPr txBox="1">
                  <a:spLocks noRot="1" noChangeAspect="1" noMove="1" noResize="1" noEditPoints="1" noAdjustHandles="1" noChangeArrowheads="1" noChangeShapeType="1" noTextEdit="1"/>
                </p:cNvSpPr>
                <p:nvPr/>
              </p:nvSpPr>
              <p:spPr>
                <a:xfrm>
                  <a:off x="348677" y="2653437"/>
                  <a:ext cx="1396181" cy="393121"/>
                </a:xfrm>
                <a:prstGeom prst="rect">
                  <a:avLst/>
                </a:prstGeom>
                <a:blipFill>
                  <a:blip r:embed="rId7"/>
                  <a:stretch>
                    <a:fillRect b="-1563"/>
                  </a:stretch>
                </a:blipFill>
              </p:spPr>
              <p:txBody>
                <a:bodyPr/>
                <a:lstStyle/>
                <a:p>
                  <a:r>
                    <a:rPr lang="en-US">
                      <a:noFill/>
                    </a:rPr>
                    <a:t> </a:t>
                  </a:r>
                </a:p>
              </p:txBody>
            </p:sp>
          </mc:Fallback>
        </mc:AlternateContent>
      </p:grpSp>
      <p:cxnSp>
        <p:nvCxnSpPr>
          <p:cNvPr id="84" name="Straight Connector 83">
            <a:extLst>
              <a:ext uri="{FF2B5EF4-FFF2-40B4-BE49-F238E27FC236}">
                <a16:creationId xmlns:a16="http://schemas.microsoft.com/office/drawing/2014/main" id="{B1CB9AE2-BCC4-477F-BACC-D6B58FE8A118}"/>
              </a:ext>
            </a:extLst>
          </p:cNvPr>
          <p:cNvCxnSpPr>
            <a:cxnSpLocks/>
          </p:cNvCxnSpPr>
          <p:nvPr/>
        </p:nvCxnSpPr>
        <p:spPr>
          <a:xfrm flipH="1">
            <a:off x="584148" y="3736028"/>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15738BEA-43CD-105A-5A08-1262B2286F6A}"/>
              </a:ext>
            </a:extLst>
          </p:cNvPr>
          <p:cNvSpPr/>
          <p:nvPr/>
        </p:nvSpPr>
        <p:spPr>
          <a:xfrm>
            <a:off x="147484" y="4513006"/>
            <a:ext cx="617751" cy="22614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902CF2F-C6A3-2368-DDB8-4C839A9A18F8}"/>
              </a:ext>
            </a:extLst>
          </p:cNvPr>
          <p:cNvCxnSpPr>
            <a:cxnSpLocks/>
          </p:cNvCxnSpPr>
          <p:nvPr/>
        </p:nvCxnSpPr>
        <p:spPr>
          <a:xfrm flipH="1">
            <a:off x="619351" y="4998860"/>
            <a:ext cx="11082696" cy="0"/>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064315EC-E768-CD1B-211D-8F7D348B22A2}"/>
              </a:ext>
            </a:extLst>
          </p:cNvPr>
          <p:cNvCxnSpPr>
            <a:cxnSpLocks/>
          </p:cNvCxnSpPr>
          <p:nvPr/>
        </p:nvCxnSpPr>
        <p:spPr>
          <a:xfrm>
            <a:off x="1020406" y="4536759"/>
            <a:ext cx="705223" cy="0"/>
          </a:xfrm>
          <a:prstGeom prst="straightConnector1">
            <a:avLst/>
          </a:prstGeom>
          <a:noFill/>
          <a:ln w="19050" cap="flat" cmpd="sng" algn="ctr">
            <a:solidFill>
              <a:srgbClr val="156082"/>
            </a:solidFill>
            <a:prstDash val="solid"/>
            <a:miter lim="800000"/>
            <a:tailEnd type="triangle"/>
          </a:ln>
          <a:effectLst/>
        </p:spPr>
      </p:cxnSp>
      <p:cxnSp>
        <p:nvCxnSpPr>
          <p:cNvPr id="107" name="Straight Arrow Connector 106">
            <a:extLst>
              <a:ext uri="{FF2B5EF4-FFF2-40B4-BE49-F238E27FC236}">
                <a16:creationId xmlns:a16="http://schemas.microsoft.com/office/drawing/2014/main" id="{664488D7-CCDF-97FC-7240-85433EF6C5BA}"/>
              </a:ext>
            </a:extLst>
          </p:cNvPr>
          <p:cNvCxnSpPr>
            <a:cxnSpLocks/>
          </p:cNvCxnSpPr>
          <p:nvPr/>
        </p:nvCxnSpPr>
        <p:spPr>
          <a:xfrm>
            <a:off x="1020405" y="5834652"/>
            <a:ext cx="705223" cy="0"/>
          </a:xfrm>
          <a:prstGeom prst="straightConnector1">
            <a:avLst/>
          </a:prstGeom>
          <a:noFill/>
          <a:ln w="19050" cap="flat" cmpd="sng" algn="ctr">
            <a:solidFill>
              <a:srgbClr val="156082"/>
            </a:solidFill>
            <a:prstDash val="solid"/>
            <a:miter lim="800000"/>
            <a:tailEnd type="triangle"/>
          </a:ln>
          <a:effectLst/>
        </p:spPr>
      </p:cxnSp>
      <mc:AlternateContent xmlns:mc="http://schemas.openxmlformats.org/markup-compatibility/2006">
        <mc:Choice xmlns:a14="http://schemas.microsoft.com/office/drawing/2010/main" Requires="a14">
          <p:sp>
            <p:nvSpPr>
              <p:cNvPr id="108" name="TextBox 107">
                <a:extLst>
                  <a:ext uri="{FF2B5EF4-FFF2-40B4-BE49-F238E27FC236}">
                    <a16:creationId xmlns:a16="http://schemas.microsoft.com/office/drawing/2014/main" id="{D8A59551-BC15-F619-D8A1-743E27B2D98B}"/>
                  </a:ext>
                </a:extLst>
              </p:cNvPr>
              <p:cNvSpPr txBox="1"/>
              <p:nvPr/>
            </p:nvSpPr>
            <p:spPr>
              <a:xfrm>
                <a:off x="5220545" y="4316806"/>
                <a:ext cx="6097772" cy="6090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𝑜𝑢</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0">
                                        <a:latin typeface="Cambria Math" panose="02040503050406030204" pitchFamily="18" charset="0"/>
                                      </a:rPr>
                                      <m:t>3</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22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𝑗</m:t>
                                </m:r>
                              </m:num>
                              <m:den>
                                <m:r>
                                  <a:rPr lang="en-US" i="0">
                                    <a:latin typeface="Cambria Math" panose="02040503050406030204" pitchFamily="18" charset="0"/>
                                  </a:rPr>
                                  <m:t>8</m:t>
                                </m:r>
                              </m:den>
                            </m:f>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𝐷</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𝐵𝑀</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+1</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0">
                                        <a:latin typeface="Cambria Math" panose="02040503050406030204" pitchFamily="18" charset="0"/>
                                      </a:rPr>
                                      <m:t>3∧7</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e>
                            </m:d>
                          </m:e>
                        </m:mr>
                      </m:m>
                    </m:oMath>
                  </m:oMathPara>
                </a14:m>
                <a:endParaRPr lang="en-US" dirty="0"/>
              </a:p>
            </p:txBody>
          </p:sp>
        </mc:Choice>
        <mc:Fallback>
          <p:sp>
            <p:nvSpPr>
              <p:cNvPr id="108" name="TextBox 107">
                <a:extLst>
                  <a:ext uri="{FF2B5EF4-FFF2-40B4-BE49-F238E27FC236}">
                    <a16:creationId xmlns:a16="http://schemas.microsoft.com/office/drawing/2014/main" id="{D8A59551-BC15-F619-D8A1-743E27B2D98B}"/>
                  </a:ext>
                </a:extLst>
              </p:cNvPr>
              <p:cNvSpPr txBox="1">
                <a:spLocks noRot="1" noChangeAspect="1" noMove="1" noResize="1" noEditPoints="1" noAdjustHandles="1" noChangeArrowheads="1" noChangeShapeType="1" noTextEdit="1"/>
              </p:cNvSpPr>
              <p:nvPr/>
            </p:nvSpPr>
            <p:spPr>
              <a:xfrm>
                <a:off x="5220545" y="4316806"/>
                <a:ext cx="6097772" cy="609013"/>
              </a:xfrm>
              <a:prstGeom prst="rect">
                <a:avLst/>
              </a:prstGeom>
              <a:blipFill>
                <a:blip r:embed="rId8"/>
                <a:stretch>
                  <a:fillRect r="-789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9" name="TextBox 108">
                <a:extLst>
                  <a:ext uri="{FF2B5EF4-FFF2-40B4-BE49-F238E27FC236}">
                    <a16:creationId xmlns:a16="http://schemas.microsoft.com/office/drawing/2014/main" id="{45494434-B714-C5C8-1985-4D259FEEEA96}"/>
                  </a:ext>
                </a:extLst>
              </p:cNvPr>
              <p:cNvSpPr txBox="1"/>
              <p:nvPr/>
            </p:nvSpPr>
            <p:spPr>
              <a:xfrm>
                <a:off x="5081605" y="3706995"/>
                <a:ext cx="6097772" cy="6481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𝑜𝑢</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0">
                                        <a:latin typeface="Cambria Math" panose="02040503050406030204" pitchFamily="18" charset="0"/>
                                      </a:rPr>
                                      <m:t>7</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s-MX" b="0" i="0" smtClean="0">
                                    <a:latin typeface="Cambria Math" panose="02040503050406030204" pitchFamily="18" charset="0"/>
                                  </a:rPr>
                                  <m:t>1</m:t>
                                </m:r>
                                <m:r>
                                  <a:rPr lang="en-US" i="0">
                                    <a:latin typeface="Cambria Math" panose="02040503050406030204" pitchFamily="18" charset="0"/>
                                  </a:rPr>
                                  <m:t>2</m:t>
                                </m:r>
                              </m:sub>
                            </m:sSub>
                            <m:r>
                              <a:rPr lang="en-US" i="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0">
                                        <a:latin typeface="Cambria Math" panose="02040503050406030204" pitchFamily="18" charset="0"/>
                                      </a:rPr>
                                      <m:t>2</m:t>
                                    </m:r>
                                  </m:sup>
                                </m:sSup>
                              </m:num>
                              <m:den>
                                <m:r>
                                  <a:rPr lang="en-US" i="0">
                                    <a:latin typeface="Cambria Math" panose="02040503050406030204" pitchFamily="18" charset="0"/>
                                  </a:rPr>
                                  <m:t>8</m:t>
                                </m:r>
                              </m:den>
                            </m:f>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𝐷</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𝐵𝑀</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+1</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0">
                                        <a:latin typeface="Cambria Math" panose="02040503050406030204" pitchFamily="18" charset="0"/>
                                      </a:rPr>
                                      <m:t>3∧7</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r>
                                  <a:rPr lang="en-US" i="0">
                                    <a:latin typeface="Cambria Math" panose="02040503050406030204" pitchFamily="18" charset="0"/>
                                  </a:rPr>
                                  <m:t>+1</m:t>
                                </m:r>
                              </m:e>
                            </m:d>
                          </m:e>
                        </m:mr>
                      </m:m>
                    </m:oMath>
                  </m:oMathPara>
                </a14:m>
                <a:endParaRPr lang="en-US" dirty="0"/>
              </a:p>
            </p:txBody>
          </p:sp>
        </mc:Choice>
        <mc:Fallback>
          <p:sp>
            <p:nvSpPr>
              <p:cNvPr id="109" name="TextBox 108">
                <a:extLst>
                  <a:ext uri="{FF2B5EF4-FFF2-40B4-BE49-F238E27FC236}">
                    <a16:creationId xmlns:a16="http://schemas.microsoft.com/office/drawing/2014/main" id="{45494434-B714-C5C8-1985-4D259FEEEA96}"/>
                  </a:ext>
                </a:extLst>
              </p:cNvPr>
              <p:cNvSpPr txBox="1">
                <a:spLocks noRot="1" noChangeAspect="1" noMove="1" noResize="1" noEditPoints="1" noAdjustHandles="1" noChangeArrowheads="1" noChangeShapeType="1" noTextEdit="1"/>
              </p:cNvSpPr>
              <p:nvPr/>
            </p:nvSpPr>
            <p:spPr>
              <a:xfrm>
                <a:off x="5081605" y="3706995"/>
                <a:ext cx="6097772" cy="648126"/>
              </a:xfrm>
              <a:prstGeom prst="rect">
                <a:avLst/>
              </a:prstGeom>
              <a:blipFill>
                <a:blip r:embed="rId9"/>
                <a:stretch>
                  <a:fillRect r="-11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 name="TextBox 109">
                <a:extLst>
                  <a:ext uri="{FF2B5EF4-FFF2-40B4-BE49-F238E27FC236}">
                    <a16:creationId xmlns:a16="http://schemas.microsoft.com/office/drawing/2014/main" id="{4FE1F888-8E8A-DAA4-534C-D39774D172DC}"/>
                  </a:ext>
                </a:extLst>
              </p:cNvPr>
              <p:cNvSpPr txBox="1"/>
              <p:nvPr/>
            </p:nvSpPr>
            <p:spPr>
              <a:xfrm>
                <a:off x="5229089" y="5634675"/>
                <a:ext cx="6097772" cy="612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𝑜𝑢</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0">
                                        <a:latin typeface="Cambria Math" panose="02040503050406030204" pitchFamily="18" charset="0"/>
                                      </a:rPr>
                                      <m:t>1</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0">
                                    <a:latin typeface="Cambria Math" panose="02040503050406030204" pitchFamily="18" charset="0"/>
                                  </a:rPr>
                                  <m:t>22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8</m:t>
                                </m:r>
                              </m:den>
                            </m:f>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𝐷</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𝐵𝑀</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0">
                                        <a:latin typeface="Cambria Math" panose="02040503050406030204" pitchFamily="18" charset="0"/>
                                      </a:rPr>
                                      <m:t>1∧5</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e>
                            </m:d>
                          </m:e>
                        </m:mr>
                      </m:m>
                    </m:oMath>
                  </m:oMathPara>
                </a14:m>
                <a:endParaRPr lang="en-US" dirty="0"/>
              </a:p>
            </p:txBody>
          </p:sp>
        </mc:Choice>
        <mc:Fallback>
          <p:sp>
            <p:nvSpPr>
              <p:cNvPr id="110" name="TextBox 109">
                <a:extLst>
                  <a:ext uri="{FF2B5EF4-FFF2-40B4-BE49-F238E27FC236}">
                    <a16:creationId xmlns:a16="http://schemas.microsoft.com/office/drawing/2014/main" id="{4FE1F888-8E8A-DAA4-534C-D39774D172DC}"/>
                  </a:ext>
                </a:extLst>
              </p:cNvPr>
              <p:cNvSpPr txBox="1">
                <a:spLocks noRot="1" noChangeAspect="1" noMove="1" noResize="1" noEditPoints="1" noAdjustHandles="1" noChangeArrowheads="1" noChangeShapeType="1" noTextEdit="1"/>
              </p:cNvSpPr>
              <p:nvPr/>
            </p:nvSpPr>
            <p:spPr>
              <a:xfrm>
                <a:off x="5229089" y="5634675"/>
                <a:ext cx="6097772" cy="612732"/>
              </a:xfrm>
              <a:prstGeom prst="rect">
                <a:avLst/>
              </a:prstGeom>
              <a:blipFill>
                <a:blip r:embed="rId10"/>
                <a:stretch>
                  <a:fillRect r="-56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1" name="TextBox 110">
                <a:extLst>
                  <a:ext uri="{FF2B5EF4-FFF2-40B4-BE49-F238E27FC236}">
                    <a16:creationId xmlns:a16="http://schemas.microsoft.com/office/drawing/2014/main" id="{74ECE694-B4DD-989C-9126-53AAB4CEAA54}"/>
                  </a:ext>
                </a:extLst>
              </p:cNvPr>
              <p:cNvSpPr txBox="1"/>
              <p:nvPr/>
            </p:nvSpPr>
            <p:spPr>
              <a:xfrm>
                <a:off x="5081605" y="5013959"/>
                <a:ext cx="6097772" cy="6090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𝑜𝑢</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0">
                                        <a:latin typeface="Cambria Math" panose="02040503050406030204" pitchFamily="18" charset="0"/>
                                      </a:rPr>
                                      <m:t>5</m:t>
                                    </m:r>
                                  </m:sub>
                                </m:sSub>
                                <m:r>
                                  <a:rPr lang="en-US" i="1">
                                    <a:latin typeface="Cambria Math" panose="02040503050406030204" pitchFamily="18" charset="0"/>
                                  </a:rPr>
                                  <m:t>𝐶𝑟𝑜𝑠𝑠</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𝐵𝑎𝑟</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s-MX" b="0" i="0" smtClean="0">
                                    <a:latin typeface="Cambria Math" panose="02040503050406030204" pitchFamily="18" charset="0"/>
                                  </a:rPr>
                                  <m:t>1</m:t>
                                </m:r>
                                <m:r>
                                  <a:rPr lang="en-US" i="0">
                                    <a:latin typeface="Cambria Math" panose="02040503050406030204" pitchFamily="18" charset="0"/>
                                  </a:rPr>
                                  <m:t>2</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𝑗</m:t>
                                </m:r>
                              </m:num>
                              <m:den>
                                <m:r>
                                  <a:rPr lang="en-US" i="0">
                                    <a:latin typeface="Cambria Math" panose="02040503050406030204" pitchFamily="18" charset="0"/>
                                  </a:rPr>
                                  <m:t>8</m:t>
                                </m:r>
                              </m:den>
                            </m:f>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𝐷</m:t>
                                </m:r>
                              </m:e>
                            </m:d>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𝐵𝑀</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0">
                                        <a:latin typeface="Cambria Math" panose="02040503050406030204" pitchFamily="18" charset="0"/>
                                      </a:rPr>
                                      <m:t>1∧5</m:t>
                                    </m:r>
                                  </m:sub>
                                </m:sSub>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r>
                                  <a:rPr lang="en-US" i="0">
                                    <a:latin typeface="Cambria Math" panose="02040503050406030204" pitchFamily="18" charset="0"/>
                                  </a:rPr>
                                  <m:t>+1</m:t>
                                </m:r>
                              </m:e>
                            </m:d>
                          </m:e>
                        </m:mr>
                      </m:m>
                    </m:oMath>
                  </m:oMathPara>
                </a14:m>
                <a:endParaRPr lang="en-US" dirty="0"/>
              </a:p>
            </p:txBody>
          </p:sp>
        </mc:Choice>
        <mc:Fallback>
          <p:sp>
            <p:nvSpPr>
              <p:cNvPr id="111" name="TextBox 110">
                <a:extLst>
                  <a:ext uri="{FF2B5EF4-FFF2-40B4-BE49-F238E27FC236}">
                    <a16:creationId xmlns:a16="http://schemas.microsoft.com/office/drawing/2014/main" id="{74ECE694-B4DD-989C-9126-53AAB4CEAA54}"/>
                  </a:ext>
                </a:extLst>
              </p:cNvPr>
              <p:cNvSpPr txBox="1">
                <a:spLocks noRot="1" noChangeAspect="1" noMove="1" noResize="1" noEditPoints="1" noAdjustHandles="1" noChangeArrowheads="1" noChangeShapeType="1" noTextEdit="1"/>
              </p:cNvSpPr>
              <p:nvPr/>
            </p:nvSpPr>
            <p:spPr>
              <a:xfrm>
                <a:off x="5081605" y="5013959"/>
                <a:ext cx="6097772" cy="609013"/>
              </a:xfrm>
              <a:prstGeom prst="rect">
                <a:avLst/>
              </a:prstGeom>
              <a:blipFill>
                <a:blip r:embed="rId11"/>
                <a:stretch>
                  <a:fillRect r="-78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3" name="TextBox 112">
                <a:extLst>
                  <a:ext uri="{FF2B5EF4-FFF2-40B4-BE49-F238E27FC236}">
                    <a16:creationId xmlns:a16="http://schemas.microsoft.com/office/drawing/2014/main" id="{79A16A96-D099-A96B-E13C-CD3146BF9C20}"/>
                  </a:ext>
                </a:extLst>
              </p:cNvPr>
              <p:cNvSpPr txBox="1"/>
              <p:nvPr/>
            </p:nvSpPr>
            <p:spPr>
              <a:xfrm>
                <a:off x="344804" y="4070439"/>
                <a:ext cx="1366684" cy="3931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𝐶𝑟𝑜𝑠𝑠</m:t>
                          </m:r>
                        </m:sub>
                      </m:sSub>
                    </m:oMath>
                  </m:oMathPara>
                </a14:m>
                <a:endParaRPr lang="en-US" dirty="0"/>
              </a:p>
            </p:txBody>
          </p:sp>
        </mc:Choice>
        <mc:Fallback>
          <p:sp>
            <p:nvSpPr>
              <p:cNvPr id="113" name="TextBox 112">
                <a:extLst>
                  <a:ext uri="{FF2B5EF4-FFF2-40B4-BE49-F238E27FC236}">
                    <a16:creationId xmlns:a16="http://schemas.microsoft.com/office/drawing/2014/main" id="{79A16A96-D099-A96B-E13C-CD3146BF9C20}"/>
                  </a:ext>
                </a:extLst>
              </p:cNvPr>
              <p:cNvSpPr txBox="1">
                <a:spLocks noRot="1" noChangeAspect="1" noMove="1" noResize="1" noEditPoints="1" noAdjustHandles="1" noChangeArrowheads="1" noChangeShapeType="1" noTextEdit="1"/>
              </p:cNvSpPr>
              <p:nvPr/>
            </p:nvSpPr>
            <p:spPr>
              <a:xfrm>
                <a:off x="344804" y="4070439"/>
                <a:ext cx="1366684" cy="393121"/>
              </a:xfrm>
              <a:prstGeom prst="rect">
                <a:avLst/>
              </a:prstGeom>
              <a:blipFill>
                <a:blip r:embed="rId12"/>
                <a:stretch>
                  <a:fillRect b="-156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5" name="TextBox 114">
                <a:extLst>
                  <a:ext uri="{FF2B5EF4-FFF2-40B4-BE49-F238E27FC236}">
                    <a16:creationId xmlns:a16="http://schemas.microsoft.com/office/drawing/2014/main" id="{0B047C40-3187-F4EB-406B-F52C393D8087}"/>
                  </a:ext>
                </a:extLst>
              </p:cNvPr>
              <p:cNvSpPr txBox="1"/>
              <p:nvPr/>
            </p:nvSpPr>
            <p:spPr>
              <a:xfrm>
                <a:off x="267259" y="5352578"/>
                <a:ext cx="1396181" cy="3931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𝑀𝑍</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𝐵𝑀</m:t>
                              </m:r>
                            </m:sub>
                          </m:sSub>
                          <m:r>
                            <a:rPr lang="en-US" i="1">
                              <a:latin typeface="Cambria Math" panose="02040503050406030204" pitchFamily="18" charset="0"/>
                            </a:rPr>
                            <m:t>𝐵𝑎𝑟</m:t>
                          </m:r>
                        </m:sub>
                      </m:sSub>
                    </m:oMath>
                  </m:oMathPara>
                </a14:m>
                <a:endParaRPr lang="en-US" dirty="0"/>
              </a:p>
            </p:txBody>
          </p:sp>
        </mc:Choice>
        <mc:Fallback>
          <p:sp>
            <p:nvSpPr>
              <p:cNvPr id="115" name="TextBox 114">
                <a:extLst>
                  <a:ext uri="{FF2B5EF4-FFF2-40B4-BE49-F238E27FC236}">
                    <a16:creationId xmlns:a16="http://schemas.microsoft.com/office/drawing/2014/main" id="{0B047C40-3187-F4EB-406B-F52C393D8087}"/>
                  </a:ext>
                </a:extLst>
              </p:cNvPr>
              <p:cNvSpPr txBox="1">
                <a:spLocks noRot="1" noChangeAspect="1" noMove="1" noResize="1" noEditPoints="1" noAdjustHandles="1" noChangeArrowheads="1" noChangeShapeType="1" noTextEdit="1"/>
              </p:cNvSpPr>
              <p:nvPr/>
            </p:nvSpPr>
            <p:spPr>
              <a:xfrm>
                <a:off x="267259" y="5352578"/>
                <a:ext cx="1396181" cy="393121"/>
              </a:xfrm>
              <a:prstGeom prst="rect">
                <a:avLst/>
              </a:prstGeom>
              <a:blipFill>
                <a:blip r:embed="rId13"/>
                <a:stretch>
                  <a:fillRect b="-1538"/>
                </a:stretch>
              </a:blipFill>
            </p:spPr>
            <p:txBody>
              <a:bodyPr/>
              <a:lstStyle/>
              <a:p>
                <a:r>
                  <a:rPr lang="en-US">
                    <a:noFill/>
                  </a:rPr>
                  <a:t> </a:t>
                </a:r>
              </a:p>
            </p:txBody>
          </p:sp>
        </mc:Fallback>
      </mc:AlternateContent>
      <p:sp>
        <p:nvSpPr>
          <p:cNvPr id="116" name="Rectangle: Rounded Corners 115">
            <a:extLst>
              <a:ext uri="{FF2B5EF4-FFF2-40B4-BE49-F238E27FC236}">
                <a16:creationId xmlns:a16="http://schemas.microsoft.com/office/drawing/2014/main" id="{251D0BDD-80B3-F1F1-EC17-2C4ED60345D1}"/>
              </a:ext>
            </a:extLst>
          </p:cNvPr>
          <p:cNvSpPr/>
          <p:nvPr/>
        </p:nvSpPr>
        <p:spPr>
          <a:xfrm>
            <a:off x="147484" y="1106291"/>
            <a:ext cx="1941704" cy="307777"/>
          </a:xfrm>
          <a:prstGeom prst="roundRect">
            <a:avLst>
              <a:gd name="adj" fmla="val 11072"/>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Stage 3</a:t>
            </a:r>
            <a:endParaRPr lang="es-CO">
              <a:solidFill>
                <a:schemeClr val="tx1"/>
              </a:solidFill>
            </a:endParaRPr>
          </a:p>
        </p:txBody>
      </p:sp>
    </p:spTree>
    <p:extLst>
      <p:ext uri="{BB962C8B-B14F-4D97-AF65-F5344CB8AC3E}">
        <p14:creationId xmlns:p14="http://schemas.microsoft.com/office/powerpoint/2010/main" val="3799827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5C6CB-2D52-5EC4-C9E7-D3C0068FBC3B}"/>
            </a:ext>
          </a:extLst>
        </p:cNvPr>
        <p:cNvGrpSpPr/>
        <p:nvPr/>
      </p:nvGrpSpPr>
      <p:grpSpPr>
        <a:xfrm>
          <a:off x="0" y="0"/>
          <a:ext cx="0" cy="0"/>
          <a:chOff x="0" y="0"/>
          <a:chExt cx="0" cy="0"/>
        </a:xfrm>
      </p:grpSpPr>
      <p:pic>
        <p:nvPicPr>
          <p:cNvPr id="78" name="Picture 77">
            <a:extLst>
              <a:ext uri="{FF2B5EF4-FFF2-40B4-BE49-F238E27FC236}">
                <a16:creationId xmlns:a16="http://schemas.microsoft.com/office/drawing/2014/main" id="{3EEB4435-2004-821D-BDEF-7338AF62A8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0364" y="806978"/>
            <a:ext cx="4042800" cy="2657577"/>
          </a:xfrm>
          <a:prstGeom prst="rect">
            <a:avLst/>
          </a:prstGeom>
        </p:spPr>
      </p:pic>
      <p:pic>
        <p:nvPicPr>
          <p:cNvPr id="81" name="Picture 80">
            <a:extLst>
              <a:ext uri="{FF2B5EF4-FFF2-40B4-BE49-F238E27FC236}">
                <a16:creationId xmlns:a16="http://schemas.microsoft.com/office/drawing/2014/main" id="{CAB527BF-F8F1-0A17-B94D-F031F8CE44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2391" y="806978"/>
            <a:ext cx="4042800" cy="2657577"/>
          </a:xfrm>
          <a:prstGeom prst="rect">
            <a:avLst/>
          </a:prstGeom>
        </p:spPr>
      </p:pic>
      <p:pic>
        <p:nvPicPr>
          <p:cNvPr id="84" name="Picture 83">
            <a:extLst>
              <a:ext uri="{FF2B5EF4-FFF2-40B4-BE49-F238E27FC236}">
                <a16:creationId xmlns:a16="http://schemas.microsoft.com/office/drawing/2014/main" id="{1B5EB1FA-D990-F0E3-9345-70CB96F1A1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807498"/>
            <a:ext cx="4041215" cy="2656536"/>
          </a:xfrm>
          <a:prstGeom prst="rect">
            <a:avLst/>
          </a:prstGeom>
        </p:spPr>
      </p:pic>
      <p:cxnSp>
        <p:nvCxnSpPr>
          <p:cNvPr id="111" name="Straight Connector 110">
            <a:extLst>
              <a:ext uri="{FF2B5EF4-FFF2-40B4-BE49-F238E27FC236}">
                <a16:creationId xmlns:a16="http://schemas.microsoft.com/office/drawing/2014/main" id="{F5FBC856-D4DD-1420-F326-41DCD23F1BD2}"/>
              </a:ext>
            </a:extLst>
          </p:cNvPr>
          <p:cNvCxnSpPr>
            <a:cxnSpLocks/>
          </p:cNvCxnSpPr>
          <p:nvPr/>
        </p:nvCxnSpPr>
        <p:spPr>
          <a:xfrm>
            <a:off x="4004351" y="835731"/>
            <a:ext cx="0" cy="5466746"/>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2032F668-8D4B-FBA7-7BA4-2C141DDC29FB}"/>
              </a:ext>
            </a:extLst>
          </p:cNvPr>
          <p:cNvSpPr>
            <a:spLocks noGrp="1"/>
          </p:cNvSpPr>
          <p:nvPr>
            <p:ph type="ftr" sz="quarter" idx="10"/>
          </p:nvPr>
        </p:nvSpPr>
        <p:spPr/>
        <p:txBody>
          <a:bodyPr/>
          <a:lstStyle/>
          <a:p>
            <a:r>
              <a:rPr lang="en-US"/>
              <a:t>Pie de página</a:t>
            </a:r>
          </a:p>
        </p:txBody>
      </p:sp>
      <p:sp>
        <p:nvSpPr>
          <p:cNvPr id="4" name="Slide Number Placeholder 3">
            <a:extLst>
              <a:ext uri="{FF2B5EF4-FFF2-40B4-BE49-F238E27FC236}">
                <a16:creationId xmlns:a16="http://schemas.microsoft.com/office/drawing/2014/main" id="{7529D3A6-A828-7FCA-EE78-B4AE0A61DE96}"/>
              </a:ext>
            </a:extLst>
          </p:cNvPr>
          <p:cNvSpPr>
            <a:spLocks noGrp="1"/>
          </p:cNvSpPr>
          <p:nvPr>
            <p:ph type="sldNum" sz="quarter" idx="11"/>
          </p:nvPr>
        </p:nvSpPr>
        <p:spPr/>
        <p:txBody>
          <a:bodyPr/>
          <a:lstStyle/>
          <a:p>
            <a:fld id="{D637F8FC-4B86-4690-8888-22AB2F781BEF}" type="slidenum">
              <a:rPr lang="en-US" smtClean="0"/>
              <a:pPr/>
              <a:t>15</a:t>
            </a:fld>
            <a:endParaRPr lang="en-US"/>
          </a:p>
        </p:txBody>
      </p:sp>
      <p:sp>
        <p:nvSpPr>
          <p:cNvPr id="8" name="Title 7">
            <a:extLst>
              <a:ext uri="{FF2B5EF4-FFF2-40B4-BE49-F238E27FC236}">
                <a16:creationId xmlns:a16="http://schemas.microsoft.com/office/drawing/2014/main" id="{BEE3A155-CC0D-4E32-2DD7-A209FAAB9E93}"/>
              </a:ext>
            </a:extLst>
          </p:cNvPr>
          <p:cNvSpPr>
            <a:spLocks noGrp="1"/>
          </p:cNvSpPr>
          <p:nvPr>
            <p:ph type="title"/>
          </p:nvPr>
        </p:nvSpPr>
        <p:spPr>
          <a:xfrm>
            <a:off x="721599" y="388575"/>
            <a:ext cx="10544383" cy="599007"/>
          </a:xfrm>
        </p:spPr>
        <p:txBody>
          <a:bodyPr/>
          <a:lstStyle/>
          <a:p>
            <a:r>
              <a:rPr lang="en-US"/>
              <a:t>Spectral Window Formation via Phase Shifting</a:t>
            </a:r>
          </a:p>
        </p:txBody>
      </p:sp>
      <p:sp>
        <p:nvSpPr>
          <p:cNvPr id="7" name="Date Placeholder 6">
            <a:extLst>
              <a:ext uri="{FF2B5EF4-FFF2-40B4-BE49-F238E27FC236}">
                <a16:creationId xmlns:a16="http://schemas.microsoft.com/office/drawing/2014/main" id="{74FAA912-C6E4-1F35-9A46-F866A0CF00A9}"/>
              </a:ext>
            </a:extLst>
          </p:cNvPr>
          <p:cNvSpPr>
            <a:spLocks noGrp="1"/>
          </p:cNvSpPr>
          <p:nvPr>
            <p:ph type="dt" sz="half" idx="2"/>
          </p:nvPr>
        </p:nvSpPr>
        <p:spPr/>
        <p:txBody>
          <a:bodyPr/>
          <a:lstStyle/>
          <a:p>
            <a:fld id="{39E18374-368A-4A3E-9C13-EFB00A3C21AB}" type="datetime1">
              <a:rPr lang="es-ES" smtClean="0"/>
              <a:t>06/05/2026</a:t>
            </a:fld>
            <a:endParaRPr lang="es-ES"/>
          </a:p>
        </p:txBody>
      </p:sp>
      <p:cxnSp>
        <p:nvCxnSpPr>
          <p:cNvPr id="106" name="Straight Arrow Connector 105">
            <a:extLst>
              <a:ext uri="{FF2B5EF4-FFF2-40B4-BE49-F238E27FC236}">
                <a16:creationId xmlns:a16="http://schemas.microsoft.com/office/drawing/2014/main" id="{B9213584-7E2B-5938-7A26-D8E7A9743AA4}"/>
              </a:ext>
            </a:extLst>
          </p:cNvPr>
          <p:cNvCxnSpPr>
            <a:cxnSpLocks/>
            <a:endCxn id="102" idx="1"/>
          </p:cNvCxnSpPr>
          <p:nvPr/>
        </p:nvCxnSpPr>
        <p:spPr>
          <a:xfrm>
            <a:off x="1025509" y="5043578"/>
            <a:ext cx="705223" cy="0"/>
          </a:xfrm>
          <a:prstGeom prst="straightConnector1">
            <a:avLst/>
          </a:prstGeom>
          <a:noFill/>
          <a:ln w="19050" cap="flat" cmpd="sng" algn="ctr">
            <a:solidFill>
              <a:srgbClr val="156082"/>
            </a:solidFill>
            <a:prstDash val="solid"/>
            <a:miter lim="800000"/>
            <a:tailEnd type="triangle"/>
          </a:ln>
          <a:effectLst/>
        </p:spPr>
      </p:cxnSp>
      <p:grpSp>
        <p:nvGrpSpPr>
          <p:cNvPr id="5" name="Group 4">
            <a:extLst>
              <a:ext uri="{FF2B5EF4-FFF2-40B4-BE49-F238E27FC236}">
                <a16:creationId xmlns:a16="http://schemas.microsoft.com/office/drawing/2014/main" id="{1E45B301-B4A9-751D-8C29-D26415C122F7}"/>
              </a:ext>
            </a:extLst>
          </p:cNvPr>
          <p:cNvGrpSpPr/>
          <p:nvPr/>
        </p:nvGrpSpPr>
        <p:grpSpPr>
          <a:xfrm>
            <a:off x="1730732" y="4553281"/>
            <a:ext cx="1343676" cy="631598"/>
            <a:chOff x="2222345" y="4139233"/>
            <a:chExt cx="1343676" cy="631598"/>
          </a:xfrm>
        </p:grpSpPr>
        <p:sp>
          <p:nvSpPr>
            <p:cNvPr id="98" name="Rectangle: Rounded Corners 97">
              <a:extLst>
                <a:ext uri="{FF2B5EF4-FFF2-40B4-BE49-F238E27FC236}">
                  <a16:creationId xmlns:a16="http://schemas.microsoft.com/office/drawing/2014/main" id="{C655BBC9-B084-E151-2D39-95AE15D0FB97}"/>
                </a:ext>
              </a:extLst>
            </p:cNvPr>
            <p:cNvSpPr/>
            <p:nvPr/>
          </p:nvSpPr>
          <p:spPr>
            <a:xfrm>
              <a:off x="2279667" y="4139233"/>
              <a:ext cx="1229032" cy="631598"/>
            </a:xfrm>
            <a:prstGeom prst="roundRect">
              <a:avLst/>
            </a:prstGeom>
            <a:solidFill>
              <a:srgbClr val="F5C9EC"/>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99" name="Group 98">
              <a:extLst>
                <a:ext uri="{FF2B5EF4-FFF2-40B4-BE49-F238E27FC236}">
                  <a16:creationId xmlns:a16="http://schemas.microsoft.com/office/drawing/2014/main" id="{C0895C2B-9B11-2F72-0720-F53275869C8A}"/>
                </a:ext>
              </a:extLst>
            </p:cNvPr>
            <p:cNvGrpSpPr/>
            <p:nvPr/>
          </p:nvGrpSpPr>
          <p:grpSpPr>
            <a:xfrm>
              <a:off x="2222345" y="4247006"/>
              <a:ext cx="1343676" cy="416052"/>
              <a:chOff x="2023872" y="2779776"/>
              <a:chExt cx="1343676" cy="416052"/>
            </a:xfrm>
          </p:grpSpPr>
          <p:grpSp>
            <p:nvGrpSpPr>
              <p:cNvPr id="100" name="Group 99">
                <a:extLst>
                  <a:ext uri="{FF2B5EF4-FFF2-40B4-BE49-F238E27FC236}">
                    <a16:creationId xmlns:a16="http://schemas.microsoft.com/office/drawing/2014/main" id="{A1179B3A-8295-2C3C-DC12-1CD2670227F6}"/>
                  </a:ext>
                </a:extLst>
              </p:cNvPr>
              <p:cNvGrpSpPr/>
              <p:nvPr/>
            </p:nvGrpSpPr>
            <p:grpSpPr>
              <a:xfrm>
                <a:off x="2023872" y="2779776"/>
                <a:ext cx="1343676" cy="67056"/>
                <a:chOff x="2023872" y="2779776"/>
                <a:chExt cx="1343676" cy="67056"/>
              </a:xfrm>
            </p:grpSpPr>
            <p:sp>
              <p:nvSpPr>
                <p:cNvPr id="104" name="Rectangle 103">
                  <a:extLst>
                    <a:ext uri="{FF2B5EF4-FFF2-40B4-BE49-F238E27FC236}">
                      <a16:creationId xmlns:a16="http://schemas.microsoft.com/office/drawing/2014/main" id="{1C81815F-8E4C-FA42-AA2D-CEAD82509199}"/>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5" name="Rectangle 104">
                  <a:extLst>
                    <a:ext uri="{FF2B5EF4-FFF2-40B4-BE49-F238E27FC236}">
                      <a16:creationId xmlns:a16="http://schemas.microsoft.com/office/drawing/2014/main" id="{C927E06B-7935-ED91-4C00-12B7441A4E1C}"/>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01" name="Group 100">
                <a:extLst>
                  <a:ext uri="{FF2B5EF4-FFF2-40B4-BE49-F238E27FC236}">
                    <a16:creationId xmlns:a16="http://schemas.microsoft.com/office/drawing/2014/main" id="{DB6BEA90-C3B6-2CDE-1E37-62275FDAFB8F}"/>
                  </a:ext>
                </a:extLst>
              </p:cNvPr>
              <p:cNvGrpSpPr/>
              <p:nvPr/>
            </p:nvGrpSpPr>
            <p:grpSpPr>
              <a:xfrm>
                <a:off x="2023872" y="3128772"/>
                <a:ext cx="1343676" cy="67056"/>
                <a:chOff x="2023872" y="3128772"/>
                <a:chExt cx="1343676" cy="67056"/>
              </a:xfrm>
            </p:grpSpPr>
            <p:sp>
              <p:nvSpPr>
                <p:cNvPr id="102" name="Rectangle 101">
                  <a:extLst>
                    <a:ext uri="{FF2B5EF4-FFF2-40B4-BE49-F238E27FC236}">
                      <a16:creationId xmlns:a16="http://schemas.microsoft.com/office/drawing/2014/main" id="{279E202D-9152-AA49-B3F2-3C6F205DBF83}"/>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3" name="Rectangle 102">
                  <a:extLst>
                    <a:ext uri="{FF2B5EF4-FFF2-40B4-BE49-F238E27FC236}">
                      <a16:creationId xmlns:a16="http://schemas.microsoft.com/office/drawing/2014/main" id="{5AB226A1-726C-7D86-A702-D072912E664B}"/>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2" name="TextBox 1">
              <a:extLst>
                <a:ext uri="{FF2B5EF4-FFF2-40B4-BE49-F238E27FC236}">
                  <a16:creationId xmlns:a16="http://schemas.microsoft.com/office/drawing/2014/main" id="{E48DE0CC-2931-94E6-071B-CAFDFAD6AD51}"/>
                </a:ext>
              </a:extLst>
            </p:cNvPr>
            <p:cNvSpPr txBox="1"/>
            <p:nvPr/>
          </p:nvSpPr>
          <p:spPr>
            <a:xfrm>
              <a:off x="2379956" y="4270366"/>
              <a:ext cx="10284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ptos" panose="02110004020202020204"/>
                </a:rPr>
                <a:t>MZI_</a:t>
              </a:r>
              <a:r>
                <a:rPr kumimoji="0" lang="es-CO" sz="1800" b="0" i="0" u="none" strike="noStrike" kern="0" cap="none" spc="0" normalizeH="0" baseline="0" noProof="0">
                  <a:ln>
                    <a:noFill/>
                  </a:ln>
                  <a:solidFill>
                    <a:prstClr val="black"/>
                  </a:solidFill>
                  <a:effectLst/>
                  <a:uLnTx/>
                  <a:uFillTx/>
                  <a:latin typeface="Aptos" panose="02110004020202020204"/>
                </a:rPr>
                <a:t>In</a:t>
              </a:r>
              <a:endParaRPr kumimoji="0" lang="en-US" sz="1800" b="0" i="0" u="none" strike="noStrike" kern="0" cap="none" spc="0" normalizeH="0" baseline="0" noProof="0">
                <a:ln>
                  <a:noFill/>
                </a:ln>
                <a:solidFill>
                  <a:prstClr val="black"/>
                </a:solidFill>
                <a:effectLst/>
                <a:uLnTx/>
                <a:uFillTx/>
                <a:latin typeface="Aptos" panose="02110004020202020204"/>
              </a:endParaRPr>
            </a:p>
          </p:txBody>
        </p:sp>
      </p:grpSp>
      <p:grpSp>
        <p:nvGrpSpPr>
          <p:cNvPr id="86" name="Group 85">
            <a:extLst>
              <a:ext uri="{FF2B5EF4-FFF2-40B4-BE49-F238E27FC236}">
                <a16:creationId xmlns:a16="http://schemas.microsoft.com/office/drawing/2014/main" id="{C830CB45-F28B-FBF7-66FF-D67B571E74D3}"/>
              </a:ext>
            </a:extLst>
          </p:cNvPr>
          <p:cNvGrpSpPr/>
          <p:nvPr/>
        </p:nvGrpSpPr>
        <p:grpSpPr>
          <a:xfrm>
            <a:off x="9347264" y="3439152"/>
            <a:ext cx="1343676" cy="2859856"/>
            <a:chOff x="9347264" y="3331000"/>
            <a:chExt cx="1343676" cy="2859856"/>
          </a:xfrm>
        </p:grpSpPr>
        <p:grpSp>
          <p:nvGrpSpPr>
            <p:cNvPr id="6" name="Group 5">
              <a:extLst>
                <a:ext uri="{FF2B5EF4-FFF2-40B4-BE49-F238E27FC236}">
                  <a16:creationId xmlns:a16="http://schemas.microsoft.com/office/drawing/2014/main" id="{98B794B8-84C2-190E-FA3F-0A3BCA57B29C}"/>
                </a:ext>
              </a:extLst>
            </p:cNvPr>
            <p:cNvGrpSpPr/>
            <p:nvPr/>
          </p:nvGrpSpPr>
          <p:grpSpPr>
            <a:xfrm>
              <a:off x="9347264" y="5559258"/>
              <a:ext cx="1343676" cy="631598"/>
              <a:chOff x="2222345" y="4139233"/>
              <a:chExt cx="1343676" cy="631598"/>
            </a:xfrm>
          </p:grpSpPr>
          <p:sp>
            <p:nvSpPr>
              <p:cNvPr id="9" name="Rectangle: Rounded Corners 8">
                <a:extLst>
                  <a:ext uri="{FF2B5EF4-FFF2-40B4-BE49-F238E27FC236}">
                    <a16:creationId xmlns:a16="http://schemas.microsoft.com/office/drawing/2014/main" id="{CE419381-09E2-4F07-4DA0-EA1B73D132D0}"/>
                  </a:ext>
                </a:extLst>
              </p:cNvPr>
              <p:cNvSpPr/>
              <p:nvPr/>
            </p:nvSpPr>
            <p:spPr>
              <a:xfrm>
                <a:off x="2279667" y="4139233"/>
                <a:ext cx="1229032" cy="631598"/>
              </a:xfrm>
              <a:prstGeom prst="roundRect">
                <a:avLst/>
              </a:prstGeom>
              <a:solidFill>
                <a:srgbClr val="F5C9EC"/>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10" name="Group 9">
                <a:extLst>
                  <a:ext uri="{FF2B5EF4-FFF2-40B4-BE49-F238E27FC236}">
                    <a16:creationId xmlns:a16="http://schemas.microsoft.com/office/drawing/2014/main" id="{015CEC34-ADD9-7A5E-29A7-5285E9C63D49}"/>
                  </a:ext>
                </a:extLst>
              </p:cNvPr>
              <p:cNvGrpSpPr/>
              <p:nvPr/>
            </p:nvGrpSpPr>
            <p:grpSpPr>
              <a:xfrm>
                <a:off x="2222345" y="4247006"/>
                <a:ext cx="1343676" cy="416052"/>
                <a:chOff x="2023872" y="2779776"/>
                <a:chExt cx="1343676" cy="416052"/>
              </a:xfrm>
            </p:grpSpPr>
            <p:grpSp>
              <p:nvGrpSpPr>
                <p:cNvPr id="12" name="Group 11">
                  <a:extLst>
                    <a:ext uri="{FF2B5EF4-FFF2-40B4-BE49-F238E27FC236}">
                      <a16:creationId xmlns:a16="http://schemas.microsoft.com/office/drawing/2014/main" id="{D716CDA1-B3C9-75CF-0083-E2EC6B6BD4E8}"/>
                    </a:ext>
                  </a:extLst>
                </p:cNvPr>
                <p:cNvGrpSpPr/>
                <p:nvPr/>
              </p:nvGrpSpPr>
              <p:grpSpPr>
                <a:xfrm>
                  <a:off x="2023872" y="2779776"/>
                  <a:ext cx="1343676" cy="67056"/>
                  <a:chOff x="2023872" y="2779776"/>
                  <a:chExt cx="1343676" cy="67056"/>
                </a:xfrm>
              </p:grpSpPr>
              <p:sp>
                <p:nvSpPr>
                  <p:cNvPr id="16" name="Rectangle 15">
                    <a:extLst>
                      <a:ext uri="{FF2B5EF4-FFF2-40B4-BE49-F238E27FC236}">
                        <a16:creationId xmlns:a16="http://schemas.microsoft.com/office/drawing/2014/main" id="{509914AA-0734-EDC9-C5A9-E06F4C102466}"/>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8BA7DA7D-62AC-60DB-C2CE-43471C55CE96}"/>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3" name="Group 12">
                  <a:extLst>
                    <a:ext uri="{FF2B5EF4-FFF2-40B4-BE49-F238E27FC236}">
                      <a16:creationId xmlns:a16="http://schemas.microsoft.com/office/drawing/2014/main" id="{7D685063-0A42-F7DC-E542-BD1E32E5D8E0}"/>
                    </a:ext>
                  </a:extLst>
                </p:cNvPr>
                <p:cNvGrpSpPr/>
                <p:nvPr/>
              </p:nvGrpSpPr>
              <p:grpSpPr>
                <a:xfrm>
                  <a:off x="2023872" y="3128772"/>
                  <a:ext cx="1343676" cy="67056"/>
                  <a:chOff x="2023872" y="3128772"/>
                  <a:chExt cx="1343676" cy="67056"/>
                </a:xfrm>
              </p:grpSpPr>
              <p:sp>
                <p:nvSpPr>
                  <p:cNvPr id="14" name="Rectangle 13">
                    <a:extLst>
                      <a:ext uri="{FF2B5EF4-FFF2-40B4-BE49-F238E27FC236}">
                        <a16:creationId xmlns:a16="http://schemas.microsoft.com/office/drawing/2014/main" id="{6F302113-BB67-A896-78A0-041CE8A9C04D}"/>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9E539C8B-88C9-0250-CC43-A25311331F1C}"/>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11" name="TextBox 10">
                <a:extLst>
                  <a:ext uri="{FF2B5EF4-FFF2-40B4-BE49-F238E27FC236}">
                    <a16:creationId xmlns:a16="http://schemas.microsoft.com/office/drawing/2014/main" id="{8E16AAD7-3A57-5BBF-AE5C-B2C5A94640B3}"/>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MZI_1</a:t>
                </a:r>
                <a:r>
                  <a:rPr lang="es-MX" kern="0">
                    <a:solidFill>
                      <a:prstClr val="black"/>
                    </a:solidFill>
                    <a:latin typeface="Aptos" panose="02110004020202020204"/>
                  </a:rPr>
                  <a:t>_5</a:t>
                </a:r>
                <a:endParaRPr lang="en-US" kern="0">
                  <a:solidFill>
                    <a:prstClr val="black"/>
                  </a:solidFill>
                  <a:latin typeface="Aptos" panose="02110004020202020204"/>
                </a:endParaRPr>
              </a:p>
            </p:txBody>
          </p:sp>
        </p:grpSp>
        <p:grpSp>
          <p:nvGrpSpPr>
            <p:cNvPr id="18" name="Group 17">
              <a:extLst>
                <a:ext uri="{FF2B5EF4-FFF2-40B4-BE49-F238E27FC236}">
                  <a16:creationId xmlns:a16="http://schemas.microsoft.com/office/drawing/2014/main" id="{9C39034A-8548-0746-7E27-66CA1E0A2408}"/>
                </a:ext>
              </a:extLst>
            </p:cNvPr>
            <p:cNvGrpSpPr/>
            <p:nvPr/>
          </p:nvGrpSpPr>
          <p:grpSpPr>
            <a:xfrm>
              <a:off x="9347264" y="4814814"/>
              <a:ext cx="1343676" cy="631598"/>
              <a:chOff x="2222345" y="4139233"/>
              <a:chExt cx="1343676" cy="631598"/>
            </a:xfrm>
          </p:grpSpPr>
          <p:sp>
            <p:nvSpPr>
              <p:cNvPr id="19" name="Rectangle: Rounded Corners 18">
                <a:extLst>
                  <a:ext uri="{FF2B5EF4-FFF2-40B4-BE49-F238E27FC236}">
                    <a16:creationId xmlns:a16="http://schemas.microsoft.com/office/drawing/2014/main" id="{8F49E305-002B-97D6-3678-047C35E4312E}"/>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20" name="Group 19">
                <a:extLst>
                  <a:ext uri="{FF2B5EF4-FFF2-40B4-BE49-F238E27FC236}">
                    <a16:creationId xmlns:a16="http://schemas.microsoft.com/office/drawing/2014/main" id="{E47CA1E4-3E5C-55AE-8002-DDBB8C0E31B0}"/>
                  </a:ext>
                </a:extLst>
              </p:cNvPr>
              <p:cNvGrpSpPr/>
              <p:nvPr/>
            </p:nvGrpSpPr>
            <p:grpSpPr>
              <a:xfrm>
                <a:off x="2222345" y="4247006"/>
                <a:ext cx="1343676" cy="416052"/>
                <a:chOff x="2023872" y="2779776"/>
                <a:chExt cx="1343676" cy="416052"/>
              </a:xfrm>
            </p:grpSpPr>
            <p:grpSp>
              <p:nvGrpSpPr>
                <p:cNvPr id="22" name="Group 21">
                  <a:extLst>
                    <a:ext uri="{FF2B5EF4-FFF2-40B4-BE49-F238E27FC236}">
                      <a16:creationId xmlns:a16="http://schemas.microsoft.com/office/drawing/2014/main" id="{36E92517-672E-43A6-C238-4154634486B7}"/>
                    </a:ext>
                  </a:extLst>
                </p:cNvPr>
                <p:cNvGrpSpPr/>
                <p:nvPr/>
              </p:nvGrpSpPr>
              <p:grpSpPr>
                <a:xfrm>
                  <a:off x="2023872" y="2779776"/>
                  <a:ext cx="1343676" cy="67056"/>
                  <a:chOff x="2023872" y="2779776"/>
                  <a:chExt cx="1343676" cy="67056"/>
                </a:xfrm>
              </p:grpSpPr>
              <p:sp>
                <p:nvSpPr>
                  <p:cNvPr id="26" name="Rectangle 25">
                    <a:extLst>
                      <a:ext uri="{FF2B5EF4-FFF2-40B4-BE49-F238E27FC236}">
                        <a16:creationId xmlns:a16="http://schemas.microsoft.com/office/drawing/2014/main" id="{745A329E-959B-2434-F052-ECD95CC0A978}"/>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1845D51F-32B4-6746-A64D-EDB6C253790C}"/>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23" name="Group 22">
                  <a:extLst>
                    <a:ext uri="{FF2B5EF4-FFF2-40B4-BE49-F238E27FC236}">
                      <a16:creationId xmlns:a16="http://schemas.microsoft.com/office/drawing/2014/main" id="{A80AE32C-B0B6-DB4D-117C-CA76A3C147AD}"/>
                    </a:ext>
                  </a:extLst>
                </p:cNvPr>
                <p:cNvGrpSpPr/>
                <p:nvPr/>
              </p:nvGrpSpPr>
              <p:grpSpPr>
                <a:xfrm>
                  <a:off x="2023872" y="3128772"/>
                  <a:ext cx="1343676" cy="67056"/>
                  <a:chOff x="2023872" y="3128772"/>
                  <a:chExt cx="1343676" cy="67056"/>
                </a:xfrm>
              </p:grpSpPr>
              <p:sp>
                <p:nvSpPr>
                  <p:cNvPr id="24" name="Rectangle 23">
                    <a:extLst>
                      <a:ext uri="{FF2B5EF4-FFF2-40B4-BE49-F238E27FC236}">
                        <a16:creationId xmlns:a16="http://schemas.microsoft.com/office/drawing/2014/main" id="{5ABBE080-0767-CF78-F398-52656D4E6F55}"/>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460C1B26-EDE2-702A-40C9-B7E5B1485A9F}"/>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21" name="TextBox 20">
                <a:extLst>
                  <a:ext uri="{FF2B5EF4-FFF2-40B4-BE49-F238E27FC236}">
                    <a16:creationId xmlns:a16="http://schemas.microsoft.com/office/drawing/2014/main" id="{7A471145-938B-6DCB-20EA-8BBBA1A4ADAC}"/>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MZI_3</a:t>
                </a:r>
                <a:r>
                  <a:rPr lang="es-MX" kern="0">
                    <a:solidFill>
                      <a:prstClr val="black"/>
                    </a:solidFill>
                    <a:latin typeface="Aptos" panose="02110004020202020204"/>
                  </a:rPr>
                  <a:t>_7</a:t>
                </a:r>
                <a:endParaRPr lang="en-US" kern="0">
                  <a:solidFill>
                    <a:prstClr val="black"/>
                  </a:solidFill>
                  <a:latin typeface="Aptos" panose="02110004020202020204"/>
                </a:endParaRPr>
              </a:p>
            </p:txBody>
          </p:sp>
        </p:grpSp>
        <p:grpSp>
          <p:nvGrpSpPr>
            <p:cNvPr id="28" name="Group 27">
              <a:extLst>
                <a:ext uri="{FF2B5EF4-FFF2-40B4-BE49-F238E27FC236}">
                  <a16:creationId xmlns:a16="http://schemas.microsoft.com/office/drawing/2014/main" id="{9F38AB35-29F4-0053-D8F5-C71E3D5B5EF4}"/>
                </a:ext>
              </a:extLst>
            </p:cNvPr>
            <p:cNvGrpSpPr/>
            <p:nvPr/>
          </p:nvGrpSpPr>
          <p:grpSpPr>
            <a:xfrm>
              <a:off x="9347264" y="4072907"/>
              <a:ext cx="1343676" cy="631598"/>
              <a:chOff x="2222345" y="4139233"/>
              <a:chExt cx="1343676" cy="631598"/>
            </a:xfrm>
          </p:grpSpPr>
          <p:sp>
            <p:nvSpPr>
              <p:cNvPr id="29" name="Rectangle: Rounded Corners 28">
                <a:extLst>
                  <a:ext uri="{FF2B5EF4-FFF2-40B4-BE49-F238E27FC236}">
                    <a16:creationId xmlns:a16="http://schemas.microsoft.com/office/drawing/2014/main" id="{DBE2A471-5197-CB9D-08D1-7F79499631BE}"/>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30" name="Group 29">
                <a:extLst>
                  <a:ext uri="{FF2B5EF4-FFF2-40B4-BE49-F238E27FC236}">
                    <a16:creationId xmlns:a16="http://schemas.microsoft.com/office/drawing/2014/main" id="{6BEC9E53-9A4E-011A-071F-8E0B7B944533}"/>
                  </a:ext>
                </a:extLst>
              </p:cNvPr>
              <p:cNvGrpSpPr/>
              <p:nvPr/>
            </p:nvGrpSpPr>
            <p:grpSpPr>
              <a:xfrm>
                <a:off x="2222345" y="4247006"/>
                <a:ext cx="1343676" cy="416052"/>
                <a:chOff x="2023872" y="2779776"/>
                <a:chExt cx="1343676" cy="416052"/>
              </a:xfrm>
            </p:grpSpPr>
            <p:grpSp>
              <p:nvGrpSpPr>
                <p:cNvPr id="32" name="Group 31">
                  <a:extLst>
                    <a:ext uri="{FF2B5EF4-FFF2-40B4-BE49-F238E27FC236}">
                      <a16:creationId xmlns:a16="http://schemas.microsoft.com/office/drawing/2014/main" id="{F884B2D2-6153-CC49-45B2-3616E9A37882}"/>
                    </a:ext>
                  </a:extLst>
                </p:cNvPr>
                <p:cNvGrpSpPr/>
                <p:nvPr/>
              </p:nvGrpSpPr>
              <p:grpSpPr>
                <a:xfrm>
                  <a:off x="2023872" y="2779776"/>
                  <a:ext cx="1343676" cy="67056"/>
                  <a:chOff x="2023872" y="2779776"/>
                  <a:chExt cx="1343676" cy="67056"/>
                </a:xfrm>
              </p:grpSpPr>
              <p:sp>
                <p:nvSpPr>
                  <p:cNvPr id="36" name="Rectangle 35">
                    <a:extLst>
                      <a:ext uri="{FF2B5EF4-FFF2-40B4-BE49-F238E27FC236}">
                        <a16:creationId xmlns:a16="http://schemas.microsoft.com/office/drawing/2014/main" id="{A74FD604-3B62-D501-D2A1-E45D1FB8E5D2}"/>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180A450A-1B70-51A6-0761-DCF949090866}"/>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33" name="Group 32">
                  <a:extLst>
                    <a:ext uri="{FF2B5EF4-FFF2-40B4-BE49-F238E27FC236}">
                      <a16:creationId xmlns:a16="http://schemas.microsoft.com/office/drawing/2014/main" id="{6D8B4E87-25E6-C3F8-E5BB-18607C831681}"/>
                    </a:ext>
                  </a:extLst>
                </p:cNvPr>
                <p:cNvGrpSpPr/>
                <p:nvPr/>
              </p:nvGrpSpPr>
              <p:grpSpPr>
                <a:xfrm>
                  <a:off x="2023872" y="3128772"/>
                  <a:ext cx="1343676" cy="67056"/>
                  <a:chOff x="2023872" y="3128772"/>
                  <a:chExt cx="1343676" cy="67056"/>
                </a:xfrm>
              </p:grpSpPr>
              <p:sp>
                <p:nvSpPr>
                  <p:cNvPr id="34" name="Rectangle 33">
                    <a:extLst>
                      <a:ext uri="{FF2B5EF4-FFF2-40B4-BE49-F238E27FC236}">
                        <a16:creationId xmlns:a16="http://schemas.microsoft.com/office/drawing/2014/main" id="{CD3165E9-8612-BC34-C402-95AF577567BF}"/>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5" name="Rectangle 34">
                    <a:extLst>
                      <a:ext uri="{FF2B5EF4-FFF2-40B4-BE49-F238E27FC236}">
                        <a16:creationId xmlns:a16="http://schemas.microsoft.com/office/drawing/2014/main" id="{DC10D0A9-63AE-B61D-8CA2-B11EB91500FF}"/>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31" name="TextBox 30">
                <a:extLst>
                  <a:ext uri="{FF2B5EF4-FFF2-40B4-BE49-F238E27FC236}">
                    <a16:creationId xmlns:a16="http://schemas.microsoft.com/office/drawing/2014/main" id="{98665F76-B34D-FF7B-1493-3AED3ACCB8F7}"/>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MZI_2</a:t>
                </a:r>
                <a:r>
                  <a:rPr lang="es-MX" kern="0">
                    <a:solidFill>
                      <a:prstClr val="black"/>
                    </a:solidFill>
                    <a:latin typeface="Aptos" panose="02110004020202020204"/>
                  </a:rPr>
                  <a:t>_6</a:t>
                </a:r>
                <a:endParaRPr lang="en-US" kern="0">
                  <a:solidFill>
                    <a:prstClr val="black"/>
                  </a:solidFill>
                  <a:latin typeface="Aptos" panose="02110004020202020204"/>
                </a:endParaRPr>
              </a:p>
            </p:txBody>
          </p:sp>
        </p:grpSp>
        <p:grpSp>
          <p:nvGrpSpPr>
            <p:cNvPr id="38" name="Group 37">
              <a:extLst>
                <a:ext uri="{FF2B5EF4-FFF2-40B4-BE49-F238E27FC236}">
                  <a16:creationId xmlns:a16="http://schemas.microsoft.com/office/drawing/2014/main" id="{BC587E48-3CD1-40BA-3A95-9161AFB6D43B}"/>
                </a:ext>
              </a:extLst>
            </p:cNvPr>
            <p:cNvGrpSpPr/>
            <p:nvPr/>
          </p:nvGrpSpPr>
          <p:grpSpPr>
            <a:xfrm>
              <a:off x="9347264" y="3331000"/>
              <a:ext cx="1343676" cy="631598"/>
              <a:chOff x="2222345" y="4139233"/>
              <a:chExt cx="1343676" cy="631598"/>
            </a:xfrm>
          </p:grpSpPr>
          <p:sp>
            <p:nvSpPr>
              <p:cNvPr id="39" name="Rectangle: Rounded Corners 38">
                <a:extLst>
                  <a:ext uri="{FF2B5EF4-FFF2-40B4-BE49-F238E27FC236}">
                    <a16:creationId xmlns:a16="http://schemas.microsoft.com/office/drawing/2014/main" id="{F607D964-02F1-D469-866E-4D0A899151F7}"/>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40" name="Group 39">
                <a:extLst>
                  <a:ext uri="{FF2B5EF4-FFF2-40B4-BE49-F238E27FC236}">
                    <a16:creationId xmlns:a16="http://schemas.microsoft.com/office/drawing/2014/main" id="{9FEA08B9-4A68-0E15-7BCD-8D88E2A94EFA}"/>
                  </a:ext>
                </a:extLst>
              </p:cNvPr>
              <p:cNvGrpSpPr/>
              <p:nvPr/>
            </p:nvGrpSpPr>
            <p:grpSpPr>
              <a:xfrm>
                <a:off x="2222345" y="4247006"/>
                <a:ext cx="1343676" cy="416052"/>
                <a:chOff x="2023872" y="2779776"/>
                <a:chExt cx="1343676" cy="416052"/>
              </a:xfrm>
            </p:grpSpPr>
            <p:grpSp>
              <p:nvGrpSpPr>
                <p:cNvPr id="42" name="Group 41">
                  <a:extLst>
                    <a:ext uri="{FF2B5EF4-FFF2-40B4-BE49-F238E27FC236}">
                      <a16:creationId xmlns:a16="http://schemas.microsoft.com/office/drawing/2014/main" id="{033688BF-B119-E57C-B167-5091341BFECC}"/>
                    </a:ext>
                  </a:extLst>
                </p:cNvPr>
                <p:cNvGrpSpPr/>
                <p:nvPr/>
              </p:nvGrpSpPr>
              <p:grpSpPr>
                <a:xfrm>
                  <a:off x="2023872" y="2779776"/>
                  <a:ext cx="1343676" cy="67056"/>
                  <a:chOff x="2023872" y="2779776"/>
                  <a:chExt cx="1343676" cy="67056"/>
                </a:xfrm>
              </p:grpSpPr>
              <p:sp>
                <p:nvSpPr>
                  <p:cNvPr id="46" name="Rectangle 45">
                    <a:extLst>
                      <a:ext uri="{FF2B5EF4-FFF2-40B4-BE49-F238E27FC236}">
                        <a16:creationId xmlns:a16="http://schemas.microsoft.com/office/drawing/2014/main" id="{EAE419B2-49E9-B49F-DDFE-D4826AA84DF8}"/>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7" name="Rectangle 46">
                    <a:extLst>
                      <a:ext uri="{FF2B5EF4-FFF2-40B4-BE49-F238E27FC236}">
                        <a16:creationId xmlns:a16="http://schemas.microsoft.com/office/drawing/2014/main" id="{B6FAAECB-C37A-08AA-A406-59CF383CE199}"/>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43" name="Group 42">
                  <a:extLst>
                    <a:ext uri="{FF2B5EF4-FFF2-40B4-BE49-F238E27FC236}">
                      <a16:creationId xmlns:a16="http://schemas.microsoft.com/office/drawing/2014/main" id="{172486E5-3E03-E1D7-352D-2AC56D6BA96C}"/>
                    </a:ext>
                  </a:extLst>
                </p:cNvPr>
                <p:cNvGrpSpPr/>
                <p:nvPr/>
              </p:nvGrpSpPr>
              <p:grpSpPr>
                <a:xfrm>
                  <a:off x="2023872" y="3128772"/>
                  <a:ext cx="1343676" cy="67056"/>
                  <a:chOff x="2023872" y="3128772"/>
                  <a:chExt cx="1343676" cy="67056"/>
                </a:xfrm>
              </p:grpSpPr>
              <p:sp>
                <p:nvSpPr>
                  <p:cNvPr id="44" name="Rectangle 43">
                    <a:extLst>
                      <a:ext uri="{FF2B5EF4-FFF2-40B4-BE49-F238E27FC236}">
                        <a16:creationId xmlns:a16="http://schemas.microsoft.com/office/drawing/2014/main" id="{13C52BE6-3F6F-2A02-AAE7-49385189EE7E}"/>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5" name="Rectangle 44">
                    <a:extLst>
                      <a:ext uri="{FF2B5EF4-FFF2-40B4-BE49-F238E27FC236}">
                        <a16:creationId xmlns:a16="http://schemas.microsoft.com/office/drawing/2014/main" id="{2E2EF7CD-139F-8A70-EE5F-404D689C1F3B}"/>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41" name="TextBox 40">
                <a:extLst>
                  <a:ext uri="{FF2B5EF4-FFF2-40B4-BE49-F238E27FC236}">
                    <a16:creationId xmlns:a16="http://schemas.microsoft.com/office/drawing/2014/main" id="{8BF07C8C-7A64-3CBE-B5CA-BEF7B3A19D2F}"/>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CO" kern="0">
                    <a:solidFill>
                      <a:prstClr val="black"/>
                    </a:solidFill>
                    <a:latin typeface="Aptos" panose="02110004020202020204"/>
                  </a:rPr>
                  <a:t>4</a:t>
                </a:r>
                <a:r>
                  <a:rPr lang="es-MX" kern="0">
                    <a:solidFill>
                      <a:prstClr val="black"/>
                    </a:solidFill>
                    <a:latin typeface="Aptos" panose="02110004020202020204"/>
                  </a:rPr>
                  <a:t>_8</a:t>
                </a:r>
                <a:endParaRPr lang="en-US" kern="0">
                  <a:solidFill>
                    <a:prstClr val="black"/>
                  </a:solidFill>
                  <a:latin typeface="Aptos" panose="02110004020202020204"/>
                </a:endParaRPr>
              </a:p>
            </p:txBody>
          </p:sp>
        </p:grpSp>
      </p:grpSp>
      <p:grpSp>
        <p:nvGrpSpPr>
          <p:cNvPr id="85" name="Group 84">
            <a:extLst>
              <a:ext uri="{FF2B5EF4-FFF2-40B4-BE49-F238E27FC236}">
                <a16:creationId xmlns:a16="http://schemas.microsoft.com/office/drawing/2014/main" id="{2184319B-520C-8455-60E3-B41F410E7C14}"/>
              </a:ext>
            </a:extLst>
          </p:cNvPr>
          <p:cNvGrpSpPr/>
          <p:nvPr/>
        </p:nvGrpSpPr>
        <p:grpSpPr>
          <a:xfrm>
            <a:off x="5424162" y="3722857"/>
            <a:ext cx="1344396" cy="2292447"/>
            <a:chOff x="5424162" y="3713743"/>
            <a:chExt cx="1344396" cy="2292447"/>
          </a:xfrm>
        </p:grpSpPr>
        <p:grpSp>
          <p:nvGrpSpPr>
            <p:cNvPr id="48" name="Group 47">
              <a:extLst>
                <a:ext uri="{FF2B5EF4-FFF2-40B4-BE49-F238E27FC236}">
                  <a16:creationId xmlns:a16="http://schemas.microsoft.com/office/drawing/2014/main" id="{2F04403D-316E-B353-06B1-FA7B6442C7F7}"/>
                </a:ext>
              </a:extLst>
            </p:cNvPr>
            <p:cNvGrpSpPr/>
            <p:nvPr/>
          </p:nvGrpSpPr>
          <p:grpSpPr>
            <a:xfrm>
              <a:off x="5424162" y="3713743"/>
              <a:ext cx="1343676" cy="631598"/>
              <a:chOff x="2222345" y="4139233"/>
              <a:chExt cx="1343676" cy="631598"/>
            </a:xfrm>
          </p:grpSpPr>
          <p:sp>
            <p:nvSpPr>
              <p:cNvPr id="49" name="Rectangle: Rounded Corners 48">
                <a:extLst>
                  <a:ext uri="{FF2B5EF4-FFF2-40B4-BE49-F238E27FC236}">
                    <a16:creationId xmlns:a16="http://schemas.microsoft.com/office/drawing/2014/main" id="{A3B4AE0D-FB3A-E77B-50A5-0915ECE866F6}"/>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50" name="Group 49">
                <a:extLst>
                  <a:ext uri="{FF2B5EF4-FFF2-40B4-BE49-F238E27FC236}">
                    <a16:creationId xmlns:a16="http://schemas.microsoft.com/office/drawing/2014/main" id="{FE326085-1DAA-5489-198A-DDBB7006D0E1}"/>
                  </a:ext>
                </a:extLst>
              </p:cNvPr>
              <p:cNvGrpSpPr/>
              <p:nvPr/>
            </p:nvGrpSpPr>
            <p:grpSpPr>
              <a:xfrm>
                <a:off x="2222345" y="4247006"/>
                <a:ext cx="1343676" cy="416052"/>
                <a:chOff x="2023872" y="2779776"/>
                <a:chExt cx="1343676" cy="416052"/>
              </a:xfrm>
            </p:grpSpPr>
            <p:grpSp>
              <p:nvGrpSpPr>
                <p:cNvPr id="52" name="Group 51">
                  <a:extLst>
                    <a:ext uri="{FF2B5EF4-FFF2-40B4-BE49-F238E27FC236}">
                      <a16:creationId xmlns:a16="http://schemas.microsoft.com/office/drawing/2014/main" id="{B883BEA3-2448-8B8E-3246-F661E45A8C8E}"/>
                    </a:ext>
                  </a:extLst>
                </p:cNvPr>
                <p:cNvGrpSpPr/>
                <p:nvPr/>
              </p:nvGrpSpPr>
              <p:grpSpPr>
                <a:xfrm>
                  <a:off x="2023872" y="2779776"/>
                  <a:ext cx="1343676" cy="67056"/>
                  <a:chOff x="2023872" y="2779776"/>
                  <a:chExt cx="1343676" cy="67056"/>
                </a:xfrm>
              </p:grpSpPr>
              <p:sp>
                <p:nvSpPr>
                  <p:cNvPr id="56" name="Rectangle 55">
                    <a:extLst>
                      <a:ext uri="{FF2B5EF4-FFF2-40B4-BE49-F238E27FC236}">
                        <a16:creationId xmlns:a16="http://schemas.microsoft.com/office/drawing/2014/main" id="{579B3DDB-D38B-F917-C5CD-FE8F8D276301}"/>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7" name="Rectangle 56">
                    <a:extLst>
                      <a:ext uri="{FF2B5EF4-FFF2-40B4-BE49-F238E27FC236}">
                        <a16:creationId xmlns:a16="http://schemas.microsoft.com/office/drawing/2014/main" id="{71B6C460-7D4D-8102-20E6-542D40A3B004}"/>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53" name="Group 52">
                  <a:extLst>
                    <a:ext uri="{FF2B5EF4-FFF2-40B4-BE49-F238E27FC236}">
                      <a16:creationId xmlns:a16="http://schemas.microsoft.com/office/drawing/2014/main" id="{B0DDBE11-4007-963A-BDED-CF0331E22980}"/>
                    </a:ext>
                  </a:extLst>
                </p:cNvPr>
                <p:cNvGrpSpPr/>
                <p:nvPr/>
              </p:nvGrpSpPr>
              <p:grpSpPr>
                <a:xfrm>
                  <a:off x="2023872" y="3128772"/>
                  <a:ext cx="1343676" cy="67056"/>
                  <a:chOff x="2023872" y="3128772"/>
                  <a:chExt cx="1343676" cy="67056"/>
                </a:xfrm>
              </p:grpSpPr>
              <p:sp>
                <p:nvSpPr>
                  <p:cNvPr id="54" name="Rectangle 53">
                    <a:extLst>
                      <a:ext uri="{FF2B5EF4-FFF2-40B4-BE49-F238E27FC236}">
                        <a16:creationId xmlns:a16="http://schemas.microsoft.com/office/drawing/2014/main" id="{75CE55C1-0A51-747D-2A8F-313F179F7434}"/>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5" name="Rectangle 54">
                    <a:extLst>
                      <a:ext uri="{FF2B5EF4-FFF2-40B4-BE49-F238E27FC236}">
                        <a16:creationId xmlns:a16="http://schemas.microsoft.com/office/drawing/2014/main" id="{B00EC1FD-25EB-B8DE-F2AB-EB7C252F2B52}"/>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51" name="TextBox 50">
                <a:extLst>
                  <a:ext uri="{FF2B5EF4-FFF2-40B4-BE49-F238E27FC236}">
                    <a16:creationId xmlns:a16="http://schemas.microsoft.com/office/drawing/2014/main" id="{1AD578AF-0E9D-B7B7-62D3-88391F056AE8}"/>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TP</a:t>
                </a:r>
                <a:endParaRPr lang="en-US" kern="0">
                  <a:solidFill>
                    <a:prstClr val="black"/>
                  </a:solidFill>
                  <a:latin typeface="Aptos" panose="02110004020202020204"/>
                </a:endParaRPr>
              </a:p>
            </p:txBody>
          </p:sp>
        </p:grpSp>
        <p:grpSp>
          <p:nvGrpSpPr>
            <p:cNvPr id="58" name="Group 57">
              <a:extLst>
                <a:ext uri="{FF2B5EF4-FFF2-40B4-BE49-F238E27FC236}">
                  <a16:creationId xmlns:a16="http://schemas.microsoft.com/office/drawing/2014/main" id="{FFDFAC16-3555-056F-3334-F03B9E77563D}"/>
                </a:ext>
              </a:extLst>
            </p:cNvPr>
            <p:cNvGrpSpPr/>
            <p:nvPr/>
          </p:nvGrpSpPr>
          <p:grpSpPr>
            <a:xfrm>
              <a:off x="5424882" y="5374592"/>
              <a:ext cx="1343676" cy="631598"/>
              <a:chOff x="2222345" y="4139233"/>
              <a:chExt cx="1343676" cy="631598"/>
            </a:xfrm>
          </p:grpSpPr>
          <p:sp>
            <p:nvSpPr>
              <p:cNvPr id="59" name="Rectangle: Rounded Corners 58">
                <a:extLst>
                  <a:ext uri="{FF2B5EF4-FFF2-40B4-BE49-F238E27FC236}">
                    <a16:creationId xmlns:a16="http://schemas.microsoft.com/office/drawing/2014/main" id="{30EBDD69-5E6F-7F29-9B17-71351F219570}"/>
                  </a:ext>
                </a:extLst>
              </p:cNvPr>
              <p:cNvSpPr/>
              <p:nvPr/>
            </p:nvSpPr>
            <p:spPr>
              <a:xfrm>
                <a:off x="2279667" y="4139233"/>
                <a:ext cx="1229032" cy="631598"/>
              </a:xfrm>
              <a:prstGeom prst="roundRect">
                <a:avLst/>
              </a:prstGeom>
              <a:solidFill>
                <a:srgbClr val="F5C9EC"/>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60" name="Group 59">
                <a:extLst>
                  <a:ext uri="{FF2B5EF4-FFF2-40B4-BE49-F238E27FC236}">
                    <a16:creationId xmlns:a16="http://schemas.microsoft.com/office/drawing/2014/main" id="{601C1B68-AC47-126D-BFB2-4B39E378BB00}"/>
                  </a:ext>
                </a:extLst>
              </p:cNvPr>
              <p:cNvGrpSpPr/>
              <p:nvPr/>
            </p:nvGrpSpPr>
            <p:grpSpPr>
              <a:xfrm>
                <a:off x="2222345" y="4247006"/>
                <a:ext cx="1343676" cy="416052"/>
                <a:chOff x="2023872" y="2779776"/>
                <a:chExt cx="1343676" cy="416052"/>
              </a:xfrm>
            </p:grpSpPr>
            <p:grpSp>
              <p:nvGrpSpPr>
                <p:cNvPr id="62" name="Group 61">
                  <a:extLst>
                    <a:ext uri="{FF2B5EF4-FFF2-40B4-BE49-F238E27FC236}">
                      <a16:creationId xmlns:a16="http://schemas.microsoft.com/office/drawing/2014/main" id="{B0575145-1EA7-30A9-1CB4-C27F0C23C1DE}"/>
                    </a:ext>
                  </a:extLst>
                </p:cNvPr>
                <p:cNvGrpSpPr/>
                <p:nvPr/>
              </p:nvGrpSpPr>
              <p:grpSpPr>
                <a:xfrm>
                  <a:off x="2023872" y="2779776"/>
                  <a:ext cx="1343676" cy="67056"/>
                  <a:chOff x="2023872" y="2779776"/>
                  <a:chExt cx="1343676" cy="67056"/>
                </a:xfrm>
              </p:grpSpPr>
              <p:sp>
                <p:nvSpPr>
                  <p:cNvPr id="66" name="Rectangle 65">
                    <a:extLst>
                      <a:ext uri="{FF2B5EF4-FFF2-40B4-BE49-F238E27FC236}">
                        <a16:creationId xmlns:a16="http://schemas.microsoft.com/office/drawing/2014/main" id="{21485261-D860-A2EA-50D3-3A23A7F0CF18}"/>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7" name="Rectangle 66">
                    <a:extLst>
                      <a:ext uri="{FF2B5EF4-FFF2-40B4-BE49-F238E27FC236}">
                        <a16:creationId xmlns:a16="http://schemas.microsoft.com/office/drawing/2014/main" id="{F26B71EE-EF74-BE7E-7170-29A08DFBBEBF}"/>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63" name="Group 62">
                  <a:extLst>
                    <a:ext uri="{FF2B5EF4-FFF2-40B4-BE49-F238E27FC236}">
                      <a16:creationId xmlns:a16="http://schemas.microsoft.com/office/drawing/2014/main" id="{26A1CB60-A0CF-4DA9-1A8A-8E8CD172944D}"/>
                    </a:ext>
                  </a:extLst>
                </p:cNvPr>
                <p:cNvGrpSpPr/>
                <p:nvPr/>
              </p:nvGrpSpPr>
              <p:grpSpPr>
                <a:xfrm>
                  <a:off x="2023872" y="3128772"/>
                  <a:ext cx="1343676" cy="67056"/>
                  <a:chOff x="2023872" y="3128772"/>
                  <a:chExt cx="1343676" cy="67056"/>
                </a:xfrm>
              </p:grpSpPr>
              <p:sp>
                <p:nvSpPr>
                  <p:cNvPr id="64" name="Rectangle 63">
                    <a:extLst>
                      <a:ext uri="{FF2B5EF4-FFF2-40B4-BE49-F238E27FC236}">
                        <a16:creationId xmlns:a16="http://schemas.microsoft.com/office/drawing/2014/main" id="{D99EB318-6BDF-D255-68EF-63D91B17AD42}"/>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5" name="Rectangle 64">
                    <a:extLst>
                      <a:ext uri="{FF2B5EF4-FFF2-40B4-BE49-F238E27FC236}">
                        <a16:creationId xmlns:a16="http://schemas.microsoft.com/office/drawing/2014/main" id="{5A1F6D57-26D9-4AF1-FA51-091466808704}"/>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61" name="TextBox 60">
                <a:extLst>
                  <a:ext uri="{FF2B5EF4-FFF2-40B4-BE49-F238E27FC236}">
                    <a16:creationId xmlns:a16="http://schemas.microsoft.com/office/drawing/2014/main" id="{14481CF2-E11A-CA29-4894-1BE881D2A070}"/>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BM</a:t>
                </a:r>
                <a:endParaRPr lang="en-US" kern="0">
                  <a:solidFill>
                    <a:prstClr val="black"/>
                  </a:solidFill>
                  <a:latin typeface="Aptos" panose="02110004020202020204"/>
                </a:endParaRPr>
              </a:p>
            </p:txBody>
          </p:sp>
        </p:grpSp>
      </p:grpSp>
      <p:cxnSp>
        <p:nvCxnSpPr>
          <p:cNvPr id="79" name="Connector: Elbow 78">
            <a:extLst>
              <a:ext uri="{FF2B5EF4-FFF2-40B4-BE49-F238E27FC236}">
                <a16:creationId xmlns:a16="http://schemas.microsoft.com/office/drawing/2014/main" id="{BB3D1A8D-0542-0E46-49DE-08E0E42ABEDC}"/>
              </a:ext>
            </a:extLst>
          </p:cNvPr>
          <p:cNvCxnSpPr>
            <a:cxnSpLocks/>
            <a:stCxn id="105" idx="3"/>
            <a:endCxn id="54" idx="1"/>
          </p:cNvCxnSpPr>
          <p:nvPr/>
        </p:nvCxnSpPr>
        <p:spPr>
          <a:xfrm flipV="1">
            <a:off x="3074408" y="4213154"/>
            <a:ext cx="2349754" cy="481428"/>
          </a:xfrm>
          <a:prstGeom prst="bentConnector3">
            <a:avLst/>
          </a:prstGeom>
          <a:noFill/>
          <a:ln w="19050" cap="flat" cmpd="sng" algn="ctr">
            <a:solidFill>
              <a:srgbClr val="156082"/>
            </a:solidFill>
            <a:prstDash val="solid"/>
            <a:miter lim="800000"/>
          </a:ln>
          <a:effectLst/>
        </p:spPr>
      </p:cxnSp>
      <p:cxnSp>
        <p:nvCxnSpPr>
          <p:cNvPr id="82" name="Connector: Elbow 81">
            <a:extLst>
              <a:ext uri="{FF2B5EF4-FFF2-40B4-BE49-F238E27FC236}">
                <a16:creationId xmlns:a16="http://schemas.microsoft.com/office/drawing/2014/main" id="{529150F0-563C-81B4-8566-49EF38984742}"/>
              </a:ext>
            </a:extLst>
          </p:cNvPr>
          <p:cNvCxnSpPr>
            <a:cxnSpLocks/>
            <a:stCxn id="103" idx="3"/>
            <a:endCxn id="64" idx="1"/>
          </p:cNvCxnSpPr>
          <p:nvPr/>
        </p:nvCxnSpPr>
        <p:spPr>
          <a:xfrm>
            <a:off x="3074408" y="5043578"/>
            <a:ext cx="2350474" cy="830425"/>
          </a:xfrm>
          <a:prstGeom prst="bentConnector3">
            <a:avLst/>
          </a:prstGeom>
          <a:noFill/>
          <a:ln w="19050" cap="flat" cmpd="sng" algn="ctr">
            <a:solidFill>
              <a:srgbClr val="156082"/>
            </a:solidFill>
            <a:prstDash val="solid"/>
            <a:miter lim="800000"/>
          </a:ln>
          <a:effectLst/>
        </p:spPr>
      </p:cxnSp>
      <p:cxnSp>
        <p:nvCxnSpPr>
          <p:cNvPr id="87" name="Connector: Elbow 86">
            <a:extLst>
              <a:ext uri="{FF2B5EF4-FFF2-40B4-BE49-F238E27FC236}">
                <a16:creationId xmlns:a16="http://schemas.microsoft.com/office/drawing/2014/main" id="{5CF25B3E-82A4-0A76-22FA-AE376CBAECCB}"/>
              </a:ext>
            </a:extLst>
          </p:cNvPr>
          <p:cNvCxnSpPr>
            <a:cxnSpLocks/>
            <a:stCxn id="57" idx="3"/>
            <a:endCxn id="44" idx="1"/>
          </p:cNvCxnSpPr>
          <p:nvPr/>
        </p:nvCxnSpPr>
        <p:spPr>
          <a:xfrm>
            <a:off x="6767838" y="3864158"/>
            <a:ext cx="2579426" cy="65291"/>
          </a:xfrm>
          <a:prstGeom prst="bentConnector3">
            <a:avLst/>
          </a:prstGeom>
          <a:noFill/>
          <a:ln w="19050" cap="flat" cmpd="sng" algn="ctr">
            <a:solidFill>
              <a:srgbClr val="156082"/>
            </a:solidFill>
            <a:prstDash val="solid"/>
            <a:miter lim="800000"/>
          </a:ln>
          <a:effectLst/>
        </p:spPr>
      </p:cxnSp>
      <p:cxnSp>
        <p:nvCxnSpPr>
          <p:cNvPr id="91" name="Connector: Elbow 90">
            <a:extLst>
              <a:ext uri="{FF2B5EF4-FFF2-40B4-BE49-F238E27FC236}">
                <a16:creationId xmlns:a16="http://schemas.microsoft.com/office/drawing/2014/main" id="{F52DFD8E-005B-3951-10CA-F7DD4EC8378A}"/>
              </a:ext>
            </a:extLst>
          </p:cNvPr>
          <p:cNvCxnSpPr>
            <a:cxnSpLocks/>
            <a:stCxn id="55" idx="3"/>
            <a:endCxn id="34" idx="1"/>
          </p:cNvCxnSpPr>
          <p:nvPr/>
        </p:nvCxnSpPr>
        <p:spPr>
          <a:xfrm>
            <a:off x="6767838" y="4213154"/>
            <a:ext cx="2579426" cy="458202"/>
          </a:xfrm>
          <a:prstGeom prst="bentConnector3">
            <a:avLst/>
          </a:prstGeom>
          <a:noFill/>
          <a:ln w="19050" cap="flat" cmpd="sng" algn="ctr">
            <a:solidFill>
              <a:srgbClr val="156082"/>
            </a:solidFill>
            <a:prstDash val="solid"/>
            <a:miter lim="800000"/>
          </a:ln>
          <a:effectLst/>
        </p:spPr>
      </p:cxnSp>
      <p:cxnSp>
        <p:nvCxnSpPr>
          <p:cNvPr id="95" name="Connector: Elbow 94">
            <a:extLst>
              <a:ext uri="{FF2B5EF4-FFF2-40B4-BE49-F238E27FC236}">
                <a16:creationId xmlns:a16="http://schemas.microsoft.com/office/drawing/2014/main" id="{BF1EBCF5-02BC-F452-2A3F-39E3283D8E95}"/>
              </a:ext>
            </a:extLst>
          </p:cNvPr>
          <p:cNvCxnSpPr>
            <a:cxnSpLocks/>
            <a:stCxn id="67" idx="3"/>
            <a:endCxn id="24" idx="1"/>
          </p:cNvCxnSpPr>
          <p:nvPr/>
        </p:nvCxnSpPr>
        <p:spPr>
          <a:xfrm flipV="1">
            <a:off x="6768558" y="5413263"/>
            <a:ext cx="2578706" cy="111744"/>
          </a:xfrm>
          <a:prstGeom prst="bentConnector3">
            <a:avLst/>
          </a:prstGeom>
          <a:noFill/>
          <a:ln w="19050" cap="flat" cmpd="sng" algn="ctr">
            <a:solidFill>
              <a:srgbClr val="156082"/>
            </a:solidFill>
            <a:prstDash val="solid"/>
            <a:miter lim="800000"/>
          </a:ln>
          <a:effectLst/>
        </p:spPr>
      </p:cxnSp>
      <p:cxnSp>
        <p:nvCxnSpPr>
          <p:cNvPr id="107" name="Connector: Elbow 106">
            <a:extLst>
              <a:ext uri="{FF2B5EF4-FFF2-40B4-BE49-F238E27FC236}">
                <a16:creationId xmlns:a16="http://schemas.microsoft.com/office/drawing/2014/main" id="{A896D372-D9BC-9DC0-B826-84254D4DE207}"/>
              </a:ext>
            </a:extLst>
          </p:cNvPr>
          <p:cNvCxnSpPr>
            <a:cxnSpLocks/>
            <a:stCxn id="65" idx="3"/>
            <a:endCxn id="14" idx="1"/>
          </p:cNvCxnSpPr>
          <p:nvPr/>
        </p:nvCxnSpPr>
        <p:spPr>
          <a:xfrm>
            <a:off x="6768558" y="5874003"/>
            <a:ext cx="2578706" cy="283704"/>
          </a:xfrm>
          <a:prstGeom prst="bentConnector3">
            <a:avLst/>
          </a:prstGeom>
          <a:noFill/>
          <a:ln w="19050" cap="flat" cmpd="sng" algn="ctr">
            <a:solidFill>
              <a:srgbClr val="156082"/>
            </a:solidFill>
            <a:prstDash val="solid"/>
            <a:miter lim="800000"/>
          </a:ln>
          <a:effectLst/>
        </p:spPr>
      </p:cxnSp>
      <p:cxnSp>
        <p:nvCxnSpPr>
          <p:cNvPr id="112" name="Straight Connector 111">
            <a:extLst>
              <a:ext uri="{FF2B5EF4-FFF2-40B4-BE49-F238E27FC236}">
                <a16:creationId xmlns:a16="http://schemas.microsoft.com/office/drawing/2014/main" id="{90A9D98A-263E-72A5-6743-92BD130CB915}"/>
              </a:ext>
            </a:extLst>
          </p:cNvPr>
          <p:cNvCxnSpPr>
            <a:cxnSpLocks/>
          </p:cNvCxnSpPr>
          <p:nvPr/>
        </p:nvCxnSpPr>
        <p:spPr>
          <a:xfrm>
            <a:off x="7961834" y="835730"/>
            <a:ext cx="0" cy="5466747"/>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21" name="Group 120">
            <a:extLst>
              <a:ext uri="{FF2B5EF4-FFF2-40B4-BE49-F238E27FC236}">
                <a16:creationId xmlns:a16="http://schemas.microsoft.com/office/drawing/2014/main" id="{6CEABC19-D766-98E3-90BD-6E54B29BA837}"/>
              </a:ext>
            </a:extLst>
          </p:cNvPr>
          <p:cNvGrpSpPr/>
          <p:nvPr/>
        </p:nvGrpSpPr>
        <p:grpSpPr>
          <a:xfrm>
            <a:off x="3040835" y="4421118"/>
            <a:ext cx="733755" cy="674276"/>
            <a:chOff x="3625793" y="4306223"/>
            <a:chExt cx="733755" cy="674276"/>
          </a:xfrm>
        </p:grpSpPr>
        <p:sp>
          <p:nvSpPr>
            <p:cNvPr id="115" name="TextBox 114">
              <a:extLst>
                <a:ext uri="{FF2B5EF4-FFF2-40B4-BE49-F238E27FC236}">
                  <a16:creationId xmlns:a16="http://schemas.microsoft.com/office/drawing/2014/main" id="{CE08194C-8C18-EA6C-9942-2D0444A6A1E1}"/>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16" name="TextBox 115">
              <a:extLst>
                <a:ext uri="{FF2B5EF4-FFF2-40B4-BE49-F238E27FC236}">
                  <a16:creationId xmlns:a16="http://schemas.microsoft.com/office/drawing/2014/main" id="{A02E33C4-5756-8DF9-34FA-79CA5AC6D35B}"/>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122" name="Group 121">
            <a:extLst>
              <a:ext uri="{FF2B5EF4-FFF2-40B4-BE49-F238E27FC236}">
                <a16:creationId xmlns:a16="http://schemas.microsoft.com/office/drawing/2014/main" id="{058EEEAA-2760-AF70-7BB1-93EA4B070739}"/>
              </a:ext>
            </a:extLst>
          </p:cNvPr>
          <p:cNvGrpSpPr/>
          <p:nvPr/>
        </p:nvGrpSpPr>
        <p:grpSpPr>
          <a:xfrm>
            <a:off x="6732147" y="3573893"/>
            <a:ext cx="733755" cy="674276"/>
            <a:chOff x="3625793" y="4306223"/>
            <a:chExt cx="733755" cy="674276"/>
          </a:xfrm>
        </p:grpSpPr>
        <p:sp>
          <p:nvSpPr>
            <p:cNvPr id="123" name="TextBox 122">
              <a:extLst>
                <a:ext uri="{FF2B5EF4-FFF2-40B4-BE49-F238E27FC236}">
                  <a16:creationId xmlns:a16="http://schemas.microsoft.com/office/drawing/2014/main" id="{E8ACB555-287E-3CD6-727B-2E9D72D9A57C}"/>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24" name="TextBox 123">
              <a:extLst>
                <a:ext uri="{FF2B5EF4-FFF2-40B4-BE49-F238E27FC236}">
                  <a16:creationId xmlns:a16="http://schemas.microsoft.com/office/drawing/2014/main" id="{B8D96E76-1320-6130-6658-9F89CEC158E4}"/>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125" name="Group 124">
            <a:extLst>
              <a:ext uri="{FF2B5EF4-FFF2-40B4-BE49-F238E27FC236}">
                <a16:creationId xmlns:a16="http://schemas.microsoft.com/office/drawing/2014/main" id="{B02124E3-B3BA-69B2-DB9B-FF0B0747E8C4}"/>
              </a:ext>
            </a:extLst>
          </p:cNvPr>
          <p:cNvGrpSpPr/>
          <p:nvPr/>
        </p:nvGrpSpPr>
        <p:grpSpPr>
          <a:xfrm>
            <a:off x="6732147" y="5217426"/>
            <a:ext cx="733755" cy="674276"/>
            <a:chOff x="3625793" y="4306223"/>
            <a:chExt cx="733755" cy="674276"/>
          </a:xfrm>
        </p:grpSpPr>
        <p:sp>
          <p:nvSpPr>
            <p:cNvPr id="126" name="TextBox 125">
              <a:extLst>
                <a:ext uri="{FF2B5EF4-FFF2-40B4-BE49-F238E27FC236}">
                  <a16:creationId xmlns:a16="http://schemas.microsoft.com/office/drawing/2014/main" id="{E0F256A1-FFC1-A84A-2CC1-35153904DE58}"/>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27" name="TextBox 126">
              <a:extLst>
                <a:ext uri="{FF2B5EF4-FFF2-40B4-BE49-F238E27FC236}">
                  <a16:creationId xmlns:a16="http://schemas.microsoft.com/office/drawing/2014/main" id="{9BE14D4F-08A4-C8FE-8FB5-C6615BF784F4}"/>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cxnSp>
        <p:nvCxnSpPr>
          <p:cNvPr id="88" name="Straight Arrow Connector 87">
            <a:extLst>
              <a:ext uri="{FF2B5EF4-FFF2-40B4-BE49-F238E27FC236}">
                <a16:creationId xmlns:a16="http://schemas.microsoft.com/office/drawing/2014/main" id="{09674429-90EB-493E-20D9-096AD1D184A2}"/>
              </a:ext>
            </a:extLst>
          </p:cNvPr>
          <p:cNvCxnSpPr>
            <a:cxnSpLocks/>
          </p:cNvCxnSpPr>
          <p:nvPr/>
        </p:nvCxnSpPr>
        <p:spPr>
          <a:xfrm>
            <a:off x="10629980" y="6157707"/>
            <a:ext cx="705223" cy="0"/>
          </a:xfrm>
          <a:prstGeom prst="straightConnector1">
            <a:avLst/>
          </a:prstGeom>
          <a:noFill/>
          <a:ln w="19050" cap="flat" cmpd="sng" algn="ctr">
            <a:solidFill>
              <a:srgbClr val="156082"/>
            </a:solidFill>
            <a:prstDash val="solid"/>
            <a:miter lim="800000"/>
            <a:tailEnd type="triangle"/>
          </a:ln>
          <a:effectLst/>
        </p:spPr>
      </p:cxnSp>
      <p:sp>
        <p:nvSpPr>
          <p:cNvPr id="89" name="TextBox 88">
            <a:extLst>
              <a:ext uri="{FF2B5EF4-FFF2-40B4-BE49-F238E27FC236}">
                <a16:creationId xmlns:a16="http://schemas.microsoft.com/office/drawing/2014/main" id="{260BE21D-154C-1C2E-5878-905C5C9BB9F6}"/>
              </a:ext>
            </a:extLst>
          </p:cNvPr>
          <p:cNvSpPr txBox="1"/>
          <p:nvPr/>
        </p:nvSpPr>
        <p:spPr>
          <a:xfrm>
            <a:off x="999761" y="4734868"/>
            <a:ext cx="733755" cy="307777"/>
          </a:xfrm>
          <a:prstGeom prst="rect">
            <a:avLst/>
          </a:prstGeom>
          <a:noFill/>
        </p:spPr>
        <p:txBody>
          <a:bodyPr wrap="square" rtlCol="0">
            <a:spAutoFit/>
          </a:bodyPr>
          <a:lstStyle/>
          <a:p>
            <a:pPr algn="ctr"/>
            <a:r>
              <a:rPr lang="es-ES" sz="1400">
                <a:solidFill>
                  <a:srgbClr val="000000"/>
                </a:solidFill>
              </a:rPr>
              <a:t>In</a:t>
            </a:r>
          </a:p>
        </p:txBody>
      </p:sp>
      <p:sp>
        <p:nvSpPr>
          <p:cNvPr id="90" name="TextBox 89">
            <a:extLst>
              <a:ext uri="{FF2B5EF4-FFF2-40B4-BE49-F238E27FC236}">
                <a16:creationId xmlns:a16="http://schemas.microsoft.com/office/drawing/2014/main" id="{D719CB66-F402-F9AA-DDC1-378A27E37F63}"/>
              </a:ext>
            </a:extLst>
          </p:cNvPr>
          <p:cNvSpPr txBox="1"/>
          <p:nvPr/>
        </p:nvSpPr>
        <p:spPr>
          <a:xfrm>
            <a:off x="10615713" y="5822382"/>
            <a:ext cx="733755" cy="307777"/>
          </a:xfrm>
          <a:prstGeom prst="rect">
            <a:avLst/>
          </a:prstGeom>
          <a:noFill/>
        </p:spPr>
        <p:txBody>
          <a:bodyPr wrap="square" rtlCol="0">
            <a:spAutoFit/>
          </a:bodyPr>
          <a:lstStyle/>
          <a:p>
            <a:pPr algn="ctr"/>
            <a:r>
              <a:rPr lang="es-ES" sz="1400" err="1">
                <a:solidFill>
                  <a:srgbClr val="000000"/>
                </a:solidFill>
              </a:rPr>
              <a:t>Out</a:t>
            </a:r>
            <a:r>
              <a:rPr lang="es-ES" sz="1400">
                <a:solidFill>
                  <a:srgbClr val="000000"/>
                </a:solidFill>
              </a:rPr>
              <a:t> 1</a:t>
            </a:r>
          </a:p>
        </p:txBody>
      </p:sp>
      <p:sp>
        <p:nvSpPr>
          <p:cNvPr id="94" name="Freeform: Shape 93">
            <a:extLst>
              <a:ext uri="{FF2B5EF4-FFF2-40B4-BE49-F238E27FC236}">
                <a16:creationId xmlns:a16="http://schemas.microsoft.com/office/drawing/2014/main" id="{59F78187-F5ED-62E9-813C-D2F0E3563CD8}"/>
              </a:ext>
            </a:extLst>
          </p:cNvPr>
          <p:cNvSpPr/>
          <p:nvPr/>
        </p:nvSpPr>
        <p:spPr>
          <a:xfrm>
            <a:off x="848360" y="947420"/>
            <a:ext cx="594360"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4360" h="1983740">
                <a:moveTo>
                  <a:pt x="5080" y="332740"/>
                </a:moveTo>
                <a:cubicBezTo>
                  <a:pt x="3387" y="879687"/>
                  <a:pt x="1693" y="1426633"/>
                  <a:pt x="0" y="1973580"/>
                </a:cubicBezTo>
                <a:lnTo>
                  <a:pt x="584200" y="1983740"/>
                </a:lnTo>
                <a:lnTo>
                  <a:pt x="594360" y="988060"/>
                </a:lnTo>
                <a:cubicBezTo>
                  <a:pt x="572347" y="762000"/>
                  <a:pt x="573193" y="543560"/>
                  <a:pt x="513080" y="332740"/>
                </a:cubicBezTo>
                <a:cubicBezTo>
                  <a:pt x="463127" y="204047"/>
                  <a:pt x="469053" y="75353"/>
                  <a:pt x="254000" y="0"/>
                </a:cubicBezTo>
                <a:cubicBezTo>
                  <a:pt x="48260" y="55033"/>
                  <a:pt x="30480" y="226907"/>
                  <a:pt x="5080"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Shape 95">
            <a:extLst>
              <a:ext uri="{FF2B5EF4-FFF2-40B4-BE49-F238E27FC236}">
                <a16:creationId xmlns:a16="http://schemas.microsoft.com/office/drawing/2014/main" id="{C5CE4DEA-A080-465B-E69B-39BCFEC48A8B}"/>
              </a:ext>
            </a:extLst>
          </p:cNvPr>
          <p:cNvSpPr/>
          <p:nvPr/>
        </p:nvSpPr>
        <p:spPr>
          <a:xfrm>
            <a:off x="4813462" y="953517"/>
            <a:ext cx="594360"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4360" h="1983740">
                <a:moveTo>
                  <a:pt x="5080" y="332740"/>
                </a:moveTo>
                <a:cubicBezTo>
                  <a:pt x="3387" y="879687"/>
                  <a:pt x="1693" y="1426633"/>
                  <a:pt x="0" y="1973580"/>
                </a:cubicBezTo>
                <a:lnTo>
                  <a:pt x="584200" y="1983740"/>
                </a:lnTo>
                <a:lnTo>
                  <a:pt x="594360" y="988060"/>
                </a:lnTo>
                <a:cubicBezTo>
                  <a:pt x="572347" y="762000"/>
                  <a:pt x="573193" y="543560"/>
                  <a:pt x="513080" y="332740"/>
                </a:cubicBezTo>
                <a:cubicBezTo>
                  <a:pt x="463127" y="204047"/>
                  <a:pt x="469053" y="75353"/>
                  <a:pt x="254000" y="0"/>
                </a:cubicBezTo>
                <a:cubicBezTo>
                  <a:pt x="48260" y="55033"/>
                  <a:pt x="30480" y="226907"/>
                  <a:pt x="5080"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a16="http://schemas.microsoft.com/office/drawing/2014/main" id="{335C6969-F045-4A8B-DAB2-F0697A595EB6}"/>
              </a:ext>
            </a:extLst>
          </p:cNvPr>
          <p:cNvSpPr/>
          <p:nvPr/>
        </p:nvSpPr>
        <p:spPr>
          <a:xfrm>
            <a:off x="8921119" y="924258"/>
            <a:ext cx="594360"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4360" h="1983740">
                <a:moveTo>
                  <a:pt x="5080" y="332740"/>
                </a:moveTo>
                <a:cubicBezTo>
                  <a:pt x="3387" y="879687"/>
                  <a:pt x="1693" y="1426633"/>
                  <a:pt x="0" y="1973580"/>
                </a:cubicBezTo>
                <a:lnTo>
                  <a:pt x="584200" y="1983740"/>
                </a:lnTo>
                <a:lnTo>
                  <a:pt x="594360" y="988060"/>
                </a:lnTo>
                <a:cubicBezTo>
                  <a:pt x="572347" y="762000"/>
                  <a:pt x="573193" y="543560"/>
                  <a:pt x="513080" y="332740"/>
                </a:cubicBezTo>
                <a:cubicBezTo>
                  <a:pt x="463127" y="204047"/>
                  <a:pt x="469053" y="75353"/>
                  <a:pt x="254000" y="0"/>
                </a:cubicBezTo>
                <a:cubicBezTo>
                  <a:pt x="48260" y="55033"/>
                  <a:pt x="30480" y="226907"/>
                  <a:pt x="5080"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Shape 107">
            <a:extLst>
              <a:ext uri="{FF2B5EF4-FFF2-40B4-BE49-F238E27FC236}">
                <a16:creationId xmlns:a16="http://schemas.microsoft.com/office/drawing/2014/main" id="{477CF009-8C02-CC8E-1258-7F30AA50D389}"/>
              </a:ext>
            </a:extLst>
          </p:cNvPr>
          <p:cNvSpPr/>
          <p:nvPr/>
        </p:nvSpPr>
        <p:spPr>
          <a:xfrm>
            <a:off x="1443407" y="941593"/>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Shape 108">
            <a:extLst>
              <a:ext uri="{FF2B5EF4-FFF2-40B4-BE49-F238E27FC236}">
                <a16:creationId xmlns:a16="http://schemas.microsoft.com/office/drawing/2014/main" id="{66D18268-7B0D-AFEB-FF51-B7627EAAD5C2}"/>
              </a:ext>
            </a:extLst>
          </p:cNvPr>
          <p:cNvSpPr/>
          <p:nvPr/>
        </p:nvSpPr>
        <p:spPr>
          <a:xfrm>
            <a:off x="2181973" y="947420"/>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Shape 109">
            <a:extLst>
              <a:ext uri="{FF2B5EF4-FFF2-40B4-BE49-F238E27FC236}">
                <a16:creationId xmlns:a16="http://schemas.microsoft.com/office/drawing/2014/main" id="{F322D5E1-1926-2BC8-806C-C1A7FC5F7CE0}"/>
              </a:ext>
            </a:extLst>
          </p:cNvPr>
          <p:cNvSpPr/>
          <p:nvPr/>
        </p:nvSpPr>
        <p:spPr>
          <a:xfrm>
            <a:off x="2916797" y="941593"/>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Shape 113">
            <a:extLst>
              <a:ext uri="{FF2B5EF4-FFF2-40B4-BE49-F238E27FC236}">
                <a16:creationId xmlns:a16="http://schemas.microsoft.com/office/drawing/2014/main" id="{0BFBD6F0-A286-830F-1D50-E79E07A84680}"/>
              </a:ext>
            </a:extLst>
          </p:cNvPr>
          <p:cNvSpPr/>
          <p:nvPr/>
        </p:nvSpPr>
        <p:spPr>
          <a:xfrm>
            <a:off x="3669497" y="1348162"/>
            <a:ext cx="104738" cy="157607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 name="csX0" fmla="*/ 104738 w 710528"/>
              <a:gd name="csY0" fmla="*/ 332740 h 1983740"/>
              <a:gd name="csX1" fmla="*/ 23443 w 710528"/>
              <a:gd name="csY1" fmla="*/ 971027 h 1983740"/>
              <a:gd name="csX2" fmla="*/ 598 w 710528"/>
              <a:gd name="csY2" fmla="*/ 1969770 h 1983740"/>
              <a:gd name="csX3" fmla="*/ 710528 w 710528"/>
              <a:gd name="csY3" fmla="*/ 1983740 h 1983740"/>
              <a:gd name="csX4" fmla="*/ 236818 w 710528"/>
              <a:gd name="csY4" fmla="*/ 1022350 h 1983740"/>
              <a:gd name="csX5" fmla="*/ 639408 w 710528"/>
              <a:gd name="csY5" fmla="*/ 332740 h 1983740"/>
              <a:gd name="csX6" fmla="*/ 380328 w 710528"/>
              <a:gd name="csY6" fmla="*/ 0 h 1983740"/>
              <a:gd name="csX7" fmla="*/ 104738 w 710528"/>
              <a:gd name="csY7" fmla="*/ 332740 h 1983740"/>
              <a:gd name="csX0" fmla="*/ 104738 w 644574"/>
              <a:gd name="csY0" fmla="*/ 332740 h 1983740"/>
              <a:gd name="csX1" fmla="*/ 23443 w 644574"/>
              <a:gd name="csY1" fmla="*/ 971027 h 1983740"/>
              <a:gd name="csX2" fmla="*/ 598 w 644574"/>
              <a:gd name="csY2" fmla="*/ 1969770 h 1983740"/>
              <a:gd name="csX3" fmla="*/ 215228 w 644574"/>
              <a:gd name="csY3" fmla="*/ 1983740 h 1983740"/>
              <a:gd name="csX4" fmla="*/ 236818 w 644574"/>
              <a:gd name="csY4" fmla="*/ 1022350 h 1983740"/>
              <a:gd name="csX5" fmla="*/ 639408 w 644574"/>
              <a:gd name="csY5" fmla="*/ 332740 h 1983740"/>
              <a:gd name="csX6" fmla="*/ 380328 w 644574"/>
              <a:gd name="csY6" fmla="*/ 0 h 1983740"/>
              <a:gd name="csX7" fmla="*/ 104738 w 644574"/>
              <a:gd name="csY7" fmla="*/ 332740 h 1983740"/>
              <a:gd name="csX0" fmla="*/ 104738 w 441084"/>
              <a:gd name="csY0" fmla="*/ 332740 h 1983740"/>
              <a:gd name="csX1" fmla="*/ 23443 w 441084"/>
              <a:gd name="csY1" fmla="*/ 971027 h 1983740"/>
              <a:gd name="csX2" fmla="*/ 598 w 441084"/>
              <a:gd name="csY2" fmla="*/ 1969770 h 1983740"/>
              <a:gd name="csX3" fmla="*/ 215228 w 441084"/>
              <a:gd name="csY3" fmla="*/ 1983740 h 1983740"/>
              <a:gd name="csX4" fmla="*/ 236818 w 441084"/>
              <a:gd name="csY4" fmla="*/ 1022350 h 1983740"/>
              <a:gd name="csX5" fmla="*/ 216498 w 441084"/>
              <a:gd name="csY5" fmla="*/ 374650 h 1983740"/>
              <a:gd name="csX6" fmla="*/ 380328 w 441084"/>
              <a:gd name="csY6" fmla="*/ 0 h 1983740"/>
              <a:gd name="csX7" fmla="*/ 104738 w 441084"/>
              <a:gd name="csY7" fmla="*/ 332740 h 1983740"/>
              <a:gd name="csX0" fmla="*/ 104738 w 382695"/>
              <a:gd name="csY0" fmla="*/ 332740 h 1983740"/>
              <a:gd name="csX1" fmla="*/ 23443 w 382695"/>
              <a:gd name="csY1" fmla="*/ 971027 h 1983740"/>
              <a:gd name="csX2" fmla="*/ 598 w 382695"/>
              <a:gd name="csY2" fmla="*/ 1969770 h 1983740"/>
              <a:gd name="csX3" fmla="*/ 215228 w 382695"/>
              <a:gd name="csY3" fmla="*/ 1983740 h 1983740"/>
              <a:gd name="csX4" fmla="*/ 236818 w 382695"/>
              <a:gd name="csY4" fmla="*/ 1022350 h 1983740"/>
              <a:gd name="csX5" fmla="*/ 380328 w 382695"/>
              <a:gd name="csY5" fmla="*/ 0 h 1983740"/>
              <a:gd name="csX6" fmla="*/ 104738 w 382695"/>
              <a:gd name="csY6" fmla="*/ 332740 h 1983740"/>
              <a:gd name="csX0" fmla="*/ 104738 w 247918"/>
              <a:gd name="csY0" fmla="*/ 229870 h 1880870"/>
              <a:gd name="csX1" fmla="*/ 23443 w 247918"/>
              <a:gd name="csY1" fmla="*/ 868157 h 1880870"/>
              <a:gd name="csX2" fmla="*/ 598 w 247918"/>
              <a:gd name="csY2" fmla="*/ 1866900 h 1880870"/>
              <a:gd name="csX3" fmla="*/ 215228 w 247918"/>
              <a:gd name="csY3" fmla="*/ 1880870 h 1880870"/>
              <a:gd name="csX4" fmla="*/ 236818 w 247918"/>
              <a:gd name="csY4" fmla="*/ 919480 h 1880870"/>
              <a:gd name="csX5" fmla="*/ 212688 w 247918"/>
              <a:gd name="csY5" fmla="*/ 0 h 1880870"/>
              <a:gd name="csX6" fmla="*/ 104738 w 247918"/>
              <a:gd name="csY6" fmla="*/ 229870 h 1880870"/>
              <a:gd name="csX0" fmla="*/ 104738 w 215730"/>
              <a:gd name="csY0" fmla="*/ 229870 h 1880870"/>
              <a:gd name="csX1" fmla="*/ 23443 w 215730"/>
              <a:gd name="csY1" fmla="*/ 868157 h 1880870"/>
              <a:gd name="csX2" fmla="*/ 598 w 215730"/>
              <a:gd name="csY2" fmla="*/ 1866900 h 1880870"/>
              <a:gd name="csX3" fmla="*/ 215228 w 215730"/>
              <a:gd name="csY3" fmla="*/ 1880870 h 1880870"/>
              <a:gd name="csX4" fmla="*/ 103468 w 215730"/>
              <a:gd name="csY4" fmla="*/ 919480 h 1880870"/>
              <a:gd name="csX5" fmla="*/ 212688 w 215730"/>
              <a:gd name="csY5" fmla="*/ 0 h 1880870"/>
              <a:gd name="csX6" fmla="*/ 104738 w 215730"/>
              <a:gd name="csY6" fmla="*/ 229870 h 1880870"/>
              <a:gd name="csX0" fmla="*/ 104738 w 215730"/>
              <a:gd name="csY0" fmla="*/ 229870 h 1869440"/>
              <a:gd name="csX1" fmla="*/ 23443 w 215730"/>
              <a:gd name="csY1" fmla="*/ 868157 h 1869440"/>
              <a:gd name="csX2" fmla="*/ 598 w 215730"/>
              <a:gd name="csY2" fmla="*/ 1866900 h 1869440"/>
              <a:gd name="csX3" fmla="*/ 104738 w 215730"/>
              <a:gd name="csY3" fmla="*/ 1869440 h 1869440"/>
              <a:gd name="csX4" fmla="*/ 103468 w 215730"/>
              <a:gd name="csY4" fmla="*/ 919480 h 1869440"/>
              <a:gd name="csX5" fmla="*/ 212688 w 215730"/>
              <a:gd name="csY5" fmla="*/ 0 h 1869440"/>
              <a:gd name="csX6" fmla="*/ 104738 w 215730"/>
              <a:gd name="csY6" fmla="*/ 229870 h 1869440"/>
              <a:gd name="csX0" fmla="*/ 212688 w 215730"/>
              <a:gd name="csY0" fmla="*/ 95 h 1869535"/>
              <a:gd name="csX1" fmla="*/ 23443 w 215730"/>
              <a:gd name="csY1" fmla="*/ 868252 h 1869535"/>
              <a:gd name="csX2" fmla="*/ 598 w 215730"/>
              <a:gd name="csY2" fmla="*/ 1866995 h 1869535"/>
              <a:gd name="csX3" fmla="*/ 104738 w 215730"/>
              <a:gd name="csY3" fmla="*/ 1869535 h 1869535"/>
              <a:gd name="csX4" fmla="*/ 103468 w 215730"/>
              <a:gd name="csY4" fmla="*/ 919575 h 1869535"/>
              <a:gd name="csX5" fmla="*/ 212688 w 215730"/>
              <a:gd name="csY5" fmla="*/ 95 h 1869535"/>
              <a:gd name="csX0" fmla="*/ 98388 w 119953"/>
              <a:gd name="csY0" fmla="*/ 208 h 1561038"/>
              <a:gd name="csX1" fmla="*/ 23443 w 119953"/>
              <a:gd name="csY1" fmla="*/ 559755 h 1561038"/>
              <a:gd name="csX2" fmla="*/ 598 w 119953"/>
              <a:gd name="csY2" fmla="*/ 1558498 h 1561038"/>
              <a:gd name="csX3" fmla="*/ 104738 w 119953"/>
              <a:gd name="csY3" fmla="*/ 1561038 h 1561038"/>
              <a:gd name="csX4" fmla="*/ 103468 w 119953"/>
              <a:gd name="csY4" fmla="*/ 611078 h 1561038"/>
              <a:gd name="csX5" fmla="*/ 98388 w 119953"/>
              <a:gd name="csY5" fmla="*/ 208 h 1561038"/>
              <a:gd name="csX0" fmla="*/ 98388 w 119953"/>
              <a:gd name="csY0" fmla="*/ 0 h 1560830"/>
              <a:gd name="csX1" fmla="*/ 23443 w 119953"/>
              <a:gd name="csY1" fmla="*/ 559547 h 1560830"/>
              <a:gd name="csX2" fmla="*/ 598 w 119953"/>
              <a:gd name="csY2" fmla="*/ 1558290 h 1560830"/>
              <a:gd name="csX3" fmla="*/ 104738 w 119953"/>
              <a:gd name="csY3" fmla="*/ 1560830 h 1560830"/>
              <a:gd name="csX4" fmla="*/ 103468 w 119953"/>
              <a:gd name="csY4" fmla="*/ 610870 h 1560830"/>
              <a:gd name="csX5" fmla="*/ 98388 w 119953"/>
              <a:gd name="csY5" fmla="*/ 0 h 1560830"/>
              <a:gd name="csX0" fmla="*/ 98388 w 115472"/>
              <a:gd name="csY0" fmla="*/ 0 h 1560830"/>
              <a:gd name="csX1" fmla="*/ 23443 w 115472"/>
              <a:gd name="csY1" fmla="*/ 559547 h 1560830"/>
              <a:gd name="csX2" fmla="*/ 598 w 115472"/>
              <a:gd name="csY2" fmla="*/ 1558290 h 1560830"/>
              <a:gd name="csX3" fmla="*/ 104738 w 115472"/>
              <a:gd name="csY3" fmla="*/ 1560830 h 1560830"/>
              <a:gd name="csX4" fmla="*/ 103468 w 115472"/>
              <a:gd name="csY4" fmla="*/ 610870 h 1560830"/>
              <a:gd name="csX5" fmla="*/ 98388 w 115472"/>
              <a:gd name="csY5" fmla="*/ 0 h 1560830"/>
              <a:gd name="csX0" fmla="*/ 98388 w 115472"/>
              <a:gd name="csY0" fmla="*/ 0 h 1560830"/>
              <a:gd name="csX1" fmla="*/ 23443 w 115472"/>
              <a:gd name="csY1" fmla="*/ 559547 h 1560830"/>
              <a:gd name="csX2" fmla="*/ 598 w 115472"/>
              <a:gd name="csY2" fmla="*/ 1558290 h 1560830"/>
              <a:gd name="csX3" fmla="*/ 104738 w 115472"/>
              <a:gd name="csY3" fmla="*/ 1560830 h 1560830"/>
              <a:gd name="csX4" fmla="*/ 103468 w 115472"/>
              <a:gd name="csY4" fmla="*/ 610870 h 1560830"/>
              <a:gd name="csX5" fmla="*/ 98388 w 115472"/>
              <a:gd name="csY5" fmla="*/ 0 h 1560830"/>
              <a:gd name="csX0" fmla="*/ 96483 w 115022"/>
              <a:gd name="csY0" fmla="*/ 0 h 1576070"/>
              <a:gd name="csX1" fmla="*/ 23443 w 115022"/>
              <a:gd name="csY1" fmla="*/ 574787 h 1576070"/>
              <a:gd name="csX2" fmla="*/ 598 w 115022"/>
              <a:gd name="csY2" fmla="*/ 1573530 h 1576070"/>
              <a:gd name="csX3" fmla="*/ 104738 w 115022"/>
              <a:gd name="csY3" fmla="*/ 1576070 h 1576070"/>
              <a:gd name="csX4" fmla="*/ 103468 w 115022"/>
              <a:gd name="csY4" fmla="*/ 626110 h 1576070"/>
              <a:gd name="csX5" fmla="*/ 96483 w 115022"/>
              <a:gd name="csY5" fmla="*/ 0 h 1576070"/>
              <a:gd name="csX0" fmla="*/ 96483 w 104738"/>
              <a:gd name="csY0" fmla="*/ 0 h 1576070"/>
              <a:gd name="csX1" fmla="*/ 23443 w 104738"/>
              <a:gd name="csY1" fmla="*/ 574787 h 1576070"/>
              <a:gd name="csX2" fmla="*/ 598 w 104738"/>
              <a:gd name="csY2" fmla="*/ 1573530 h 1576070"/>
              <a:gd name="csX3" fmla="*/ 104738 w 104738"/>
              <a:gd name="csY3" fmla="*/ 1576070 h 1576070"/>
              <a:gd name="csX4" fmla="*/ 103468 w 104738"/>
              <a:gd name="csY4" fmla="*/ 626110 h 1576070"/>
              <a:gd name="csX5" fmla="*/ 96483 w 104738"/>
              <a:gd name="csY5" fmla="*/ 0 h 1576070"/>
            </a:gdLst>
            <a:ahLst/>
            <a:cxnLst>
              <a:cxn ang="0">
                <a:pos x="csX0" y="csY0"/>
              </a:cxn>
              <a:cxn ang="0">
                <a:pos x="csX1" y="csY1"/>
              </a:cxn>
              <a:cxn ang="0">
                <a:pos x="csX2" y="csY2"/>
              </a:cxn>
              <a:cxn ang="0">
                <a:pos x="csX3" y="csY3"/>
              </a:cxn>
              <a:cxn ang="0">
                <a:pos x="csX4" y="csY4"/>
              </a:cxn>
              <a:cxn ang="0">
                <a:pos x="csX5" y="csY5"/>
              </a:cxn>
            </a:cxnLst>
            <a:rect l="l" t="t" r="r" b="b"/>
            <a:pathLst>
              <a:path w="104738" h="1576070">
                <a:moveTo>
                  <a:pt x="96483" y="0"/>
                </a:moveTo>
                <a:cubicBezTo>
                  <a:pt x="31711" y="130511"/>
                  <a:pt x="34026" y="261732"/>
                  <a:pt x="23443" y="574787"/>
                </a:cubicBezTo>
                <a:cubicBezTo>
                  <a:pt x="27041" y="848260"/>
                  <a:pt x="-4696" y="1388235"/>
                  <a:pt x="598" y="1573530"/>
                </a:cubicBezTo>
                <a:lnTo>
                  <a:pt x="104738" y="1576070"/>
                </a:lnTo>
                <a:cubicBezTo>
                  <a:pt x="104315" y="1259417"/>
                  <a:pt x="103891" y="942763"/>
                  <a:pt x="103468" y="626110"/>
                </a:cubicBezTo>
                <a:cubicBezTo>
                  <a:pt x="104315" y="291677"/>
                  <a:pt x="101351" y="118745"/>
                  <a:pt x="96483" y="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8" name="Picture 117">
            <a:extLst>
              <a:ext uri="{FF2B5EF4-FFF2-40B4-BE49-F238E27FC236}">
                <a16:creationId xmlns:a16="http://schemas.microsoft.com/office/drawing/2014/main" id="{9365342A-E855-81F2-57B3-C9E259A6C52F}"/>
              </a:ext>
            </a:extLst>
          </p:cNvPr>
          <p:cNvPicPr>
            <a:picLocks noChangeAspect="1"/>
          </p:cNvPicPr>
          <p:nvPr/>
        </p:nvPicPr>
        <p:blipFill>
          <a:blip r:embed="rId6"/>
          <a:stretch>
            <a:fillRect/>
          </a:stretch>
        </p:blipFill>
        <p:spPr>
          <a:xfrm>
            <a:off x="2846426" y="2526317"/>
            <a:ext cx="988718" cy="356754"/>
          </a:xfrm>
          <a:prstGeom prst="rect">
            <a:avLst/>
          </a:prstGeom>
        </p:spPr>
      </p:pic>
      <p:sp>
        <p:nvSpPr>
          <p:cNvPr id="119" name="Freeform: Shape 118">
            <a:extLst>
              <a:ext uri="{FF2B5EF4-FFF2-40B4-BE49-F238E27FC236}">
                <a16:creationId xmlns:a16="http://schemas.microsoft.com/office/drawing/2014/main" id="{0AB10D58-4E9E-CD28-61EF-DA510505454C}"/>
              </a:ext>
            </a:extLst>
          </p:cNvPr>
          <p:cNvSpPr/>
          <p:nvPr/>
        </p:nvSpPr>
        <p:spPr>
          <a:xfrm>
            <a:off x="6139455" y="924258"/>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4689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AD362-5D40-7CA1-0DEC-A0B1B3021AE0}"/>
            </a:ext>
          </a:extLst>
        </p:cNvPr>
        <p:cNvGrpSpPr/>
        <p:nvPr/>
      </p:nvGrpSpPr>
      <p:grpSpPr>
        <a:xfrm>
          <a:off x="0" y="0"/>
          <a:ext cx="0" cy="0"/>
          <a:chOff x="0" y="0"/>
          <a:chExt cx="0" cy="0"/>
        </a:xfrm>
      </p:grpSpPr>
      <p:pic>
        <p:nvPicPr>
          <p:cNvPr id="78" name="Picture 77">
            <a:extLst>
              <a:ext uri="{FF2B5EF4-FFF2-40B4-BE49-F238E27FC236}">
                <a16:creationId xmlns:a16="http://schemas.microsoft.com/office/drawing/2014/main" id="{386DDA91-F008-56CC-B4D5-240C0843C3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0364" y="806978"/>
            <a:ext cx="4042800" cy="2657577"/>
          </a:xfrm>
          <a:prstGeom prst="rect">
            <a:avLst/>
          </a:prstGeom>
        </p:spPr>
      </p:pic>
      <p:pic>
        <p:nvPicPr>
          <p:cNvPr id="81" name="Picture 80">
            <a:extLst>
              <a:ext uri="{FF2B5EF4-FFF2-40B4-BE49-F238E27FC236}">
                <a16:creationId xmlns:a16="http://schemas.microsoft.com/office/drawing/2014/main" id="{0DC5CF1A-7DF2-0C2C-D2F5-64F938F7EE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2391" y="806978"/>
            <a:ext cx="4042800" cy="2657577"/>
          </a:xfrm>
          <a:prstGeom prst="rect">
            <a:avLst/>
          </a:prstGeom>
        </p:spPr>
      </p:pic>
      <p:pic>
        <p:nvPicPr>
          <p:cNvPr id="84" name="Picture 83">
            <a:extLst>
              <a:ext uri="{FF2B5EF4-FFF2-40B4-BE49-F238E27FC236}">
                <a16:creationId xmlns:a16="http://schemas.microsoft.com/office/drawing/2014/main" id="{0516A961-EE96-F82A-9F41-DA9326F62E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807498"/>
            <a:ext cx="4041215" cy="2656536"/>
          </a:xfrm>
          <a:prstGeom prst="rect">
            <a:avLst/>
          </a:prstGeom>
        </p:spPr>
      </p:pic>
      <p:cxnSp>
        <p:nvCxnSpPr>
          <p:cNvPr id="111" name="Straight Connector 110">
            <a:extLst>
              <a:ext uri="{FF2B5EF4-FFF2-40B4-BE49-F238E27FC236}">
                <a16:creationId xmlns:a16="http://schemas.microsoft.com/office/drawing/2014/main" id="{FE60210C-3417-D74F-B732-16135B861D50}"/>
              </a:ext>
            </a:extLst>
          </p:cNvPr>
          <p:cNvCxnSpPr>
            <a:cxnSpLocks/>
          </p:cNvCxnSpPr>
          <p:nvPr/>
        </p:nvCxnSpPr>
        <p:spPr>
          <a:xfrm>
            <a:off x="4004351" y="835731"/>
            <a:ext cx="0" cy="5466746"/>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3A561AC5-67A4-FD66-A85B-F55F13ACF5AF}"/>
              </a:ext>
            </a:extLst>
          </p:cNvPr>
          <p:cNvSpPr>
            <a:spLocks noGrp="1"/>
          </p:cNvSpPr>
          <p:nvPr>
            <p:ph type="ftr" sz="quarter" idx="10"/>
          </p:nvPr>
        </p:nvSpPr>
        <p:spPr/>
        <p:txBody>
          <a:bodyPr/>
          <a:lstStyle/>
          <a:p>
            <a:r>
              <a:rPr lang="en-US"/>
              <a:t>Pie de página</a:t>
            </a:r>
          </a:p>
        </p:txBody>
      </p:sp>
      <p:sp>
        <p:nvSpPr>
          <p:cNvPr id="4" name="Slide Number Placeholder 3">
            <a:extLst>
              <a:ext uri="{FF2B5EF4-FFF2-40B4-BE49-F238E27FC236}">
                <a16:creationId xmlns:a16="http://schemas.microsoft.com/office/drawing/2014/main" id="{4EC559FA-C992-8876-6AA7-9EEC67DC7856}"/>
              </a:ext>
            </a:extLst>
          </p:cNvPr>
          <p:cNvSpPr>
            <a:spLocks noGrp="1"/>
          </p:cNvSpPr>
          <p:nvPr>
            <p:ph type="sldNum" sz="quarter" idx="11"/>
          </p:nvPr>
        </p:nvSpPr>
        <p:spPr/>
        <p:txBody>
          <a:bodyPr/>
          <a:lstStyle/>
          <a:p>
            <a:fld id="{D637F8FC-4B86-4690-8888-22AB2F781BEF}" type="slidenum">
              <a:rPr lang="en-US" smtClean="0"/>
              <a:pPr/>
              <a:t>16</a:t>
            </a:fld>
            <a:endParaRPr lang="en-US"/>
          </a:p>
        </p:txBody>
      </p:sp>
      <p:sp>
        <p:nvSpPr>
          <p:cNvPr id="8" name="Title 7">
            <a:extLst>
              <a:ext uri="{FF2B5EF4-FFF2-40B4-BE49-F238E27FC236}">
                <a16:creationId xmlns:a16="http://schemas.microsoft.com/office/drawing/2014/main" id="{69386240-7770-EAC6-9B01-C8969436A933}"/>
              </a:ext>
            </a:extLst>
          </p:cNvPr>
          <p:cNvSpPr>
            <a:spLocks noGrp="1"/>
          </p:cNvSpPr>
          <p:nvPr>
            <p:ph type="title"/>
          </p:nvPr>
        </p:nvSpPr>
        <p:spPr>
          <a:xfrm>
            <a:off x="721599" y="388575"/>
            <a:ext cx="10544383" cy="599007"/>
          </a:xfrm>
        </p:spPr>
        <p:txBody>
          <a:bodyPr/>
          <a:lstStyle/>
          <a:p>
            <a:r>
              <a:rPr lang="en-US"/>
              <a:t>Spectral Window Formation via Phase Shifting</a:t>
            </a:r>
          </a:p>
        </p:txBody>
      </p:sp>
      <p:sp>
        <p:nvSpPr>
          <p:cNvPr id="7" name="Date Placeholder 6">
            <a:extLst>
              <a:ext uri="{FF2B5EF4-FFF2-40B4-BE49-F238E27FC236}">
                <a16:creationId xmlns:a16="http://schemas.microsoft.com/office/drawing/2014/main" id="{CE9DBDEB-752E-BC17-EE34-613CF311A85C}"/>
              </a:ext>
            </a:extLst>
          </p:cNvPr>
          <p:cNvSpPr>
            <a:spLocks noGrp="1"/>
          </p:cNvSpPr>
          <p:nvPr>
            <p:ph type="dt" sz="half" idx="2"/>
          </p:nvPr>
        </p:nvSpPr>
        <p:spPr/>
        <p:txBody>
          <a:bodyPr/>
          <a:lstStyle/>
          <a:p>
            <a:fld id="{39E18374-368A-4A3E-9C13-EFB00A3C21AB}" type="datetime1">
              <a:rPr lang="es-ES" smtClean="0"/>
              <a:t>06/05/2026</a:t>
            </a:fld>
            <a:endParaRPr lang="es-ES"/>
          </a:p>
        </p:txBody>
      </p:sp>
      <p:cxnSp>
        <p:nvCxnSpPr>
          <p:cNvPr id="106" name="Straight Arrow Connector 105">
            <a:extLst>
              <a:ext uri="{FF2B5EF4-FFF2-40B4-BE49-F238E27FC236}">
                <a16:creationId xmlns:a16="http://schemas.microsoft.com/office/drawing/2014/main" id="{107F7121-D949-348A-D910-31E5A5E243AB}"/>
              </a:ext>
            </a:extLst>
          </p:cNvPr>
          <p:cNvCxnSpPr>
            <a:cxnSpLocks/>
            <a:endCxn id="102" idx="1"/>
          </p:cNvCxnSpPr>
          <p:nvPr/>
        </p:nvCxnSpPr>
        <p:spPr>
          <a:xfrm>
            <a:off x="1025509" y="5043578"/>
            <a:ext cx="705223" cy="0"/>
          </a:xfrm>
          <a:prstGeom prst="straightConnector1">
            <a:avLst/>
          </a:prstGeom>
          <a:noFill/>
          <a:ln w="19050" cap="flat" cmpd="sng" algn="ctr">
            <a:solidFill>
              <a:srgbClr val="156082"/>
            </a:solidFill>
            <a:prstDash val="solid"/>
            <a:miter lim="800000"/>
            <a:tailEnd type="triangle"/>
          </a:ln>
          <a:effectLst/>
        </p:spPr>
      </p:cxnSp>
      <p:grpSp>
        <p:nvGrpSpPr>
          <p:cNvPr id="5" name="Group 4">
            <a:extLst>
              <a:ext uri="{FF2B5EF4-FFF2-40B4-BE49-F238E27FC236}">
                <a16:creationId xmlns:a16="http://schemas.microsoft.com/office/drawing/2014/main" id="{4FD20C86-4B78-5F16-5382-6D6D0570AADD}"/>
              </a:ext>
            </a:extLst>
          </p:cNvPr>
          <p:cNvGrpSpPr/>
          <p:nvPr/>
        </p:nvGrpSpPr>
        <p:grpSpPr>
          <a:xfrm>
            <a:off x="1730732" y="4553281"/>
            <a:ext cx="1343676" cy="631598"/>
            <a:chOff x="2222345" y="4139233"/>
            <a:chExt cx="1343676" cy="631598"/>
          </a:xfrm>
        </p:grpSpPr>
        <p:sp>
          <p:nvSpPr>
            <p:cNvPr id="98" name="Rectangle: Rounded Corners 97">
              <a:extLst>
                <a:ext uri="{FF2B5EF4-FFF2-40B4-BE49-F238E27FC236}">
                  <a16:creationId xmlns:a16="http://schemas.microsoft.com/office/drawing/2014/main" id="{660119A2-8B5D-CD11-C12C-8A06C0E65A5E}"/>
                </a:ext>
              </a:extLst>
            </p:cNvPr>
            <p:cNvSpPr/>
            <p:nvPr/>
          </p:nvSpPr>
          <p:spPr>
            <a:xfrm>
              <a:off x="2279667" y="4139233"/>
              <a:ext cx="1229032" cy="631598"/>
            </a:xfrm>
            <a:prstGeom prst="roundRect">
              <a:avLst/>
            </a:prstGeom>
            <a:solidFill>
              <a:srgbClr val="F5C9EC"/>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99" name="Group 98">
              <a:extLst>
                <a:ext uri="{FF2B5EF4-FFF2-40B4-BE49-F238E27FC236}">
                  <a16:creationId xmlns:a16="http://schemas.microsoft.com/office/drawing/2014/main" id="{6EB3C798-408E-8D9A-4D32-3C42FAF3470E}"/>
                </a:ext>
              </a:extLst>
            </p:cNvPr>
            <p:cNvGrpSpPr/>
            <p:nvPr/>
          </p:nvGrpSpPr>
          <p:grpSpPr>
            <a:xfrm>
              <a:off x="2222345" y="4247006"/>
              <a:ext cx="1343676" cy="416052"/>
              <a:chOff x="2023872" y="2779776"/>
              <a:chExt cx="1343676" cy="416052"/>
            </a:xfrm>
          </p:grpSpPr>
          <p:grpSp>
            <p:nvGrpSpPr>
              <p:cNvPr id="100" name="Group 99">
                <a:extLst>
                  <a:ext uri="{FF2B5EF4-FFF2-40B4-BE49-F238E27FC236}">
                    <a16:creationId xmlns:a16="http://schemas.microsoft.com/office/drawing/2014/main" id="{E9FEF664-FCEE-8C4D-DF24-1F192CE26098}"/>
                  </a:ext>
                </a:extLst>
              </p:cNvPr>
              <p:cNvGrpSpPr/>
              <p:nvPr/>
            </p:nvGrpSpPr>
            <p:grpSpPr>
              <a:xfrm>
                <a:off x="2023872" y="2779776"/>
                <a:ext cx="1343676" cy="67056"/>
                <a:chOff x="2023872" y="2779776"/>
                <a:chExt cx="1343676" cy="67056"/>
              </a:xfrm>
            </p:grpSpPr>
            <p:sp>
              <p:nvSpPr>
                <p:cNvPr id="104" name="Rectangle 103">
                  <a:extLst>
                    <a:ext uri="{FF2B5EF4-FFF2-40B4-BE49-F238E27FC236}">
                      <a16:creationId xmlns:a16="http://schemas.microsoft.com/office/drawing/2014/main" id="{528A38B7-B77D-3675-4884-8374C4F0CEEA}"/>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5" name="Rectangle 104">
                  <a:extLst>
                    <a:ext uri="{FF2B5EF4-FFF2-40B4-BE49-F238E27FC236}">
                      <a16:creationId xmlns:a16="http://schemas.microsoft.com/office/drawing/2014/main" id="{792FEA6F-DCF8-2008-BDD3-7B31793DE9B8}"/>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01" name="Group 100">
                <a:extLst>
                  <a:ext uri="{FF2B5EF4-FFF2-40B4-BE49-F238E27FC236}">
                    <a16:creationId xmlns:a16="http://schemas.microsoft.com/office/drawing/2014/main" id="{3D18BBDB-FF99-3638-1501-02C80CFFC2CF}"/>
                  </a:ext>
                </a:extLst>
              </p:cNvPr>
              <p:cNvGrpSpPr/>
              <p:nvPr/>
            </p:nvGrpSpPr>
            <p:grpSpPr>
              <a:xfrm>
                <a:off x="2023872" y="3128772"/>
                <a:ext cx="1343676" cy="67056"/>
                <a:chOff x="2023872" y="3128772"/>
                <a:chExt cx="1343676" cy="67056"/>
              </a:xfrm>
            </p:grpSpPr>
            <p:sp>
              <p:nvSpPr>
                <p:cNvPr id="102" name="Rectangle 101">
                  <a:extLst>
                    <a:ext uri="{FF2B5EF4-FFF2-40B4-BE49-F238E27FC236}">
                      <a16:creationId xmlns:a16="http://schemas.microsoft.com/office/drawing/2014/main" id="{FFA00A13-CC04-410A-C79F-C2788401B6E0}"/>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3" name="Rectangle 102">
                  <a:extLst>
                    <a:ext uri="{FF2B5EF4-FFF2-40B4-BE49-F238E27FC236}">
                      <a16:creationId xmlns:a16="http://schemas.microsoft.com/office/drawing/2014/main" id="{D769FE77-A56F-8856-4A4D-50893667E4A1}"/>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2" name="TextBox 1">
              <a:extLst>
                <a:ext uri="{FF2B5EF4-FFF2-40B4-BE49-F238E27FC236}">
                  <a16:creationId xmlns:a16="http://schemas.microsoft.com/office/drawing/2014/main" id="{5A4D95ED-F32F-13D9-04BF-AA39F2103F06}"/>
                </a:ext>
              </a:extLst>
            </p:cNvPr>
            <p:cNvSpPr txBox="1"/>
            <p:nvPr/>
          </p:nvSpPr>
          <p:spPr>
            <a:xfrm>
              <a:off x="2379956" y="4270366"/>
              <a:ext cx="10284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ptos" panose="02110004020202020204"/>
                </a:rPr>
                <a:t>MZI_</a:t>
              </a:r>
              <a:r>
                <a:rPr kumimoji="0" lang="es-CO" sz="1800" b="0" i="0" u="none" strike="noStrike" kern="0" cap="none" spc="0" normalizeH="0" baseline="0" noProof="0">
                  <a:ln>
                    <a:noFill/>
                  </a:ln>
                  <a:solidFill>
                    <a:prstClr val="black"/>
                  </a:solidFill>
                  <a:effectLst/>
                  <a:uLnTx/>
                  <a:uFillTx/>
                  <a:latin typeface="Aptos" panose="02110004020202020204"/>
                </a:rPr>
                <a:t>In</a:t>
              </a:r>
              <a:endParaRPr kumimoji="0" lang="en-US" sz="1800" b="0" i="0" u="none" strike="noStrike" kern="0" cap="none" spc="0" normalizeH="0" baseline="0" noProof="0">
                <a:ln>
                  <a:noFill/>
                </a:ln>
                <a:solidFill>
                  <a:prstClr val="black"/>
                </a:solidFill>
                <a:effectLst/>
                <a:uLnTx/>
                <a:uFillTx/>
                <a:latin typeface="Aptos" panose="02110004020202020204"/>
              </a:endParaRPr>
            </a:p>
          </p:txBody>
        </p:sp>
      </p:grpSp>
      <p:grpSp>
        <p:nvGrpSpPr>
          <p:cNvPr id="86" name="Group 85">
            <a:extLst>
              <a:ext uri="{FF2B5EF4-FFF2-40B4-BE49-F238E27FC236}">
                <a16:creationId xmlns:a16="http://schemas.microsoft.com/office/drawing/2014/main" id="{AFEC276D-61F3-FC89-9DCD-74CE7DF9A86E}"/>
              </a:ext>
            </a:extLst>
          </p:cNvPr>
          <p:cNvGrpSpPr/>
          <p:nvPr/>
        </p:nvGrpSpPr>
        <p:grpSpPr>
          <a:xfrm>
            <a:off x="9347264" y="3439152"/>
            <a:ext cx="1343676" cy="2859856"/>
            <a:chOff x="9347264" y="3331000"/>
            <a:chExt cx="1343676" cy="2859856"/>
          </a:xfrm>
        </p:grpSpPr>
        <p:grpSp>
          <p:nvGrpSpPr>
            <p:cNvPr id="6" name="Group 5">
              <a:extLst>
                <a:ext uri="{FF2B5EF4-FFF2-40B4-BE49-F238E27FC236}">
                  <a16:creationId xmlns:a16="http://schemas.microsoft.com/office/drawing/2014/main" id="{A3ECDCEB-FFAB-B372-32A1-2252AD2334D2}"/>
                </a:ext>
              </a:extLst>
            </p:cNvPr>
            <p:cNvGrpSpPr/>
            <p:nvPr/>
          </p:nvGrpSpPr>
          <p:grpSpPr>
            <a:xfrm>
              <a:off x="9347264" y="5559258"/>
              <a:ext cx="1343676" cy="631598"/>
              <a:chOff x="2222345" y="4139233"/>
              <a:chExt cx="1343676" cy="631598"/>
            </a:xfrm>
          </p:grpSpPr>
          <p:sp>
            <p:nvSpPr>
              <p:cNvPr id="9" name="Rectangle: Rounded Corners 8">
                <a:extLst>
                  <a:ext uri="{FF2B5EF4-FFF2-40B4-BE49-F238E27FC236}">
                    <a16:creationId xmlns:a16="http://schemas.microsoft.com/office/drawing/2014/main" id="{4C208FB7-EA3E-830A-E8AD-79335D7FB8D1}"/>
                  </a:ext>
                </a:extLst>
              </p:cNvPr>
              <p:cNvSpPr/>
              <p:nvPr/>
            </p:nvSpPr>
            <p:spPr>
              <a:xfrm>
                <a:off x="2279667" y="4139233"/>
                <a:ext cx="1229032" cy="631598"/>
              </a:xfrm>
              <a:prstGeom prst="roundRect">
                <a:avLst/>
              </a:prstGeom>
              <a:solidFill>
                <a:srgbClr val="F5C9EC"/>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10" name="Group 9">
                <a:extLst>
                  <a:ext uri="{FF2B5EF4-FFF2-40B4-BE49-F238E27FC236}">
                    <a16:creationId xmlns:a16="http://schemas.microsoft.com/office/drawing/2014/main" id="{71FF77A8-EA7B-C3DE-165E-17D0355D5D3F}"/>
                  </a:ext>
                </a:extLst>
              </p:cNvPr>
              <p:cNvGrpSpPr/>
              <p:nvPr/>
            </p:nvGrpSpPr>
            <p:grpSpPr>
              <a:xfrm>
                <a:off x="2222345" y="4247006"/>
                <a:ext cx="1343676" cy="416052"/>
                <a:chOff x="2023872" y="2779776"/>
                <a:chExt cx="1343676" cy="416052"/>
              </a:xfrm>
            </p:grpSpPr>
            <p:grpSp>
              <p:nvGrpSpPr>
                <p:cNvPr id="12" name="Group 11">
                  <a:extLst>
                    <a:ext uri="{FF2B5EF4-FFF2-40B4-BE49-F238E27FC236}">
                      <a16:creationId xmlns:a16="http://schemas.microsoft.com/office/drawing/2014/main" id="{B7DB3B47-55DA-B8B9-D1FE-7C197833FD1B}"/>
                    </a:ext>
                  </a:extLst>
                </p:cNvPr>
                <p:cNvGrpSpPr/>
                <p:nvPr/>
              </p:nvGrpSpPr>
              <p:grpSpPr>
                <a:xfrm>
                  <a:off x="2023872" y="2779776"/>
                  <a:ext cx="1343676" cy="67056"/>
                  <a:chOff x="2023872" y="2779776"/>
                  <a:chExt cx="1343676" cy="67056"/>
                </a:xfrm>
              </p:grpSpPr>
              <p:sp>
                <p:nvSpPr>
                  <p:cNvPr id="16" name="Rectangle 15">
                    <a:extLst>
                      <a:ext uri="{FF2B5EF4-FFF2-40B4-BE49-F238E27FC236}">
                        <a16:creationId xmlns:a16="http://schemas.microsoft.com/office/drawing/2014/main" id="{4AE418F7-A9F9-2091-F85A-AB62151BA8BB}"/>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D2B85F85-82AE-49C6-06CA-23A9E42C9022}"/>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3" name="Group 12">
                  <a:extLst>
                    <a:ext uri="{FF2B5EF4-FFF2-40B4-BE49-F238E27FC236}">
                      <a16:creationId xmlns:a16="http://schemas.microsoft.com/office/drawing/2014/main" id="{00464419-01DE-AB73-5605-8BD1E2F27BBD}"/>
                    </a:ext>
                  </a:extLst>
                </p:cNvPr>
                <p:cNvGrpSpPr/>
                <p:nvPr/>
              </p:nvGrpSpPr>
              <p:grpSpPr>
                <a:xfrm>
                  <a:off x="2023872" y="3128772"/>
                  <a:ext cx="1343676" cy="67056"/>
                  <a:chOff x="2023872" y="3128772"/>
                  <a:chExt cx="1343676" cy="67056"/>
                </a:xfrm>
              </p:grpSpPr>
              <p:sp>
                <p:nvSpPr>
                  <p:cNvPr id="14" name="Rectangle 13">
                    <a:extLst>
                      <a:ext uri="{FF2B5EF4-FFF2-40B4-BE49-F238E27FC236}">
                        <a16:creationId xmlns:a16="http://schemas.microsoft.com/office/drawing/2014/main" id="{D9C9CFF9-0007-81B3-2DFC-F047EF5E81F7}"/>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58B36BFD-8E5D-7540-D5B1-E38983BCFF79}"/>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11" name="TextBox 10">
                <a:extLst>
                  <a:ext uri="{FF2B5EF4-FFF2-40B4-BE49-F238E27FC236}">
                    <a16:creationId xmlns:a16="http://schemas.microsoft.com/office/drawing/2014/main" id="{56B7D41D-168B-F54C-A466-7B2BFD98E109}"/>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MZI_1</a:t>
                </a:r>
                <a:r>
                  <a:rPr lang="es-MX" kern="0">
                    <a:solidFill>
                      <a:prstClr val="black"/>
                    </a:solidFill>
                    <a:latin typeface="Aptos" panose="02110004020202020204"/>
                  </a:rPr>
                  <a:t>_5</a:t>
                </a:r>
                <a:endParaRPr lang="en-US" kern="0">
                  <a:solidFill>
                    <a:prstClr val="black"/>
                  </a:solidFill>
                  <a:latin typeface="Aptos" panose="02110004020202020204"/>
                </a:endParaRPr>
              </a:p>
            </p:txBody>
          </p:sp>
        </p:grpSp>
        <p:grpSp>
          <p:nvGrpSpPr>
            <p:cNvPr id="18" name="Group 17">
              <a:extLst>
                <a:ext uri="{FF2B5EF4-FFF2-40B4-BE49-F238E27FC236}">
                  <a16:creationId xmlns:a16="http://schemas.microsoft.com/office/drawing/2014/main" id="{0A41FF85-E7B4-E689-AAB5-677137B5B418}"/>
                </a:ext>
              </a:extLst>
            </p:cNvPr>
            <p:cNvGrpSpPr/>
            <p:nvPr/>
          </p:nvGrpSpPr>
          <p:grpSpPr>
            <a:xfrm>
              <a:off x="9347264" y="4814814"/>
              <a:ext cx="1343676" cy="631598"/>
              <a:chOff x="2222345" y="4139233"/>
              <a:chExt cx="1343676" cy="631598"/>
            </a:xfrm>
          </p:grpSpPr>
          <p:sp>
            <p:nvSpPr>
              <p:cNvPr id="19" name="Rectangle: Rounded Corners 18">
                <a:extLst>
                  <a:ext uri="{FF2B5EF4-FFF2-40B4-BE49-F238E27FC236}">
                    <a16:creationId xmlns:a16="http://schemas.microsoft.com/office/drawing/2014/main" id="{1EDBD545-A012-8DBC-0E51-B6232841E81F}"/>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20" name="Group 19">
                <a:extLst>
                  <a:ext uri="{FF2B5EF4-FFF2-40B4-BE49-F238E27FC236}">
                    <a16:creationId xmlns:a16="http://schemas.microsoft.com/office/drawing/2014/main" id="{1FDC035C-71A7-B6BE-B69C-C7489832D592}"/>
                  </a:ext>
                </a:extLst>
              </p:cNvPr>
              <p:cNvGrpSpPr/>
              <p:nvPr/>
            </p:nvGrpSpPr>
            <p:grpSpPr>
              <a:xfrm>
                <a:off x="2222345" y="4247006"/>
                <a:ext cx="1343676" cy="416052"/>
                <a:chOff x="2023872" y="2779776"/>
                <a:chExt cx="1343676" cy="416052"/>
              </a:xfrm>
            </p:grpSpPr>
            <p:grpSp>
              <p:nvGrpSpPr>
                <p:cNvPr id="22" name="Group 21">
                  <a:extLst>
                    <a:ext uri="{FF2B5EF4-FFF2-40B4-BE49-F238E27FC236}">
                      <a16:creationId xmlns:a16="http://schemas.microsoft.com/office/drawing/2014/main" id="{85AD3875-E93D-F038-809F-666A67246664}"/>
                    </a:ext>
                  </a:extLst>
                </p:cNvPr>
                <p:cNvGrpSpPr/>
                <p:nvPr/>
              </p:nvGrpSpPr>
              <p:grpSpPr>
                <a:xfrm>
                  <a:off x="2023872" y="2779776"/>
                  <a:ext cx="1343676" cy="67056"/>
                  <a:chOff x="2023872" y="2779776"/>
                  <a:chExt cx="1343676" cy="67056"/>
                </a:xfrm>
              </p:grpSpPr>
              <p:sp>
                <p:nvSpPr>
                  <p:cNvPr id="26" name="Rectangle 25">
                    <a:extLst>
                      <a:ext uri="{FF2B5EF4-FFF2-40B4-BE49-F238E27FC236}">
                        <a16:creationId xmlns:a16="http://schemas.microsoft.com/office/drawing/2014/main" id="{16AD560A-B175-CDDA-59B4-A2134DA10F3A}"/>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910B763A-C590-6AA5-EFFA-FC8AB8F82C86}"/>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23" name="Group 22">
                  <a:extLst>
                    <a:ext uri="{FF2B5EF4-FFF2-40B4-BE49-F238E27FC236}">
                      <a16:creationId xmlns:a16="http://schemas.microsoft.com/office/drawing/2014/main" id="{E1A6475C-4C5D-6F27-3DFB-2319AE3985BC}"/>
                    </a:ext>
                  </a:extLst>
                </p:cNvPr>
                <p:cNvGrpSpPr/>
                <p:nvPr/>
              </p:nvGrpSpPr>
              <p:grpSpPr>
                <a:xfrm>
                  <a:off x="2023872" y="3128772"/>
                  <a:ext cx="1343676" cy="67056"/>
                  <a:chOff x="2023872" y="3128772"/>
                  <a:chExt cx="1343676" cy="67056"/>
                </a:xfrm>
              </p:grpSpPr>
              <p:sp>
                <p:nvSpPr>
                  <p:cNvPr id="24" name="Rectangle 23">
                    <a:extLst>
                      <a:ext uri="{FF2B5EF4-FFF2-40B4-BE49-F238E27FC236}">
                        <a16:creationId xmlns:a16="http://schemas.microsoft.com/office/drawing/2014/main" id="{9FEBE954-69BC-DB4C-58BF-7ECFD07FD962}"/>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B949CD3E-7DFA-2010-6F02-78BA3F22ED2A}"/>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21" name="TextBox 20">
                <a:extLst>
                  <a:ext uri="{FF2B5EF4-FFF2-40B4-BE49-F238E27FC236}">
                    <a16:creationId xmlns:a16="http://schemas.microsoft.com/office/drawing/2014/main" id="{9162704E-3EBE-43CD-7613-0973B829BC8D}"/>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MZI_3</a:t>
                </a:r>
                <a:r>
                  <a:rPr lang="es-MX" kern="0">
                    <a:solidFill>
                      <a:prstClr val="black"/>
                    </a:solidFill>
                    <a:latin typeface="Aptos" panose="02110004020202020204"/>
                  </a:rPr>
                  <a:t>_7</a:t>
                </a:r>
                <a:endParaRPr lang="en-US" kern="0">
                  <a:solidFill>
                    <a:prstClr val="black"/>
                  </a:solidFill>
                  <a:latin typeface="Aptos" panose="02110004020202020204"/>
                </a:endParaRPr>
              </a:p>
            </p:txBody>
          </p:sp>
        </p:grpSp>
        <p:grpSp>
          <p:nvGrpSpPr>
            <p:cNvPr id="28" name="Group 27">
              <a:extLst>
                <a:ext uri="{FF2B5EF4-FFF2-40B4-BE49-F238E27FC236}">
                  <a16:creationId xmlns:a16="http://schemas.microsoft.com/office/drawing/2014/main" id="{019AFDDC-2407-505B-F3B5-87B8BC2D4E1A}"/>
                </a:ext>
              </a:extLst>
            </p:cNvPr>
            <p:cNvGrpSpPr/>
            <p:nvPr/>
          </p:nvGrpSpPr>
          <p:grpSpPr>
            <a:xfrm>
              <a:off x="9347264" y="4072907"/>
              <a:ext cx="1343676" cy="631598"/>
              <a:chOff x="2222345" y="4139233"/>
              <a:chExt cx="1343676" cy="631598"/>
            </a:xfrm>
          </p:grpSpPr>
          <p:sp>
            <p:nvSpPr>
              <p:cNvPr id="29" name="Rectangle: Rounded Corners 28">
                <a:extLst>
                  <a:ext uri="{FF2B5EF4-FFF2-40B4-BE49-F238E27FC236}">
                    <a16:creationId xmlns:a16="http://schemas.microsoft.com/office/drawing/2014/main" id="{8ED00830-7045-B9D1-D536-9799901DDAA8}"/>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30" name="Group 29">
                <a:extLst>
                  <a:ext uri="{FF2B5EF4-FFF2-40B4-BE49-F238E27FC236}">
                    <a16:creationId xmlns:a16="http://schemas.microsoft.com/office/drawing/2014/main" id="{20703F49-857A-EEA3-2476-65BF26AB2A19}"/>
                  </a:ext>
                </a:extLst>
              </p:cNvPr>
              <p:cNvGrpSpPr/>
              <p:nvPr/>
            </p:nvGrpSpPr>
            <p:grpSpPr>
              <a:xfrm>
                <a:off x="2222345" y="4247006"/>
                <a:ext cx="1343676" cy="416052"/>
                <a:chOff x="2023872" y="2779776"/>
                <a:chExt cx="1343676" cy="416052"/>
              </a:xfrm>
            </p:grpSpPr>
            <p:grpSp>
              <p:nvGrpSpPr>
                <p:cNvPr id="32" name="Group 31">
                  <a:extLst>
                    <a:ext uri="{FF2B5EF4-FFF2-40B4-BE49-F238E27FC236}">
                      <a16:creationId xmlns:a16="http://schemas.microsoft.com/office/drawing/2014/main" id="{B52485F1-D72E-3D46-FE1E-38A420408A2D}"/>
                    </a:ext>
                  </a:extLst>
                </p:cNvPr>
                <p:cNvGrpSpPr/>
                <p:nvPr/>
              </p:nvGrpSpPr>
              <p:grpSpPr>
                <a:xfrm>
                  <a:off x="2023872" y="2779776"/>
                  <a:ext cx="1343676" cy="67056"/>
                  <a:chOff x="2023872" y="2779776"/>
                  <a:chExt cx="1343676" cy="67056"/>
                </a:xfrm>
              </p:grpSpPr>
              <p:sp>
                <p:nvSpPr>
                  <p:cNvPr id="36" name="Rectangle 35">
                    <a:extLst>
                      <a:ext uri="{FF2B5EF4-FFF2-40B4-BE49-F238E27FC236}">
                        <a16:creationId xmlns:a16="http://schemas.microsoft.com/office/drawing/2014/main" id="{846D06E8-7F8C-D1A1-E6A2-C11848848E55}"/>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625B4B64-2C65-56E6-E5F0-ED93AE43A11D}"/>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33" name="Group 32">
                  <a:extLst>
                    <a:ext uri="{FF2B5EF4-FFF2-40B4-BE49-F238E27FC236}">
                      <a16:creationId xmlns:a16="http://schemas.microsoft.com/office/drawing/2014/main" id="{1FAAF06D-E9FA-8B12-3705-FA3D6D3A4070}"/>
                    </a:ext>
                  </a:extLst>
                </p:cNvPr>
                <p:cNvGrpSpPr/>
                <p:nvPr/>
              </p:nvGrpSpPr>
              <p:grpSpPr>
                <a:xfrm>
                  <a:off x="2023872" y="3128772"/>
                  <a:ext cx="1343676" cy="67056"/>
                  <a:chOff x="2023872" y="3128772"/>
                  <a:chExt cx="1343676" cy="67056"/>
                </a:xfrm>
              </p:grpSpPr>
              <p:sp>
                <p:nvSpPr>
                  <p:cNvPr id="34" name="Rectangle 33">
                    <a:extLst>
                      <a:ext uri="{FF2B5EF4-FFF2-40B4-BE49-F238E27FC236}">
                        <a16:creationId xmlns:a16="http://schemas.microsoft.com/office/drawing/2014/main" id="{0DE70351-CBAA-7A6A-D046-FCD5A0F7C954}"/>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5" name="Rectangle 34">
                    <a:extLst>
                      <a:ext uri="{FF2B5EF4-FFF2-40B4-BE49-F238E27FC236}">
                        <a16:creationId xmlns:a16="http://schemas.microsoft.com/office/drawing/2014/main" id="{A46FFAD4-57B9-2703-7AD7-2867D50D5E8E}"/>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31" name="TextBox 30">
                <a:extLst>
                  <a:ext uri="{FF2B5EF4-FFF2-40B4-BE49-F238E27FC236}">
                    <a16:creationId xmlns:a16="http://schemas.microsoft.com/office/drawing/2014/main" id="{6317A52D-5A3F-FB7B-4A0B-FDEF4673A534}"/>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MZI_2</a:t>
                </a:r>
                <a:r>
                  <a:rPr lang="es-MX" kern="0">
                    <a:solidFill>
                      <a:prstClr val="black"/>
                    </a:solidFill>
                    <a:latin typeface="Aptos" panose="02110004020202020204"/>
                  </a:rPr>
                  <a:t>_6</a:t>
                </a:r>
                <a:endParaRPr lang="en-US" kern="0">
                  <a:solidFill>
                    <a:prstClr val="black"/>
                  </a:solidFill>
                  <a:latin typeface="Aptos" panose="02110004020202020204"/>
                </a:endParaRPr>
              </a:p>
            </p:txBody>
          </p:sp>
        </p:grpSp>
        <p:grpSp>
          <p:nvGrpSpPr>
            <p:cNvPr id="38" name="Group 37">
              <a:extLst>
                <a:ext uri="{FF2B5EF4-FFF2-40B4-BE49-F238E27FC236}">
                  <a16:creationId xmlns:a16="http://schemas.microsoft.com/office/drawing/2014/main" id="{115CF54E-C3A6-2A2F-9063-82887E3EFB0D}"/>
                </a:ext>
              </a:extLst>
            </p:cNvPr>
            <p:cNvGrpSpPr/>
            <p:nvPr/>
          </p:nvGrpSpPr>
          <p:grpSpPr>
            <a:xfrm>
              <a:off x="9347264" y="3331000"/>
              <a:ext cx="1343676" cy="631598"/>
              <a:chOff x="2222345" y="4139233"/>
              <a:chExt cx="1343676" cy="631598"/>
            </a:xfrm>
          </p:grpSpPr>
          <p:sp>
            <p:nvSpPr>
              <p:cNvPr id="39" name="Rectangle: Rounded Corners 38">
                <a:extLst>
                  <a:ext uri="{FF2B5EF4-FFF2-40B4-BE49-F238E27FC236}">
                    <a16:creationId xmlns:a16="http://schemas.microsoft.com/office/drawing/2014/main" id="{CA777EB0-D548-6651-17F7-211FFECF7E37}"/>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40" name="Group 39">
                <a:extLst>
                  <a:ext uri="{FF2B5EF4-FFF2-40B4-BE49-F238E27FC236}">
                    <a16:creationId xmlns:a16="http://schemas.microsoft.com/office/drawing/2014/main" id="{4AFC5498-7A00-9F65-A0A8-4CD32D6436A0}"/>
                  </a:ext>
                </a:extLst>
              </p:cNvPr>
              <p:cNvGrpSpPr/>
              <p:nvPr/>
            </p:nvGrpSpPr>
            <p:grpSpPr>
              <a:xfrm>
                <a:off x="2222345" y="4247006"/>
                <a:ext cx="1343676" cy="416052"/>
                <a:chOff x="2023872" y="2779776"/>
                <a:chExt cx="1343676" cy="416052"/>
              </a:xfrm>
            </p:grpSpPr>
            <p:grpSp>
              <p:nvGrpSpPr>
                <p:cNvPr id="42" name="Group 41">
                  <a:extLst>
                    <a:ext uri="{FF2B5EF4-FFF2-40B4-BE49-F238E27FC236}">
                      <a16:creationId xmlns:a16="http://schemas.microsoft.com/office/drawing/2014/main" id="{11045466-9194-2434-4E9A-A97A102D6FB2}"/>
                    </a:ext>
                  </a:extLst>
                </p:cNvPr>
                <p:cNvGrpSpPr/>
                <p:nvPr/>
              </p:nvGrpSpPr>
              <p:grpSpPr>
                <a:xfrm>
                  <a:off x="2023872" y="2779776"/>
                  <a:ext cx="1343676" cy="67056"/>
                  <a:chOff x="2023872" y="2779776"/>
                  <a:chExt cx="1343676" cy="67056"/>
                </a:xfrm>
              </p:grpSpPr>
              <p:sp>
                <p:nvSpPr>
                  <p:cNvPr id="46" name="Rectangle 45">
                    <a:extLst>
                      <a:ext uri="{FF2B5EF4-FFF2-40B4-BE49-F238E27FC236}">
                        <a16:creationId xmlns:a16="http://schemas.microsoft.com/office/drawing/2014/main" id="{C7361463-F80A-06AE-18DD-C5724833E6EC}"/>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7" name="Rectangle 46">
                    <a:extLst>
                      <a:ext uri="{FF2B5EF4-FFF2-40B4-BE49-F238E27FC236}">
                        <a16:creationId xmlns:a16="http://schemas.microsoft.com/office/drawing/2014/main" id="{C6446029-DEBA-4036-3230-8CEB84A8BEB4}"/>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43" name="Group 42">
                  <a:extLst>
                    <a:ext uri="{FF2B5EF4-FFF2-40B4-BE49-F238E27FC236}">
                      <a16:creationId xmlns:a16="http://schemas.microsoft.com/office/drawing/2014/main" id="{C7CE5ADA-D4C5-EA8E-4787-885D12F5CFAB}"/>
                    </a:ext>
                  </a:extLst>
                </p:cNvPr>
                <p:cNvGrpSpPr/>
                <p:nvPr/>
              </p:nvGrpSpPr>
              <p:grpSpPr>
                <a:xfrm>
                  <a:off x="2023872" y="3128772"/>
                  <a:ext cx="1343676" cy="67056"/>
                  <a:chOff x="2023872" y="3128772"/>
                  <a:chExt cx="1343676" cy="67056"/>
                </a:xfrm>
              </p:grpSpPr>
              <p:sp>
                <p:nvSpPr>
                  <p:cNvPr id="44" name="Rectangle 43">
                    <a:extLst>
                      <a:ext uri="{FF2B5EF4-FFF2-40B4-BE49-F238E27FC236}">
                        <a16:creationId xmlns:a16="http://schemas.microsoft.com/office/drawing/2014/main" id="{C2395F06-2463-D578-6149-DF8D9AD05EBE}"/>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5" name="Rectangle 44">
                    <a:extLst>
                      <a:ext uri="{FF2B5EF4-FFF2-40B4-BE49-F238E27FC236}">
                        <a16:creationId xmlns:a16="http://schemas.microsoft.com/office/drawing/2014/main" id="{9E8BA38A-FD28-EEF5-D770-2C34FDB50F77}"/>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41" name="TextBox 40">
                <a:extLst>
                  <a:ext uri="{FF2B5EF4-FFF2-40B4-BE49-F238E27FC236}">
                    <a16:creationId xmlns:a16="http://schemas.microsoft.com/office/drawing/2014/main" id="{3B72EBA4-52E9-5E29-5193-6E3652FE0FD0}"/>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CO" kern="0">
                    <a:solidFill>
                      <a:prstClr val="black"/>
                    </a:solidFill>
                    <a:latin typeface="Aptos" panose="02110004020202020204"/>
                  </a:rPr>
                  <a:t>4</a:t>
                </a:r>
                <a:r>
                  <a:rPr lang="es-MX" kern="0">
                    <a:solidFill>
                      <a:prstClr val="black"/>
                    </a:solidFill>
                    <a:latin typeface="Aptos" panose="02110004020202020204"/>
                  </a:rPr>
                  <a:t>_8</a:t>
                </a:r>
                <a:endParaRPr lang="en-US" kern="0">
                  <a:solidFill>
                    <a:prstClr val="black"/>
                  </a:solidFill>
                  <a:latin typeface="Aptos" panose="02110004020202020204"/>
                </a:endParaRPr>
              </a:p>
            </p:txBody>
          </p:sp>
        </p:grpSp>
      </p:grpSp>
      <p:grpSp>
        <p:nvGrpSpPr>
          <p:cNvPr id="85" name="Group 84">
            <a:extLst>
              <a:ext uri="{FF2B5EF4-FFF2-40B4-BE49-F238E27FC236}">
                <a16:creationId xmlns:a16="http://schemas.microsoft.com/office/drawing/2014/main" id="{1B7189EE-9115-31EC-3528-3AC797CF7D20}"/>
              </a:ext>
            </a:extLst>
          </p:cNvPr>
          <p:cNvGrpSpPr/>
          <p:nvPr/>
        </p:nvGrpSpPr>
        <p:grpSpPr>
          <a:xfrm>
            <a:off x="5424162" y="3722857"/>
            <a:ext cx="1344396" cy="2292447"/>
            <a:chOff x="5424162" y="3713743"/>
            <a:chExt cx="1344396" cy="2292447"/>
          </a:xfrm>
        </p:grpSpPr>
        <p:grpSp>
          <p:nvGrpSpPr>
            <p:cNvPr id="48" name="Group 47">
              <a:extLst>
                <a:ext uri="{FF2B5EF4-FFF2-40B4-BE49-F238E27FC236}">
                  <a16:creationId xmlns:a16="http://schemas.microsoft.com/office/drawing/2014/main" id="{331F902A-D538-6A1C-CD0F-C0A872BA1358}"/>
                </a:ext>
              </a:extLst>
            </p:cNvPr>
            <p:cNvGrpSpPr/>
            <p:nvPr/>
          </p:nvGrpSpPr>
          <p:grpSpPr>
            <a:xfrm>
              <a:off x="5424162" y="3713743"/>
              <a:ext cx="1343676" cy="631598"/>
              <a:chOff x="2222345" y="4139233"/>
              <a:chExt cx="1343676" cy="631598"/>
            </a:xfrm>
          </p:grpSpPr>
          <p:sp>
            <p:nvSpPr>
              <p:cNvPr id="49" name="Rectangle: Rounded Corners 48">
                <a:extLst>
                  <a:ext uri="{FF2B5EF4-FFF2-40B4-BE49-F238E27FC236}">
                    <a16:creationId xmlns:a16="http://schemas.microsoft.com/office/drawing/2014/main" id="{7EA886E8-F23A-020A-8DF5-9568208BEB0B}"/>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50" name="Group 49">
                <a:extLst>
                  <a:ext uri="{FF2B5EF4-FFF2-40B4-BE49-F238E27FC236}">
                    <a16:creationId xmlns:a16="http://schemas.microsoft.com/office/drawing/2014/main" id="{27A38114-A40C-69D5-C4BD-9C8F5146AA0B}"/>
                  </a:ext>
                </a:extLst>
              </p:cNvPr>
              <p:cNvGrpSpPr/>
              <p:nvPr/>
            </p:nvGrpSpPr>
            <p:grpSpPr>
              <a:xfrm>
                <a:off x="2222345" y="4247006"/>
                <a:ext cx="1343676" cy="416052"/>
                <a:chOff x="2023872" y="2779776"/>
                <a:chExt cx="1343676" cy="416052"/>
              </a:xfrm>
            </p:grpSpPr>
            <p:grpSp>
              <p:nvGrpSpPr>
                <p:cNvPr id="52" name="Group 51">
                  <a:extLst>
                    <a:ext uri="{FF2B5EF4-FFF2-40B4-BE49-F238E27FC236}">
                      <a16:creationId xmlns:a16="http://schemas.microsoft.com/office/drawing/2014/main" id="{C3B59CA7-1DB2-5BAB-EB35-83CA18A2FD00}"/>
                    </a:ext>
                  </a:extLst>
                </p:cNvPr>
                <p:cNvGrpSpPr/>
                <p:nvPr/>
              </p:nvGrpSpPr>
              <p:grpSpPr>
                <a:xfrm>
                  <a:off x="2023872" y="2779776"/>
                  <a:ext cx="1343676" cy="67056"/>
                  <a:chOff x="2023872" y="2779776"/>
                  <a:chExt cx="1343676" cy="67056"/>
                </a:xfrm>
              </p:grpSpPr>
              <p:sp>
                <p:nvSpPr>
                  <p:cNvPr id="56" name="Rectangle 55">
                    <a:extLst>
                      <a:ext uri="{FF2B5EF4-FFF2-40B4-BE49-F238E27FC236}">
                        <a16:creationId xmlns:a16="http://schemas.microsoft.com/office/drawing/2014/main" id="{42E916DE-FAE5-5464-24EF-EEBDC5915933}"/>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7" name="Rectangle 56">
                    <a:extLst>
                      <a:ext uri="{FF2B5EF4-FFF2-40B4-BE49-F238E27FC236}">
                        <a16:creationId xmlns:a16="http://schemas.microsoft.com/office/drawing/2014/main" id="{1D7287F0-41A7-6589-DF87-AB0FDBE162E6}"/>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53" name="Group 52">
                  <a:extLst>
                    <a:ext uri="{FF2B5EF4-FFF2-40B4-BE49-F238E27FC236}">
                      <a16:creationId xmlns:a16="http://schemas.microsoft.com/office/drawing/2014/main" id="{AB8BBF9E-401A-8D24-4C39-7DEA64B60823}"/>
                    </a:ext>
                  </a:extLst>
                </p:cNvPr>
                <p:cNvGrpSpPr/>
                <p:nvPr/>
              </p:nvGrpSpPr>
              <p:grpSpPr>
                <a:xfrm>
                  <a:off x="2023872" y="3128772"/>
                  <a:ext cx="1343676" cy="67056"/>
                  <a:chOff x="2023872" y="3128772"/>
                  <a:chExt cx="1343676" cy="67056"/>
                </a:xfrm>
              </p:grpSpPr>
              <p:sp>
                <p:nvSpPr>
                  <p:cNvPr id="54" name="Rectangle 53">
                    <a:extLst>
                      <a:ext uri="{FF2B5EF4-FFF2-40B4-BE49-F238E27FC236}">
                        <a16:creationId xmlns:a16="http://schemas.microsoft.com/office/drawing/2014/main" id="{B448EDA8-0A17-75C8-FCC2-6BCC1C0AD481}"/>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5" name="Rectangle 54">
                    <a:extLst>
                      <a:ext uri="{FF2B5EF4-FFF2-40B4-BE49-F238E27FC236}">
                        <a16:creationId xmlns:a16="http://schemas.microsoft.com/office/drawing/2014/main" id="{0A3166C5-DB03-FF59-73AD-85E70F908139}"/>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51" name="TextBox 50">
                <a:extLst>
                  <a:ext uri="{FF2B5EF4-FFF2-40B4-BE49-F238E27FC236}">
                    <a16:creationId xmlns:a16="http://schemas.microsoft.com/office/drawing/2014/main" id="{873B828D-C53C-BCEF-F91B-7DCAE078467A}"/>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TP</a:t>
                </a:r>
                <a:endParaRPr lang="en-US" kern="0">
                  <a:solidFill>
                    <a:prstClr val="black"/>
                  </a:solidFill>
                  <a:latin typeface="Aptos" panose="02110004020202020204"/>
                </a:endParaRPr>
              </a:p>
            </p:txBody>
          </p:sp>
        </p:grpSp>
        <p:grpSp>
          <p:nvGrpSpPr>
            <p:cNvPr id="58" name="Group 57">
              <a:extLst>
                <a:ext uri="{FF2B5EF4-FFF2-40B4-BE49-F238E27FC236}">
                  <a16:creationId xmlns:a16="http://schemas.microsoft.com/office/drawing/2014/main" id="{E6BFBEA5-00C2-1897-375F-2EAAFABBB3F8}"/>
                </a:ext>
              </a:extLst>
            </p:cNvPr>
            <p:cNvGrpSpPr/>
            <p:nvPr/>
          </p:nvGrpSpPr>
          <p:grpSpPr>
            <a:xfrm>
              <a:off x="5424882" y="5374592"/>
              <a:ext cx="1343676" cy="631598"/>
              <a:chOff x="2222345" y="4139233"/>
              <a:chExt cx="1343676" cy="631598"/>
            </a:xfrm>
          </p:grpSpPr>
          <p:sp>
            <p:nvSpPr>
              <p:cNvPr id="59" name="Rectangle: Rounded Corners 58">
                <a:extLst>
                  <a:ext uri="{FF2B5EF4-FFF2-40B4-BE49-F238E27FC236}">
                    <a16:creationId xmlns:a16="http://schemas.microsoft.com/office/drawing/2014/main" id="{72D4BD1F-9BDF-BA9C-EFB0-31228E741BA7}"/>
                  </a:ext>
                </a:extLst>
              </p:cNvPr>
              <p:cNvSpPr/>
              <p:nvPr/>
            </p:nvSpPr>
            <p:spPr>
              <a:xfrm>
                <a:off x="2279667" y="4139233"/>
                <a:ext cx="1229032" cy="631598"/>
              </a:xfrm>
              <a:prstGeom prst="roundRect">
                <a:avLst/>
              </a:prstGeom>
              <a:solidFill>
                <a:srgbClr val="F5C9EC"/>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60" name="Group 59">
                <a:extLst>
                  <a:ext uri="{FF2B5EF4-FFF2-40B4-BE49-F238E27FC236}">
                    <a16:creationId xmlns:a16="http://schemas.microsoft.com/office/drawing/2014/main" id="{8A2A2FD9-3E2A-7171-83D7-5FD151D0C778}"/>
                  </a:ext>
                </a:extLst>
              </p:cNvPr>
              <p:cNvGrpSpPr/>
              <p:nvPr/>
            </p:nvGrpSpPr>
            <p:grpSpPr>
              <a:xfrm>
                <a:off x="2222345" y="4247006"/>
                <a:ext cx="1343676" cy="416052"/>
                <a:chOff x="2023872" y="2779776"/>
                <a:chExt cx="1343676" cy="416052"/>
              </a:xfrm>
            </p:grpSpPr>
            <p:grpSp>
              <p:nvGrpSpPr>
                <p:cNvPr id="62" name="Group 61">
                  <a:extLst>
                    <a:ext uri="{FF2B5EF4-FFF2-40B4-BE49-F238E27FC236}">
                      <a16:creationId xmlns:a16="http://schemas.microsoft.com/office/drawing/2014/main" id="{F6898802-2DBD-0F98-843A-12EE1EC014A3}"/>
                    </a:ext>
                  </a:extLst>
                </p:cNvPr>
                <p:cNvGrpSpPr/>
                <p:nvPr/>
              </p:nvGrpSpPr>
              <p:grpSpPr>
                <a:xfrm>
                  <a:off x="2023872" y="2779776"/>
                  <a:ext cx="1343676" cy="67056"/>
                  <a:chOff x="2023872" y="2779776"/>
                  <a:chExt cx="1343676" cy="67056"/>
                </a:xfrm>
              </p:grpSpPr>
              <p:sp>
                <p:nvSpPr>
                  <p:cNvPr id="66" name="Rectangle 65">
                    <a:extLst>
                      <a:ext uri="{FF2B5EF4-FFF2-40B4-BE49-F238E27FC236}">
                        <a16:creationId xmlns:a16="http://schemas.microsoft.com/office/drawing/2014/main" id="{125CAD49-F4B8-ED14-D79B-2C3DB32DA6BA}"/>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7" name="Rectangle 66">
                    <a:extLst>
                      <a:ext uri="{FF2B5EF4-FFF2-40B4-BE49-F238E27FC236}">
                        <a16:creationId xmlns:a16="http://schemas.microsoft.com/office/drawing/2014/main" id="{BD914ED2-CC9E-746B-4F4A-868555CC3CB9}"/>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63" name="Group 62">
                  <a:extLst>
                    <a:ext uri="{FF2B5EF4-FFF2-40B4-BE49-F238E27FC236}">
                      <a16:creationId xmlns:a16="http://schemas.microsoft.com/office/drawing/2014/main" id="{3400D473-914E-6D93-2466-AC64596AEB9E}"/>
                    </a:ext>
                  </a:extLst>
                </p:cNvPr>
                <p:cNvGrpSpPr/>
                <p:nvPr/>
              </p:nvGrpSpPr>
              <p:grpSpPr>
                <a:xfrm>
                  <a:off x="2023872" y="3128772"/>
                  <a:ext cx="1343676" cy="67056"/>
                  <a:chOff x="2023872" y="3128772"/>
                  <a:chExt cx="1343676" cy="67056"/>
                </a:xfrm>
              </p:grpSpPr>
              <p:sp>
                <p:nvSpPr>
                  <p:cNvPr id="64" name="Rectangle 63">
                    <a:extLst>
                      <a:ext uri="{FF2B5EF4-FFF2-40B4-BE49-F238E27FC236}">
                        <a16:creationId xmlns:a16="http://schemas.microsoft.com/office/drawing/2014/main" id="{5472EC6C-0046-B07F-4B47-31370EB9C610}"/>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5" name="Rectangle 64">
                    <a:extLst>
                      <a:ext uri="{FF2B5EF4-FFF2-40B4-BE49-F238E27FC236}">
                        <a16:creationId xmlns:a16="http://schemas.microsoft.com/office/drawing/2014/main" id="{31F03591-2532-321C-A695-5EDBE7E3DEFA}"/>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61" name="TextBox 60">
                <a:extLst>
                  <a:ext uri="{FF2B5EF4-FFF2-40B4-BE49-F238E27FC236}">
                    <a16:creationId xmlns:a16="http://schemas.microsoft.com/office/drawing/2014/main" id="{4455A749-9AB7-2FF9-9A2B-EDA7AC447714}"/>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BM</a:t>
                </a:r>
                <a:endParaRPr lang="en-US" kern="0">
                  <a:solidFill>
                    <a:prstClr val="black"/>
                  </a:solidFill>
                  <a:latin typeface="Aptos" panose="02110004020202020204"/>
                </a:endParaRPr>
              </a:p>
            </p:txBody>
          </p:sp>
        </p:grpSp>
      </p:grpSp>
      <p:cxnSp>
        <p:nvCxnSpPr>
          <p:cNvPr id="79" name="Connector: Elbow 78">
            <a:extLst>
              <a:ext uri="{FF2B5EF4-FFF2-40B4-BE49-F238E27FC236}">
                <a16:creationId xmlns:a16="http://schemas.microsoft.com/office/drawing/2014/main" id="{90E08F27-6A0F-FEDA-CF03-0A33243F76FF}"/>
              </a:ext>
            </a:extLst>
          </p:cNvPr>
          <p:cNvCxnSpPr>
            <a:cxnSpLocks/>
            <a:stCxn id="105" idx="3"/>
            <a:endCxn id="54" idx="1"/>
          </p:cNvCxnSpPr>
          <p:nvPr/>
        </p:nvCxnSpPr>
        <p:spPr>
          <a:xfrm flipV="1">
            <a:off x="3074408" y="4213154"/>
            <a:ext cx="2349754" cy="481428"/>
          </a:xfrm>
          <a:prstGeom prst="bentConnector3">
            <a:avLst/>
          </a:prstGeom>
          <a:noFill/>
          <a:ln w="19050" cap="flat" cmpd="sng" algn="ctr">
            <a:solidFill>
              <a:srgbClr val="156082"/>
            </a:solidFill>
            <a:prstDash val="solid"/>
            <a:miter lim="800000"/>
          </a:ln>
          <a:effectLst/>
        </p:spPr>
      </p:cxnSp>
      <p:cxnSp>
        <p:nvCxnSpPr>
          <p:cNvPr id="82" name="Connector: Elbow 81">
            <a:extLst>
              <a:ext uri="{FF2B5EF4-FFF2-40B4-BE49-F238E27FC236}">
                <a16:creationId xmlns:a16="http://schemas.microsoft.com/office/drawing/2014/main" id="{2EEEEEC6-C2EF-2ADA-479C-22026348FD23}"/>
              </a:ext>
            </a:extLst>
          </p:cNvPr>
          <p:cNvCxnSpPr>
            <a:cxnSpLocks/>
            <a:stCxn id="103" idx="3"/>
            <a:endCxn id="64" idx="1"/>
          </p:cNvCxnSpPr>
          <p:nvPr/>
        </p:nvCxnSpPr>
        <p:spPr>
          <a:xfrm>
            <a:off x="3074408" y="5043578"/>
            <a:ext cx="2350474" cy="830425"/>
          </a:xfrm>
          <a:prstGeom prst="bentConnector3">
            <a:avLst/>
          </a:prstGeom>
          <a:noFill/>
          <a:ln w="19050" cap="flat" cmpd="sng" algn="ctr">
            <a:solidFill>
              <a:srgbClr val="156082"/>
            </a:solidFill>
            <a:prstDash val="solid"/>
            <a:miter lim="800000"/>
          </a:ln>
          <a:effectLst/>
        </p:spPr>
      </p:cxnSp>
      <p:cxnSp>
        <p:nvCxnSpPr>
          <p:cNvPr id="87" name="Connector: Elbow 86">
            <a:extLst>
              <a:ext uri="{FF2B5EF4-FFF2-40B4-BE49-F238E27FC236}">
                <a16:creationId xmlns:a16="http://schemas.microsoft.com/office/drawing/2014/main" id="{1340FCC2-E964-CCA7-0764-9E2DF016A13D}"/>
              </a:ext>
            </a:extLst>
          </p:cNvPr>
          <p:cNvCxnSpPr>
            <a:cxnSpLocks/>
            <a:stCxn id="57" idx="3"/>
            <a:endCxn id="44" idx="1"/>
          </p:cNvCxnSpPr>
          <p:nvPr/>
        </p:nvCxnSpPr>
        <p:spPr>
          <a:xfrm>
            <a:off x="6767838" y="3864158"/>
            <a:ext cx="2579426" cy="65291"/>
          </a:xfrm>
          <a:prstGeom prst="bentConnector3">
            <a:avLst/>
          </a:prstGeom>
          <a:noFill/>
          <a:ln w="19050" cap="flat" cmpd="sng" algn="ctr">
            <a:solidFill>
              <a:srgbClr val="156082"/>
            </a:solidFill>
            <a:prstDash val="solid"/>
            <a:miter lim="800000"/>
          </a:ln>
          <a:effectLst/>
        </p:spPr>
      </p:cxnSp>
      <p:cxnSp>
        <p:nvCxnSpPr>
          <p:cNvPr id="91" name="Connector: Elbow 90">
            <a:extLst>
              <a:ext uri="{FF2B5EF4-FFF2-40B4-BE49-F238E27FC236}">
                <a16:creationId xmlns:a16="http://schemas.microsoft.com/office/drawing/2014/main" id="{90213B89-9966-BC1B-5EA4-8A2ADF1E8436}"/>
              </a:ext>
            </a:extLst>
          </p:cNvPr>
          <p:cNvCxnSpPr>
            <a:cxnSpLocks/>
            <a:stCxn id="55" idx="3"/>
            <a:endCxn id="34" idx="1"/>
          </p:cNvCxnSpPr>
          <p:nvPr/>
        </p:nvCxnSpPr>
        <p:spPr>
          <a:xfrm>
            <a:off x="6767838" y="4213154"/>
            <a:ext cx="2579426" cy="458202"/>
          </a:xfrm>
          <a:prstGeom prst="bentConnector3">
            <a:avLst/>
          </a:prstGeom>
          <a:noFill/>
          <a:ln w="19050" cap="flat" cmpd="sng" algn="ctr">
            <a:solidFill>
              <a:srgbClr val="156082"/>
            </a:solidFill>
            <a:prstDash val="solid"/>
            <a:miter lim="800000"/>
          </a:ln>
          <a:effectLst/>
        </p:spPr>
      </p:cxnSp>
      <p:cxnSp>
        <p:nvCxnSpPr>
          <p:cNvPr id="95" name="Connector: Elbow 94">
            <a:extLst>
              <a:ext uri="{FF2B5EF4-FFF2-40B4-BE49-F238E27FC236}">
                <a16:creationId xmlns:a16="http://schemas.microsoft.com/office/drawing/2014/main" id="{90E03CBA-F2D1-1B30-E258-B2D9258DE484}"/>
              </a:ext>
            </a:extLst>
          </p:cNvPr>
          <p:cNvCxnSpPr>
            <a:cxnSpLocks/>
            <a:stCxn id="67" idx="3"/>
            <a:endCxn id="24" idx="1"/>
          </p:cNvCxnSpPr>
          <p:nvPr/>
        </p:nvCxnSpPr>
        <p:spPr>
          <a:xfrm flipV="1">
            <a:off x="6768558" y="5413263"/>
            <a:ext cx="2578706" cy="111744"/>
          </a:xfrm>
          <a:prstGeom prst="bentConnector3">
            <a:avLst/>
          </a:prstGeom>
          <a:noFill/>
          <a:ln w="19050" cap="flat" cmpd="sng" algn="ctr">
            <a:solidFill>
              <a:srgbClr val="156082"/>
            </a:solidFill>
            <a:prstDash val="solid"/>
            <a:miter lim="800000"/>
          </a:ln>
          <a:effectLst/>
        </p:spPr>
      </p:cxnSp>
      <p:cxnSp>
        <p:nvCxnSpPr>
          <p:cNvPr id="107" name="Connector: Elbow 106">
            <a:extLst>
              <a:ext uri="{FF2B5EF4-FFF2-40B4-BE49-F238E27FC236}">
                <a16:creationId xmlns:a16="http://schemas.microsoft.com/office/drawing/2014/main" id="{C0EBBA15-B406-95F9-4A91-F3E0CB5EDE31}"/>
              </a:ext>
            </a:extLst>
          </p:cNvPr>
          <p:cNvCxnSpPr>
            <a:cxnSpLocks/>
            <a:stCxn id="65" idx="3"/>
            <a:endCxn id="14" idx="1"/>
          </p:cNvCxnSpPr>
          <p:nvPr/>
        </p:nvCxnSpPr>
        <p:spPr>
          <a:xfrm>
            <a:off x="6768558" y="5874003"/>
            <a:ext cx="2578706" cy="283704"/>
          </a:xfrm>
          <a:prstGeom prst="bentConnector3">
            <a:avLst/>
          </a:prstGeom>
          <a:noFill/>
          <a:ln w="19050" cap="flat" cmpd="sng" algn="ctr">
            <a:solidFill>
              <a:srgbClr val="156082"/>
            </a:solidFill>
            <a:prstDash val="solid"/>
            <a:miter lim="800000"/>
          </a:ln>
          <a:effectLst/>
        </p:spPr>
      </p:cxnSp>
      <p:cxnSp>
        <p:nvCxnSpPr>
          <p:cNvPr id="112" name="Straight Connector 111">
            <a:extLst>
              <a:ext uri="{FF2B5EF4-FFF2-40B4-BE49-F238E27FC236}">
                <a16:creationId xmlns:a16="http://schemas.microsoft.com/office/drawing/2014/main" id="{A28FEE9C-F3F5-BF7E-80AC-14609558398B}"/>
              </a:ext>
            </a:extLst>
          </p:cNvPr>
          <p:cNvCxnSpPr>
            <a:cxnSpLocks/>
          </p:cNvCxnSpPr>
          <p:nvPr/>
        </p:nvCxnSpPr>
        <p:spPr>
          <a:xfrm>
            <a:off x="7961834" y="835730"/>
            <a:ext cx="0" cy="5466747"/>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21" name="Group 120">
            <a:extLst>
              <a:ext uri="{FF2B5EF4-FFF2-40B4-BE49-F238E27FC236}">
                <a16:creationId xmlns:a16="http://schemas.microsoft.com/office/drawing/2014/main" id="{B266377E-0DDB-9DC8-7A3E-26B237CCFF34}"/>
              </a:ext>
            </a:extLst>
          </p:cNvPr>
          <p:cNvGrpSpPr/>
          <p:nvPr/>
        </p:nvGrpSpPr>
        <p:grpSpPr>
          <a:xfrm>
            <a:off x="3040835" y="4421118"/>
            <a:ext cx="733755" cy="674276"/>
            <a:chOff x="3625793" y="4306223"/>
            <a:chExt cx="733755" cy="674276"/>
          </a:xfrm>
        </p:grpSpPr>
        <p:sp>
          <p:nvSpPr>
            <p:cNvPr id="115" name="TextBox 114">
              <a:extLst>
                <a:ext uri="{FF2B5EF4-FFF2-40B4-BE49-F238E27FC236}">
                  <a16:creationId xmlns:a16="http://schemas.microsoft.com/office/drawing/2014/main" id="{9C9F747D-2582-C517-3531-99C0BBB2C27F}"/>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16" name="TextBox 115">
              <a:extLst>
                <a:ext uri="{FF2B5EF4-FFF2-40B4-BE49-F238E27FC236}">
                  <a16:creationId xmlns:a16="http://schemas.microsoft.com/office/drawing/2014/main" id="{33B5EEF8-2207-49A1-E129-2C7776500FE8}"/>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122" name="Group 121">
            <a:extLst>
              <a:ext uri="{FF2B5EF4-FFF2-40B4-BE49-F238E27FC236}">
                <a16:creationId xmlns:a16="http://schemas.microsoft.com/office/drawing/2014/main" id="{5BBE6BD9-9F58-7EC4-4E68-897221F1FB0F}"/>
              </a:ext>
            </a:extLst>
          </p:cNvPr>
          <p:cNvGrpSpPr/>
          <p:nvPr/>
        </p:nvGrpSpPr>
        <p:grpSpPr>
          <a:xfrm>
            <a:off x="6732147" y="3573893"/>
            <a:ext cx="733755" cy="674276"/>
            <a:chOff x="3625793" y="4306223"/>
            <a:chExt cx="733755" cy="674276"/>
          </a:xfrm>
        </p:grpSpPr>
        <p:sp>
          <p:nvSpPr>
            <p:cNvPr id="123" name="TextBox 122">
              <a:extLst>
                <a:ext uri="{FF2B5EF4-FFF2-40B4-BE49-F238E27FC236}">
                  <a16:creationId xmlns:a16="http://schemas.microsoft.com/office/drawing/2014/main" id="{0707817C-A248-3868-43A2-4B8C7D7242D5}"/>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24" name="TextBox 123">
              <a:extLst>
                <a:ext uri="{FF2B5EF4-FFF2-40B4-BE49-F238E27FC236}">
                  <a16:creationId xmlns:a16="http://schemas.microsoft.com/office/drawing/2014/main" id="{D246324A-3E35-AABB-C1BD-3F4BA214B87B}"/>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125" name="Group 124">
            <a:extLst>
              <a:ext uri="{FF2B5EF4-FFF2-40B4-BE49-F238E27FC236}">
                <a16:creationId xmlns:a16="http://schemas.microsoft.com/office/drawing/2014/main" id="{E50AF026-6695-2542-5A09-DC2FB447A6E4}"/>
              </a:ext>
            </a:extLst>
          </p:cNvPr>
          <p:cNvGrpSpPr/>
          <p:nvPr/>
        </p:nvGrpSpPr>
        <p:grpSpPr>
          <a:xfrm>
            <a:off x="6732147" y="5217426"/>
            <a:ext cx="733755" cy="674276"/>
            <a:chOff x="3625793" y="4306223"/>
            <a:chExt cx="733755" cy="674276"/>
          </a:xfrm>
        </p:grpSpPr>
        <p:sp>
          <p:nvSpPr>
            <p:cNvPr id="126" name="TextBox 125">
              <a:extLst>
                <a:ext uri="{FF2B5EF4-FFF2-40B4-BE49-F238E27FC236}">
                  <a16:creationId xmlns:a16="http://schemas.microsoft.com/office/drawing/2014/main" id="{2901468A-0F03-5223-E134-7CCE7065C238}"/>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27" name="TextBox 126">
              <a:extLst>
                <a:ext uri="{FF2B5EF4-FFF2-40B4-BE49-F238E27FC236}">
                  <a16:creationId xmlns:a16="http://schemas.microsoft.com/office/drawing/2014/main" id="{6B5204F0-883E-94AD-56C2-57C7952A5FB6}"/>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cxnSp>
        <p:nvCxnSpPr>
          <p:cNvPr id="88" name="Straight Arrow Connector 87">
            <a:extLst>
              <a:ext uri="{FF2B5EF4-FFF2-40B4-BE49-F238E27FC236}">
                <a16:creationId xmlns:a16="http://schemas.microsoft.com/office/drawing/2014/main" id="{BFFFFB5F-7F83-232D-0648-88AD7940BE64}"/>
              </a:ext>
            </a:extLst>
          </p:cNvPr>
          <p:cNvCxnSpPr>
            <a:cxnSpLocks/>
          </p:cNvCxnSpPr>
          <p:nvPr/>
        </p:nvCxnSpPr>
        <p:spPr>
          <a:xfrm>
            <a:off x="10629980" y="6157707"/>
            <a:ext cx="705223" cy="0"/>
          </a:xfrm>
          <a:prstGeom prst="straightConnector1">
            <a:avLst/>
          </a:prstGeom>
          <a:noFill/>
          <a:ln w="19050" cap="flat" cmpd="sng" algn="ctr">
            <a:solidFill>
              <a:srgbClr val="156082"/>
            </a:solidFill>
            <a:prstDash val="solid"/>
            <a:miter lim="800000"/>
            <a:tailEnd type="triangle"/>
          </a:ln>
          <a:effectLst/>
        </p:spPr>
      </p:cxnSp>
      <p:sp>
        <p:nvSpPr>
          <p:cNvPr id="89" name="TextBox 88">
            <a:extLst>
              <a:ext uri="{FF2B5EF4-FFF2-40B4-BE49-F238E27FC236}">
                <a16:creationId xmlns:a16="http://schemas.microsoft.com/office/drawing/2014/main" id="{93BCE27B-B2A6-97E5-1954-CD2153ACD136}"/>
              </a:ext>
            </a:extLst>
          </p:cNvPr>
          <p:cNvSpPr txBox="1"/>
          <p:nvPr/>
        </p:nvSpPr>
        <p:spPr>
          <a:xfrm>
            <a:off x="999761" y="4734868"/>
            <a:ext cx="733755" cy="307777"/>
          </a:xfrm>
          <a:prstGeom prst="rect">
            <a:avLst/>
          </a:prstGeom>
          <a:noFill/>
        </p:spPr>
        <p:txBody>
          <a:bodyPr wrap="square" rtlCol="0">
            <a:spAutoFit/>
          </a:bodyPr>
          <a:lstStyle/>
          <a:p>
            <a:pPr algn="ctr"/>
            <a:r>
              <a:rPr lang="es-ES" sz="1400">
                <a:solidFill>
                  <a:srgbClr val="000000"/>
                </a:solidFill>
              </a:rPr>
              <a:t>In</a:t>
            </a:r>
          </a:p>
        </p:txBody>
      </p:sp>
      <p:sp>
        <p:nvSpPr>
          <p:cNvPr id="90" name="TextBox 89">
            <a:extLst>
              <a:ext uri="{FF2B5EF4-FFF2-40B4-BE49-F238E27FC236}">
                <a16:creationId xmlns:a16="http://schemas.microsoft.com/office/drawing/2014/main" id="{22BB879C-455A-F645-CD00-1B4C955B24E9}"/>
              </a:ext>
            </a:extLst>
          </p:cNvPr>
          <p:cNvSpPr txBox="1"/>
          <p:nvPr/>
        </p:nvSpPr>
        <p:spPr>
          <a:xfrm>
            <a:off x="10615713" y="5822382"/>
            <a:ext cx="733755" cy="307777"/>
          </a:xfrm>
          <a:prstGeom prst="rect">
            <a:avLst/>
          </a:prstGeom>
          <a:noFill/>
        </p:spPr>
        <p:txBody>
          <a:bodyPr wrap="square" rtlCol="0">
            <a:spAutoFit/>
          </a:bodyPr>
          <a:lstStyle/>
          <a:p>
            <a:pPr algn="ctr"/>
            <a:r>
              <a:rPr lang="es-ES" sz="1400" err="1">
                <a:solidFill>
                  <a:srgbClr val="000000"/>
                </a:solidFill>
              </a:rPr>
              <a:t>Out</a:t>
            </a:r>
            <a:r>
              <a:rPr lang="es-ES" sz="1400">
                <a:solidFill>
                  <a:srgbClr val="000000"/>
                </a:solidFill>
              </a:rPr>
              <a:t> 1</a:t>
            </a:r>
          </a:p>
        </p:txBody>
      </p:sp>
      <p:sp>
        <p:nvSpPr>
          <p:cNvPr id="94" name="Freeform: Shape 93">
            <a:extLst>
              <a:ext uri="{FF2B5EF4-FFF2-40B4-BE49-F238E27FC236}">
                <a16:creationId xmlns:a16="http://schemas.microsoft.com/office/drawing/2014/main" id="{B51AF7F0-6329-8B91-B2A5-EF37B1526AB3}"/>
              </a:ext>
            </a:extLst>
          </p:cNvPr>
          <p:cNvSpPr/>
          <p:nvPr/>
        </p:nvSpPr>
        <p:spPr>
          <a:xfrm>
            <a:off x="848360" y="947420"/>
            <a:ext cx="594360"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4360" h="1983740">
                <a:moveTo>
                  <a:pt x="5080" y="332740"/>
                </a:moveTo>
                <a:cubicBezTo>
                  <a:pt x="3387" y="879687"/>
                  <a:pt x="1693" y="1426633"/>
                  <a:pt x="0" y="1973580"/>
                </a:cubicBezTo>
                <a:lnTo>
                  <a:pt x="584200" y="1983740"/>
                </a:lnTo>
                <a:lnTo>
                  <a:pt x="594360" y="988060"/>
                </a:lnTo>
                <a:cubicBezTo>
                  <a:pt x="572347" y="762000"/>
                  <a:pt x="573193" y="543560"/>
                  <a:pt x="513080" y="332740"/>
                </a:cubicBezTo>
                <a:cubicBezTo>
                  <a:pt x="463127" y="204047"/>
                  <a:pt x="469053" y="75353"/>
                  <a:pt x="254000" y="0"/>
                </a:cubicBezTo>
                <a:cubicBezTo>
                  <a:pt x="48260" y="55033"/>
                  <a:pt x="30480" y="226907"/>
                  <a:pt x="5080"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Shape 95">
            <a:extLst>
              <a:ext uri="{FF2B5EF4-FFF2-40B4-BE49-F238E27FC236}">
                <a16:creationId xmlns:a16="http://schemas.microsoft.com/office/drawing/2014/main" id="{B4E2AE39-63EE-3442-E377-D3ADA3F100D8}"/>
              </a:ext>
            </a:extLst>
          </p:cNvPr>
          <p:cNvSpPr/>
          <p:nvPr/>
        </p:nvSpPr>
        <p:spPr>
          <a:xfrm>
            <a:off x="4813462" y="953517"/>
            <a:ext cx="594360"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4360" h="1983740">
                <a:moveTo>
                  <a:pt x="5080" y="332740"/>
                </a:moveTo>
                <a:cubicBezTo>
                  <a:pt x="3387" y="879687"/>
                  <a:pt x="1693" y="1426633"/>
                  <a:pt x="0" y="1973580"/>
                </a:cubicBezTo>
                <a:lnTo>
                  <a:pt x="584200" y="1983740"/>
                </a:lnTo>
                <a:lnTo>
                  <a:pt x="594360" y="988060"/>
                </a:lnTo>
                <a:cubicBezTo>
                  <a:pt x="572347" y="762000"/>
                  <a:pt x="573193" y="543560"/>
                  <a:pt x="513080" y="332740"/>
                </a:cubicBezTo>
                <a:cubicBezTo>
                  <a:pt x="463127" y="204047"/>
                  <a:pt x="469053" y="75353"/>
                  <a:pt x="254000" y="0"/>
                </a:cubicBezTo>
                <a:cubicBezTo>
                  <a:pt x="48260" y="55033"/>
                  <a:pt x="30480" y="226907"/>
                  <a:pt x="5080"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a16="http://schemas.microsoft.com/office/drawing/2014/main" id="{3BE075A1-3C3D-CD31-8E12-4D49158E147B}"/>
              </a:ext>
            </a:extLst>
          </p:cNvPr>
          <p:cNvSpPr/>
          <p:nvPr/>
        </p:nvSpPr>
        <p:spPr>
          <a:xfrm>
            <a:off x="8921119" y="924258"/>
            <a:ext cx="594360"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4360" h="1983740">
                <a:moveTo>
                  <a:pt x="5080" y="332740"/>
                </a:moveTo>
                <a:cubicBezTo>
                  <a:pt x="3387" y="879687"/>
                  <a:pt x="1693" y="1426633"/>
                  <a:pt x="0" y="1973580"/>
                </a:cubicBezTo>
                <a:lnTo>
                  <a:pt x="584200" y="1983740"/>
                </a:lnTo>
                <a:lnTo>
                  <a:pt x="594360" y="988060"/>
                </a:lnTo>
                <a:cubicBezTo>
                  <a:pt x="572347" y="762000"/>
                  <a:pt x="573193" y="543560"/>
                  <a:pt x="513080" y="332740"/>
                </a:cubicBezTo>
                <a:cubicBezTo>
                  <a:pt x="463127" y="204047"/>
                  <a:pt x="469053" y="75353"/>
                  <a:pt x="254000" y="0"/>
                </a:cubicBezTo>
                <a:cubicBezTo>
                  <a:pt x="48260" y="55033"/>
                  <a:pt x="30480" y="226907"/>
                  <a:pt x="5080"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Shape 107">
            <a:extLst>
              <a:ext uri="{FF2B5EF4-FFF2-40B4-BE49-F238E27FC236}">
                <a16:creationId xmlns:a16="http://schemas.microsoft.com/office/drawing/2014/main" id="{B7B82E7A-170C-5403-EEB3-C900A1CA1946}"/>
              </a:ext>
            </a:extLst>
          </p:cNvPr>
          <p:cNvSpPr/>
          <p:nvPr/>
        </p:nvSpPr>
        <p:spPr>
          <a:xfrm>
            <a:off x="1443407" y="941593"/>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Shape 108">
            <a:extLst>
              <a:ext uri="{FF2B5EF4-FFF2-40B4-BE49-F238E27FC236}">
                <a16:creationId xmlns:a16="http://schemas.microsoft.com/office/drawing/2014/main" id="{31FD7C6C-A6ED-D7EC-6FC8-A68A0475F745}"/>
              </a:ext>
            </a:extLst>
          </p:cNvPr>
          <p:cNvSpPr/>
          <p:nvPr/>
        </p:nvSpPr>
        <p:spPr>
          <a:xfrm>
            <a:off x="2181973" y="947420"/>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Shape 109">
            <a:extLst>
              <a:ext uri="{FF2B5EF4-FFF2-40B4-BE49-F238E27FC236}">
                <a16:creationId xmlns:a16="http://schemas.microsoft.com/office/drawing/2014/main" id="{81C826B2-AC8B-50AC-7713-23640973CA66}"/>
              </a:ext>
            </a:extLst>
          </p:cNvPr>
          <p:cNvSpPr/>
          <p:nvPr/>
        </p:nvSpPr>
        <p:spPr>
          <a:xfrm>
            <a:off x="2916797" y="941593"/>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Shape 113">
            <a:extLst>
              <a:ext uri="{FF2B5EF4-FFF2-40B4-BE49-F238E27FC236}">
                <a16:creationId xmlns:a16="http://schemas.microsoft.com/office/drawing/2014/main" id="{4B3E426D-4DB7-7D30-B74A-0BD2595FCF6A}"/>
              </a:ext>
            </a:extLst>
          </p:cNvPr>
          <p:cNvSpPr/>
          <p:nvPr/>
        </p:nvSpPr>
        <p:spPr>
          <a:xfrm>
            <a:off x="3669497" y="1348162"/>
            <a:ext cx="104738" cy="157607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 name="csX0" fmla="*/ 104738 w 710528"/>
              <a:gd name="csY0" fmla="*/ 332740 h 1983740"/>
              <a:gd name="csX1" fmla="*/ 23443 w 710528"/>
              <a:gd name="csY1" fmla="*/ 971027 h 1983740"/>
              <a:gd name="csX2" fmla="*/ 598 w 710528"/>
              <a:gd name="csY2" fmla="*/ 1969770 h 1983740"/>
              <a:gd name="csX3" fmla="*/ 710528 w 710528"/>
              <a:gd name="csY3" fmla="*/ 1983740 h 1983740"/>
              <a:gd name="csX4" fmla="*/ 236818 w 710528"/>
              <a:gd name="csY4" fmla="*/ 1022350 h 1983740"/>
              <a:gd name="csX5" fmla="*/ 639408 w 710528"/>
              <a:gd name="csY5" fmla="*/ 332740 h 1983740"/>
              <a:gd name="csX6" fmla="*/ 380328 w 710528"/>
              <a:gd name="csY6" fmla="*/ 0 h 1983740"/>
              <a:gd name="csX7" fmla="*/ 104738 w 710528"/>
              <a:gd name="csY7" fmla="*/ 332740 h 1983740"/>
              <a:gd name="csX0" fmla="*/ 104738 w 644574"/>
              <a:gd name="csY0" fmla="*/ 332740 h 1983740"/>
              <a:gd name="csX1" fmla="*/ 23443 w 644574"/>
              <a:gd name="csY1" fmla="*/ 971027 h 1983740"/>
              <a:gd name="csX2" fmla="*/ 598 w 644574"/>
              <a:gd name="csY2" fmla="*/ 1969770 h 1983740"/>
              <a:gd name="csX3" fmla="*/ 215228 w 644574"/>
              <a:gd name="csY3" fmla="*/ 1983740 h 1983740"/>
              <a:gd name="csX4" fmla="*/ 236818 w 644574"/>
              <a:gd name="csY4" fmla="*/ 1022350 h 1983740"/>
              <a:gd name="csX5" fmla="*/ 639408 w 644574"/>
              <a:gd name="csY5" fmla="*/ 332740 h 1983740"/>
              <a:gd name="csX6" fmla="*/ 380328 w 644574"/>
              <a:gd name="csY6" fmla="*/ 0 h 1983740"/>
              <a:gd name="csX7" fmla="*/ 104738 w 644574"/>
              <a:gd name="csY7" fmla="*/ 332740 h 1983740"/>
              <a:gd name="csX0" fmla="*/ 104738 w 441084"/>
              <a:gd name="csY0" fmla="*/ 332740 h 1983740"/>
              <a:gd name="csX1" fmla="*/ 23443 w 441084"/>
              <a:gd name="csY1" fmla="*/ 971027 h 1983740"/>
              <a:gd name="csX2" fmla="*/ 598 w 441084"/>
              <a:gd name="csY2" fmla="*/ 1969770 h 1983740"/>
              <a:gd name="csX3" fmla="*/ 215228 w 441084"/>
              <a:gd name="csY3" fmla="*/ 1983740 h 1983740"/>
              <a:gd name="csX4" fmla="*/ 236818 w 441084"/>
              <a:gd name="csY4" fmla="*/ 1022350 h 1983740"/>
              <a:gd name="csX5" fmla="*/ 216498 w 441084"/>
              <a:gd name="csY5" fmla="*/ 374650 h 1983740"/>
              <a:gd name="csX6" fmla="*/ 380328 w 441084"/>
              <a:gd name="csY6" fmla="*/ 0 h 1983740"/>
              <a:gd name="csX7" fmla="*/ 104738 w 441084"/>
              <a:gd name="csY7" fmla="*/ 332740 h 1983740"/>
              <a:gd name="csX0" fmla="*/ 104738 w 382695"/>
              <a:gd name="csY0" fmla="*/ 332740 h 1983740"/>
              <a:gd name="csX1" fmla="*/ 23443 w 382695"/>
              <a:gd name="csY1" fmla="*/ 971027 h 1983740"/>
              <a:gd name="csX2" fmla="*/ 598 w 382695"/>
              <a:gd name="csY2" fmla="*/ 1969770 h 1983740"/>
              <a:gd name="csX3" fmla="*/ 215228 w 382695"/>
              <a:gd name="csY3" fmla="*/ 1983740 h 1983740"/>
              <a:gd name="csX4" fmla="*/ 236818 w 382695"/>
              <a:gd name="csY4" fmla="*/ 1022350 h 1983740"/>
              <a:gd name="csX5" fmla="*/ 380328 w 382695"/>
              <a:gd name="csY5" fmla="*/ 0 h 1983740"/>
              <a:gd name="csX6" fmla="*/ 104738 w 382695"/>
              <a:gd name="csY6" fmla="*/ 332740 h 1983740"/>
              <a:gd name="csX0" fmla="*/ 104738 w 247918"/>
              <a:gd name="csY0" fmla="*/ 229870 h 1880870"/>
              <a:gd name="csX1" fmla="*/ 23443 w 247918"/>
              <a:gd name="csY1" fmla="*/ 868157 h 1880870"/>
              <a:gd name="csX2" fmla="*/ 598 w 247918"/>
              <a:gd name="csY2" fmla="*/ 1866900 h 1880870"/>
              <a:gd name="csX3" fmla="*/ 215228 w 247918"/>
              <a:gd name="csY3" fmla="*/ 1880870 h 1880870"/>
              <a:gd name="csX4" fmla="*/ 236818 w 247918"/>
              <a:gd name="csY4" fmla="*/ 919480 h 1880870"/>
              <a:gd name="csX5" fmla="*/ 212688 w 247918"/>
              <a:gd name="csY5" fmla="*/ 0 h 1880870"/>
              <a:gd name="csX6" fmla="*/ 104738 w 247918"/>
              <a:gd name="csY6" fmla="*/ 229870 h 1880870"/>
              <a:gd name="csX0" fmla="*/ 104738 w 215730"/>
              <a:gd name="csY0" fmla="*/ 229870 h 1880870"/>
              <a:gd name="csX1" fmla="*/ 23443 w 215730"/>
              <a:gd name="csY1" fmla="*/ 868157 h 1880870"/>
              <a:gd name="csX2" fmla="*/ 598 w 215730"/>
              <a:gd name="csY2" fmla="*/ 1866900 h 1880870"/>
              <a:gd name="csX3" fmla="*/ 215228 w 215730"/>
              <a:gd name="csY3" fmla="*/ 1880870 h 1880870"/>
              <a:gd name="csX4" fmla="*/ 103468 w 215730"/>
              <a:gd name="csY4" fmla="*/ 919480 h 1880870"/>
              <a:gd name="csX5" fmla="*/ 212688 w 215730"/>
              <a:gd name="csY5" fmla="*/ 0 h 1880870"/>
              <a:gd name="csX6" fmla="*/ 104738 w 215730"/>
              <a:gd name="csY6" fmla="*/ 229870 h 1880870"/>
              <a:gd name="csX0" fmla="*/ 104738 w 215730"/>
              <a:gd name="csY0" fmla="*/ 229870 h 1869440"/>
              <a:gd name="csX1" fmla="*/ 23443 w 215730"/>
              <a:gd name="csY1" fmla="*/ 868157 h 1869440"/>
              <a:gd name="csX2" fmla="*/ 598 w 215730"/>
              <a:gd name="csY2" fmla="*/ 1866900 h 1869440"/>
              <a:gd name="csX3" fmla="*/ 104738 w 215730"/>
              <a:gd name="csY3" fmla="*/ 1869440 h 1869440"/>
              <a:gd name="csX4" fmla="*/ 103468 w 215730"/>
              <a:gd name="csY4" fmla="*/ 919480 h 1869440"/>
              <a:gd name="csX5" fmla="*/ 212688 w 215730"/>
              <a:gd name="csY5" fmla="*/ 0 h 1869440"/>
              <a:gd name="csX6" fmla="*/ 104738 w 215730"/>
              <a:gd name="csY6" fmla="*/ 229870 h 1869440"/>
              <a:gd name="csX0" fmla="*/ 212688 w 215730"/>
              <a:gd name="csY0" fmla="*/ 95 h 1869535"/>
              <a:gd name="csX1" fmla="*/ 23443 w 215730"/>
              <a:gd name="csY1" fmla="*/ 868252 h 1869535"/>
              <a:gd name="csX2" fmla="*/ 598 w 215730"/>
              <a:gd name="csY2" fmla="*/ 1866995 h 1869535"/>
              <a:gd name="csX3" fmla="*/ 104738 w 215730"/>
              <a:gd name="csY3" fmla="*/ 1869535 h 1869535"/>
              <a:gd name="csX4" fmla="*/ 103468 w 215730"/>
              <a:gd name="csY4" fmla="*/ 919575 h 1869535"/>
              <a:gd name="csX5" fmla="*/ 212688 w 215730"/>
              <a:gd name="csY5" fmla="*/ 95 h 1869535"/>
              <a:gd name="csX0" fmla="*/ 98388 w 119953"/>
              <a:gd name="csY0" fmla="*/ 208 h 1561038"/>
              <a:gd name="csX1" fmla="*/ 23443 w 119953"/>
              <a:gd name="csY1" fmla="*/ 559755 h 1561038"/>
              <a:gd name="csX2" fmla="*/ 598 w 119953"/>
              <a:gd name="csY2" fmla="*/ 1558498 h 1561038"/>
              <a:gd name="csX3" fmla="*/ 104738 w 119953"/>
              <a:gd name="csY3" fmla="*/ 1561038 h 1561038"/>
              <a:gd name="csX4" fmla="*/ 103468 w 119953"/>
              <a:gd name="csY4" fmla="*/ 611078 h 1561038"/>
              <a:gd name="csX5" fmla="*/ 98388 w 119953"/>
              <a:gd name="csY5" fmla="*/ 208 h 1561038"/>
              <a:gd name="csX0" fmla="*/ 98388 w 119953"/>
              <a:gd name="csY0" fmla="*/ 0 h 1560830"/>
              <a:gd name="csX1" fmla="*/ 23443 w 119953"/>
              <a:gd name="csY1" fmla="*/ 559547 h 1560830"/>
              <a:gd name="csX2" fmla="*/ 598 w 119953"/>
              <a:gd name="csY2" fmla="*/ 1558290 h 1560830"/>
              <a:gd name="csX3" fmla="*/ 104738 w 119953"/>
              <a:gd name="csY3" fmla="*/ 1560830 h 1560830"/>
              <a:gd name="csX4" fmla="*/ 103468 w 119953"/>
              <a:gd name="csY4" fmla="*/ 610870 h 1560830"/>
              <a:gd name="csX5" fmla="*/ 98388 w 119953"/>
              <a:gd name="csY5" fmla="*/ 0 h 1560830"/>
              <a:gd name="csX0" fmla="*/ 98388 w 115472"/>
              <a:gd name="csY0" fmla="*/ 0 h 1560830"/>
              <a:gd name="csX1" fmla="*/ 23443 w 115472"/>
              <a:gd name="csY1" fmla="*/ 559547 h 1560830"/>
              <a:gd name="csX2" fmla="*/ 598 w 115472"/>
              <a:gd name="csY2" fmla="*/ 1558290 h 1560830"/>
              <a:gd name="csX3" fmla="*/ 104738 w 115472"/>
              <a:gd name="csY3" fmla="*/ 1560830 h 1560830"/>
              <a:gd name="csX4" fmla="*/ 103468 w 115472"/>
              <a:gd name="csY4" fmla="*/ 610870 h 1560830"/>
              <a:gd name="csX5" fmla="*/ 98388 w 115472"/>
              <a:gd name="csY5" fmla="*/ 0 h 1560830"/>
              <a:gd name="csX0" fmla="*/ 98388 w 115472"/>
              <a:gd name="csY0" fmla="*/ 0 h 1560830"/>
              <a:gd name="csX1" fmla="*/ 23443 w 115472"/>
              <a:gd name="csY1" fmla="*/ 559547 h 1560830"/>
              <a:gd name="csX2" fmla="*/ 598 w 115472"/>
              <a:gd name="csY2" fmla="*/ 1558290 h 1560830"/>
              <a:gd name="csX3" fmla="*/ 104738 w 115472"/>
              <a:gd name="csY3" fmla="*/ 1560830 h 1560830"/>
              <a:gd name="csX4" fmla="*/ 103468 w 115472"/>
              <a:gd name="csY4" fmla="*/ 610870 h 1560830"/>
              <a:gd name="csX5" fmla="*/ 98388 w 115472"/>
              <a:gd name="csY5" fmla="*/ 0 h 1560830"/>
              <a:gd name="csX0" fmla="*/ 96483 w 115022"/>
              <a:gd name="csY0" fmla="*/ 0 h 1576070"/>
              <a:gd name="csX1" fmla="*/ 23443 w 115022"/>
              <a:gd name="csY1" fmla="*/ 574787 h 1576070"/>
              <a:gd name="csX2" fmla="*/ 598 w 115022"/>
              <a:gd name="csY2" fmla="*/ 1573530 h 1576070"/>
              <a:gd name="csX3" fmla="*/ 104738 w 115022"/>
              <a:gd name="csY3" fmla="*/ 1576070 h 1576070"/>
              <a:gd name="csX4" fmla="*/ 103468 w 115022"/>
              <a:gd name="csY4" fmla="*/ 626110 h 1576070"/>
              <a:gd name="csX5" fmla="*/ 96483 w 115022"/>
              <a:gd name="csY5" fmla="*/ 0 h 1576070"/>
              <a:gd name="csX0" fmla="*/ 96483 w 104738"/>
              <a:gd name="csY0" fmla="*/ 0 h 1576070"/>
              <a:gd name="csX1" fmla="*/ 23443 w 104738"/>
              <a:gd name="csY1" fmla="*/ 574787 h 1576070"/>
              <a:gd name="csX2" fmla="*/ 598 w 104738"/>
              <a:gd name="csY2" fmla="*/ 1573530 h 1576070"/>
              <a:gd name="csX3" fmla="*/ 104738 w 104738"/>
              <a:gd name="csY3" fmla="*/ 1576070 h 1576070"/>
              <a:gd name="csX4" fmla="*/ 103468 w 104738"/>
              <a:gd name="csY4" fmla="*/ 626110 h 1576070"/>
              <a:gd name="csX5" fmla="*/ 96483 w 104738"/>
              <a:gd name="csY5" fmla="*/ 0 h 1576070"/>
            </a:gdLst>
            <a:ahLst/>
            <a:cxnLst>
              <a:cxn ang="0">
                <a:pos x="csX0" y="csY0"/>
              </a:cxn>
              <a:cxn ang="0">
                <a:pos x="csX1" y="csY1"/>
              </a:cxn>
              <a:cxn ang="0">
                <a:pos x="csX2" y="csY2"/>
              </a:cxn>
              <a:cxn ang="0">
                <a:pos x="csX3" y="csY3"/>
              </a:cxn>
              <a:cxn ang="0">
                <a:pos x="csX4" y="csY4"/>
              </a:cxn>
              <a:cxn ang="0">
                <a:pos x="csX5" y="csY5"/>
              </a:cxn>
            </a:cxnLst>
            <a:rect l="l" t="t" r="r" b="b"/>
            <a:pathLst>
              <a:path w="104738" h="1576070">
                <a:moveTo>
                  <a:pt x="96483" y="0"/>
                </a:moveTo>
                <a:cubicBezTo>
                  <a:pt x="31711" y="130511"/>
                  <a:pt x="34026" y="261732"/>
                  <a:pt x="23443" y="574787"/>
                </a:cubicBezTo>
                <a:cubicBezTo>
                  <a:pt x="27041" y="848260"/>
                  <a:pt x="-4696" y="1388235"/>
                  <a:pt x="598" y="1573530"/>
                </a:cubicBezTo>
                <a:lnTo>
                  <a:pt x="104738" y="1576070"/>
                </a:lnTo>
                <a:cubicBezTo>
                  <a:pt x="104315" y="1259417"/>
                  <a:pt x="103891" y="942763"/>
                  <a:pt x="103468" y="626110"/>
                </a:cubicBezTo>
                <a:cubicBezTo>
                  <a:pt x="104315" y="291677"/>
                  <a:pt x="101351" y="118745"/>
                  <a:pt x="96483" y="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8" name="Picture 117">
            <a:extLst>
              <a:ext uri="{FF2B5EF4-FFF2-40B4-BE49-F238E27FC236}">
                <a16:creationId xmlns:a16="http://schemas.microsoft.com/office/drawing/2014/main" id="{229CDFE9-5251-E68E-526B-97AD8FAAB792}"/>
              </a:ext>
            </a:extLst>
          </p:cNvPr>
          <p:cNvPicPr>
            <a:picLocks noChangeAspect="1"/>
          </p:cNvPicPr>
          <p:nvPr/>
        </p:nvPicPr>
        <p:blipFill>
          <a:blip r:embed="rId6"/>
          <a:stretch>
            <a:fillRect/>
          </a:stretch>
        </p:blipFill>
        <p:spPr>
          <a:xfrm>
            <a:off x="2846426" y="2526317"/>
            <a:ext cx="988718" cy="356754"/>
          </a:xfrm>
          <a:prstGeom prst="rect">
            <a:avLst/>
          </a:prstGeom>
        </p:spPr>
      </p:pic>
      <p:sp>
        <p:nvSpPr>
          <p:cNvPr id="119" name="Freeform: Shape 118">
            <a:extLst>
              <a:ext uri="{FF2B5EF4-FFF2-40B4-BE49-F238E27FC236}">
                <a16:creationId xmlns:a16="http://schemas.microsoft.com/office/drawing/2014/main" id="{699B1FB4-4D19-81B2-8006-208644C91987}"/>
              </a:ext>
            </a:extLst>
          </p:cNvPr>
          <p:cNvSpPr/>
          <p:nvPr/>
        </p:nvSpPr>
        <p:spPr>
          <a:xfrm>
            <a:off x="6139455" y="924258"/>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B8CFE1C8-7351-8E42-5819-371EFEFF0C2B}"/>
              </a:ext>
            </a:extLst>
          </p:cNvPr>
          <p:cNvSpPr/>
          <p:nvPr/>
        </p:nvSpPr>
        <p:spPr>
          <a:xfrm>
            <a:off x="430593" y="3372133"/>
            <a:ext cx="5686484" cy="1463750"/>
          </a:xfrm>
          <a:prstGeom prst="roundRect">
            <a:avLst>
              <a:gd name="adj" fmla="val 4825"/>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buNone/>
            </a:pPr>
            <a:r>
              <a:rPr lang="en-US" kern="100">
                <a:solidFill>
                  <a:schemeClr val="tx1"/>
                </a:solidFill>
                <a:latin typeface="Aptos" panose="020B0004020202020204" pitchFamily="34" charset="0"/>
                <a:ea typeface="Aptos" panose="020B0004020202020204" pitchFamily="34" charset="0"/>
                <a:cs typeface="Times New Roman" panose="02020603050405020304" pitchFamily="18" charset="0"/>
              </a:rPr>
              <a:t>The thermal phase shifter is used to adjust the desired spectral window. </a:t>
            </a:r>
          </a:p>
        </p:txBody>
      </p:sp>
      <p:sp>
        <p:nvSpPr>
          <p:cNvPr id="69" name="Rectangle: Rounded Corners 68">
            <a:extLst>
              <a:ext uri="{FF2B5EF4-FFF2-40B4-BE49-F238E27FC236}">
                <a16:creationId xmlns:a16="http://schemas.microsoft.com/office/drawing/2014/main" id="{8B3FB6DE-559E-9C4B-0E24-169542F6C094}"/>
              </a:ext>
            </a:extLst>
          </p:cNvPr>
          <p:cNvSpPr/>
          <p:nvPr/>
        </p:nvSpPr>
        <p:spPr>
          <a:xfrm>
            <a:off x="6304261" y="3381303"/>
            <a:ext cx="5686484" cy="1418246"/>
          </a:xfrm>
          <a:prstGeom prst="roundRect">
            <a:avLst>
              <a:gd name="adj" fmla="val 5546"/>
            </a:avLst>
          </a:prstGeom>
          <a:solidFill>
            <a:srgbClr val="CEEAB0"/>
          </a:solidFill>
          <a:ln>
            <a:solidFill>
              <a:srgbClr val="006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800"/>
              </a:spcAft>
              <a:buNone/>
            </a:pPr>
            <a:r>
              <a:rPr lang="en-US" kern="100">
                <a:solidFill>
                  <a:schemeClr val="tx1"/>
                </a:solidFill>
                <a:latin typeface="Aptos" panose="020B0004020202020204" pitchFamily="34" charset="0"/>
                <a:ea typeface="Aptos" panose="020B0004020202020204" pitchFamily="34" charset="0"/>
                <a:cs typeface="Times New Roman" panose="02020603050405020304" pitchFamily="18" charset="0"/>
              </a:rPr>
              <a:t>Due to the complementary nature of the bar and cross ports, selecting a transmission window at one output automatically results in the corresponding complementary response at the other port.</a:t>
            </a:r>
          </a:p>
        </p:txBody>
      </p:sp>
      <p:sp>
        <p:nvSpPr>
          <p:cNvPr id="70" name="Oval 69">
            <a:extLst>
              <a:ext uri="{FF2B5EF4-FFF2-40B4-BE49-F238E27FC236}">
                <a16:creationId xmlns:a16="http://schemas.microsoft.com/office/drawing/2014/main" id="{8097059C-AEA0-234E-BCD5-DE6635107D5A}"/>
              </a:ext>
            </a:extLst>
          </p:cNvPr>
          <p:cNvSpPr/>
          <p:nvPr/>
        </p:nvSpPr>
        <p:spPr>
          <a:xfrm>
            <a:off x="8938467" y="1689965"/>
            <a:ext cx="540000" cy="540000"/>
          </a:xfrm>
          <a:prstGeom prst="ellipse">
            <a:avLst/>
          </a:prstGeom>
          <a:ln w="38100">
            <a:solidFill>
              <a:srgbClr val="00682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just">
              <a:lnSpc>
                <a:spcPct val="115000"/>
              </a:lnSpc>
              <a:spcAft>
                <a:spcPts val="800"/>
              </a:spcAft>
            </a:pPr>
            <a:endParaRPr lang="en-US" kern="100">
              <a:solidFill>
                <a:schemeClr val="tx1"/>
              </a:solidFill>
              <a:latin typeface="Aptos" panose="020B0004020202020204" pitchFamily="34" charset="0"/>
              <a:cs typeface="Times New Roman" panose="02020603050405020304" pitchFamily="18" charset="0"/>
            </a:endParaRPr>
          </a:p>
        </p:txBody>
      </p:sp>
      <p:cxnSp>
        <p:nvCxnSpPr>
          <p:cNvPr id="72" name="Straight Connector 71">
            <a:extLst>
              <a:ext uri="{FF2B5EF4-FFF2-40B4-BE49-F238E27FC236}">
                <a16:creationId xmlns:a16="http://schemas.microsoft.com/office/drawing/2014/main" id="{F72EDDCD-84B7-BA11-4307-F93668AF0208}"/>
              </a:ext>
            </a:extLst>
          </p:cNvPr>
          <p:cNvCxnSpPr>
            <a:stCxn id="68" idx="0"/>
            <a:endCxn id="70" idx="2"/>
          </p:cNvCxnSpPr>
          <p:nvPr/>
        </p:nvCxnSpPr>
        <p:spPr>
          <a:xfrm flipV="1">
            <a:off x="3273835" y="1959965"/>
            <a:ext cx="5664632" cy="1412168"/>
          </a:xfrm>
          <a:prstGeom prst="line">
            <a:avLst/>
          </a:prstGeom>
          <a:ln w="38100">
            <a:solidFill>
              <a:srgbClr val="00682F"/>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24A5AB54-8680-4EBC-F38E-35604C4D0299}"/>
              </a:ext>
            </a:extLst>
          </p:cNvPr>
          <p:cNvSpPr/>
          <p:nvPr/>
        </p:nvSpPr>
        <p:spPr>
          <a:xfrm>
            <a:off x="6229799" y="1776309"/>
            <a:ext cx="540000" cy="540000"/>
          </a:xfrm>
          <a:prstGeom prst="ellipse">
            <a:avLst/>
          </a:prstGeom>
          <a:ln w="38100">
            <a:solidFill>
              <a:srgbClr val="00682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just">
              <a:lnSpc>
                <a:spcPct val="115000"/>
              </a:lnSpc>
              <a:spcAft>
                <a:spcPts val="800"/>
              </a:spcAft>
            </a:pPr>
            <a:endParaRPr lang="en-US" kern="100">
              <a:solidFill>
                <a:schemeClr val="tx1"/>
              </a:solidFill>
              <a:latin typeface="Aptos" panose="020B0004020202020204" pitchFamily="34" charset="0"/>
              <a:cs typeface="Times New Roman" panose="02020603050405020304" pitchFamily="18" charset="0"/>
            </a:endParaRPr>
          </a:p>
        </p:txBody>
      </p:sp>
      <p:cxnSp>
        <p:nvCxnSpPr>
          <p:cNvPr id="74" name="Straight Connector 73">
            <a:extLst>
              <a:ext uri="{FF2B5EF4-FFF2-40B4-BE49-F238E27FC236}">
                <a16:creationId xmlns:a16="http://schemas.microsoft.com/office/drawing/2014/main" id="{5EF829B7-2A0E-F100-F6E2-AFC848F40AD0}"/>
              </a:ext>
            </a:extLst>
          </p:cNvPr>
          <p:cNvCxnSpPr>
            <a:cxnSpLocks/>
            <a:stCxn id="73" idx="5"/>
            <a:endCxn id="69" idx="0"/>
          </p:cNvCxnSpPr>
          <p:nvPr/>
        </p:nvCxnSpPr>
        <p:spPr>
          <a:xfrm>
            <a:off x="6690718" y="2237228"/>
            <a:ext cx="2456785" cy="1144075"/>
          </a:xfrm>
          <a:prstGeom prst="line">
            <a:avLst/>
          </a:prstGeom>
          <a:ln w="38100">
            <a:solidFill>
              <a:srgbClr val="00682F"/>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5276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FCFF8-4017-CB31-7544-8C151F7C7256}"/>
            </a:ext>
          </a:extLst>
        </p:cNvPr>
        <p:cNvGrpSpPr/>
        <p:nvPr/>
      </p:nvGrpSpPr>
      <p:grpSpPr>
        <a:xfrm>
          <a:off x="0" y="0"/>
          <a:ext cx="0" cy="0"/>
          <a:chOff x="0" y="0"/>
          <a:chExt cx="0" cy="0"/>
        </a:xfrm>
      </p:grpSpPr>
      <p:pic>
        <p:nvPicPr>
          <p:cNvPr id="69" name="Picture 68">
            <a:extLst>
              <a:ext uri="{FF2B5EF4-FFF2-40B4-BE49-F238E27FC236}">
                <a16:creationId xmlns:a16="http://schemas.microsoft.com/office/drawing/2014/main" id="{5FF50771-3359-9BE2-8710-7E330703EF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4" y="813181"/>
            <a:ext cx="4042800" cy="2657577"/>
          </a:xfrm>
          <a:prstGeom prst="rect">
            <a:avLst/>
          </a:prstGeom>
        </p:spPr>
      </p:pic>
      <p:pic>
        <p:nvPicPr>
          <p:cNvPr id="71" name="Picture 70">
            <a:extLst>
              <a:ext uri="{FF2B5EF4-FFF2-40B4-BE49-F238E27FC236}">
                <a16:creationId xmlns:a16="http://schemas.microsoft.com/office/drawing/2014/main" id="{A9B5442A-2AE2-44A0-D90F-93B6AEBCFF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8683" y="813181"/>
            <a:ext cx="4042800" cy="2657577"/>
          </a:xfrm>
          <a:prstGeom prst="rect">
            <a:avLst/>
          </a:prstGeom>
        </p:spPr>
      </p:pic>
      <p:pic>
        <p:nvPicPr>
          <p:cNvPr id="73" name="Picture 72">
            <a:extLst>
              <a:ext uri="{FF2B5EF4-FFF2-40B4-BE49-F238E27FC236}">
                <a16:creationId xmlns:a16="http://schemas.microsoft.com/office/drawing/2014/main" id="{B729D8C0-2413-D1E1-A415-052C85FDC3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8297" y="813181"/>
            <a:ext cx="4042800" cy="2657577"/>
          </a:xfrm>
          <a:prstGeom prst="rect">
            <a:avLst/>
          </a:prstGeom>
        </p:spPr>
      </p:pic>
      <p:cxnSp>
        <p:nvCxnSpPr>
          <p:cNvPr id="111" name="Straight Connector 110">
            <a:extLst>
              <a:ext uri="{FF2B5EF4-FFF2-40B4-BE49-F238E27FC236}">
                <a16:creationId xmlns:a16="http://schemas.microsoft.com/office/drawing/2014/main" id="{1DC2507F-D86E-5CB8-218D-D03DAF7342BD}"/>
              </a:ext>
            </a:extLst>
          </p:cNvPr>
          <p:cNvCxnSpPr>
            <a:cxnSpLocks/>
          </p:cNvCxnSpPr>
          <p:nvPr/>
        </p:nvCxnSpPr>
        <p:spPr>
          <a:xfrm>
            <a:off x="4004351" y="835731"/>
            <a:ext cx="0" cy="5466746"/>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FD7D571E-CA02-3C6F-0B0B-DEFD5177F4FB}"/>
              </a:ext>
            </a:extLst>
          </p:cNvPr>
          <p:cNvSpPr>
            <a:spLocks noGrp="1"/>
          </p:cNvSpPr>
          <p:nvPr>
            <p:ph type="ftr" sz="quarter" idx="10"/>
          </p:nvPr>
        </p:nvSpPr>
        <p:spPr/>
        <p:txBody>
          <a:bodyPr/>
          <a:lstStyle/>
          <a:p>
            <a:r>
              <a:rPr lang="en-US"/>
              <a:t>Pie de página</a:t>
            </a:r>
          </a:p>
        </p:txBody>
      </p:sp>
      <p:sp>
        <p:nvSpPr>
          <p:cNvPr id="4" name="Slide Number Placeholder 3">
            <a:extLst>
              <a:ext uri="{FF2B5EF4-FFF2-40B4-BE49-F238E27FC236}">
                <a16:creationId xmlns:a16="http://schemas.microsoft.com/office/drawing/2014/main" id="{731D0A8D-970C-BE7A-1C16-C7D6725B3996}"/>
              </a:ext>
            </a:extLst>
          </p:cNvPr>
          <p:cNvSpPr>
            <a:spLocks noGrp="1"/>
          </p:cNvSpPr>
          <p:nvPr>
            <p:ph type="sldNum" sz="quarter" idx="11"/>
          </p:nvPr>
        </p:nvSpPr>
        <p:spPr/>
        <p:txBody>
          <a:bodyPr/>
          <a:lstStyle/>
          <a:p>
            <a:fld id="{D637F8FC-4B86-4690-8888-22AB2F781BEF}" type="slidenum">
              <a:rPr lang="en-US" smtClean="0"/>
              <a:pPr/>
              <a:t>17</a:t>
            </a:fld>
            <a:endParaRPr lang="en-US"/>
          </a:p>
        </p:txBody>
      </p:sp>
      <p:sp>
        <p:nvSpPr>
          <p:cNvPr id="8" name="Title 7">
            <a:extLst>
              <a:ext uri="{FF2B5EF4-FFF2-40B4-BE49-F238E27FC236}">
                <a16:creationId xmlns:a16="http://schemas.microsoft.com/office/drawing/2014/main" id="{63941DE5-513F-4FEC-F62D-D215709E0063}"/>
              </a:ext>
            </a:extLst>
          </p:cNvPr>
          <p:cNvSpPr>
            <a:spLocks noGrp="1"/>
          </p:cNvSpPr>
          <p:nvPr>
            <p:ph type="title"/>
          </p:nvPr>
        </p:nvSpPr>
        <p:spPr>
          <a:xfrm>
            <a:off x="535594" y="368545"/>
            <a:ext cx="10544383" cy="599007"/>
          </a:xfrm>
        </p:spPr>
        <p:txBody>
          <a:bodyPr/>
          <a:lstStyle/>
          <a:p>
            <a:r>
              <a:rPr lang="en-US"/>
              <a:t>Spectral Window Formation via Phase Shifting</a:t>
            </a:r>
          </a:p>
        </p:txBody>
      </p:sp>
      <p:sp>
        <p:nvSpPr>
          <p:cNvPr id="7" name="Date Placeholder 6">
            <a:extLst>
              <a:ext uri="{FF2B5EF4-FFF2-40B4-BE49-F238E27FC236}">
                <a16:creationId xmlns:a16="http://schemas.microsoft.com/office/drawing/2014/main" id="{825CB77E-C7F4-C295-5DE9-19415600E490}"/>
              </a:ext>
            </a:extLst>
          </p:cNvPr>
          <p:cNvSpPr>
            <a:spLocks noGrp="1"/>
          </p:cNvSpPr>
          <p:nvPr>
            <p:ph type="dt" sz="half" idx="2"/>
          </p:nvPr>
        </p:nvSpPr>
        <p:spPr/>
        <p:txBody>
          <a:bodyPr/>
          <a:lstStyle/>
          <a:p>
            <a:fld id="{39E18374-368A-4A3E-9C13-EFB00A3C21AB}" type="datetime1">
              <a:rPr lang="es-ES" smtClean="0"/>
              <a:t>06/05/2026</a:t>
            </a:fld>
            <a:endParaRPr lang="es-ES"/>
          </a:p>
        </p:txBody>
      </p:sp>
      <p:cxnSp>
        <p:nvCxnSpPr>
          <p:cNvPr id="106" name="Straight Arrow Connector 105">
            <a:extLst>
              <a:ext uri="{FF2B5EF4-FFF2-40B4-BE49-F238E27FC236}">
                <a16:creationId xmlns:a16="http://schemas.microsoft.com/office/drawing/2014/main" id="{3C73DA55-80C2-1155-8306-4DD1749AF7B7}"/>
              </a:ext>
            </a:extLst>
          </p:cNvPr>
          <p:cNvCxnSpPr>
            <a:cxnSpLocks/>
            <a:endCxn id="102" idx="1"/>
          </p:cNvCxnSpPr>
          <p:nvPr/>
        </p:nvCxnSpPr>
        <p:spPr>
          <a:xfrm>
            <a:off x="1025509" y="5043578"/>
            <a:ext cx="705223" cy="0"/>
          </a:xfrm>
          <a:prstGeom prst="straightConnector1">
            <a:avLst/>
          </a:prstGeom>
          <a:noFill/>
          <a:ln w="19050" cap="flat" cmpd="sng" algn="ctr">
            <a:solidFill>
              <a:srgbClr val="156082"/>
            </a:solidFill>
            <a:prstDash val="solid"/>
            <a:miter lim="800000"/>
            <a:tailEnd type="triangle"/>
          </a:ln>
          <a:effectLst/>
        </p:spPr>
      </p:cxnSp>
      <p:grpSp>
        <p:nvGrpSpPr>
          <p:cNvPr id="5" name="Group 4">
            <a:extLst>
              <a:ext uri="{FF2B5EF4-FFF2-40B4-BE49-F238E27FC236}">
                <a16:creationId xmlns:a16="http://schemas.microsoft.com/office/drawing/2014/main" id="{A9219303-1A9D-49C2-4865-1CE74C0D8EA3}"/>
              </a:ext>
            </a:extLst>
          </p:cNvPr>
          <p:cNvGrpSpPr/>
          <p:nvPr/>
        </p:nvGrpSpPr>
        <p:grpSpPr>
          <a:xfrm>
            <a:off x="1730732" y="4553281"/>
            <a:ext cx="1343676" cy="631598"/>
            <a:chOff x="2222345" y="4139233"/>
            <a:chExt cx="1343676" cy="631598"/>
          </a:xfrm>
        </p:grpSpPr>
        <p:sp>
          <p:nvSpPr>
            <p:cNvPr id="98" name="Rectangle: Rounded Corners 97">
              <a:extLst>
                <a:ext uri="{FF2B5EF4-FFF2-40B4-BE49-F238E27FC236}">
                  <a16:creationId xmlns:a16="http://schemas.microsoft.com/office/drawing/2014/main" id="{0709FAD7-39C2-CD4B-D380-268F2F4C252F}"/>
                </a:ext>
              </a:extLst>
            </p:cNvPr>
            <p:cNvSpPr/>
            <p:nvPr/>
          </p:nvSpPr>
          <p:spPr>
            <a:xfrm>
              <a:off x="2279667" y="4139233"/>
              <a:ext cx="1229032" cy="631598"/>
            </a:xfrm>
            <a:prstGeom prst="roundRect">
              <a:avLst/>
            </a:prstGeom>
            <a:solidFill>
              <a:srgbClr val="F5C9EC"/>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99" name="Group 98">
              <a:extLst>
                <a:ext uri="{FF2B5EF4-FFF2-40B4-BE49-F238E27FC236}">
                  <a16:creationId xmlns:a16="http://schemas.microsoft.com/office/drawing/2014/main" id="{B75F3287-4518-0CA9-6293-56911C032EA6}"/>
                </a:ext>
              </a:extLst>
            </p:cNvPr>
            <p:cNvGrpSpPr/>
            <p:nvPr/>
          </p:nvGrpSpPr>
          <p:grpSpPr>
            <a:xfrm>
              <a:off x="2222345" y="4247006"/>
              <a:ext cx="1343676" cy="416052"/>
              <a:chOff x="2023872" y="2779776"/>
              <a:chExt cx="1343676" cy="416052"/>
            </a:xfrm>
          </p:grpSpPr>
          <p:grpSp>
            <p:nvGrpSpPr>
              <p:cNvPr id="100" name="Group 99">
                <a:extLst>
                  <a:ext uri="{FF2B5EF4-FFF2-40B4-BE49-F238E27FC236}">
                    <a16:creationId xmlns:a16="http://schemas.microsoft.com/office/drawing/2014/main" id="{0B7D42A7-3B73-09E8-102F-071DD14E1213}"/>
                  </a:ext>
                </a:extLst>
              </p:cNvPr>
              <p:cNvGrpSpPr/>
              <p:nvPr/>
            </p:nvGrpSpPr>
            <p:grpSpPr>
              <a:xfrm>
                <a:off x="2023872" y="2779776"/>
                <a:ext cx="1343676" cy="67056"/>
                <a:chOff x="2023872" y="2779776"/>
                <a:chExt cx="1343676" cy="67056"/>
              </a:xfrm>
            </p:grpSpPr>
            <p:sp>
              <p:nvSpPr>
                <p:cNvPr id="104" name="Rectangle 103">
                  <a:extLst>
                    <a:ext uri="{FF2B5EF4-FFF2-40B4-BE49-F238E27FC236}">
                      <a16:creationId xmlns:a16="http://schemas.microsoft.com/office/drawing/2014/main" id="{BE33C3B5-01FE-D997-CF1A-E02DE98E623D}"/>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5" name="Rectangle 104">
                  <a:extLst>
                    <a:ext uri="{FF2B5EF4-FFF2-40B4-BE49-F238E27FC236}">
                      <a16:creationId xmlns:a16="http://schemas.microsoft.com/office/drawing/2014/main" id="{C3033074-913E-7BEA-B168-41AE9B887FE5}"/>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01" name="Group 100">
                <a:extLst>
                  <a:ext uri="{FF2B5EF4-FFF2-40B4-BE49-F238E27FC236}">
                    <a16:creationId xmlns:a16="http://schemas.microsoft.com/office/drawing/2014/main" id="{FF481AA6-D8DC-6B4C-2ECF-4586BA1E9C52}"/>
                  </a:ext>
                </a:extLst>
              </p:cNvPr>
              <p:cNvGrpSpPr/>
              <p:nvPr/>
            </p:nvGrpSpPr>
            <p:grpSpPr>
              <a:xfrm>
                <a:off x="2023872" y="3128772"/>
                <a:ext cx="1343676" cy="67056"/>
                <a:chOff x="2023872" y="3128772"/>
                <a:chExt cx="1343676" cy="67056"/>
              </a:xfrm>
            </p:grpSpPr>
            <p:sp>
              <p:nvSpPr>
                <p:cNvPr id="102" name="Rectangle 101">
                  <a:extLst>
                    <a:ext uri="{FF2B5EF4-FFF2-40B4-BE49-F238E27FC236}">
                      <a16:creationId xmlns:a16="http://schemas.microsoft.com/office/drawing/2014/main" id="{235056CA-49A5-7852-6A12-0CA385CFBA8D}"/>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3" name="Rectangle 102">
                  <a:extLst>
                    <a:ext uri="{FF2B5EF4-FFF2-40B4-BE49-F238E27FC236}">
                      <a16:creationId xmlns:a16="http://schemas.microsoft.com/office/drawing/2014/main" id="{DDFFA936-BD9D-6481-F5F5-A9646B4676CA}"/>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2" name="TextBox 1">
              <a:extLst>
                <a:ext uri="{FF2B5EF4-FFF2-40B4-BE49-F238E27FC236}">
                  <a16:creationId xmlns:a16="http://schemas.microsoft.com/office/drawing/2014/main" id="{C7C35EBB-187F-80BB-F7F7-87A81D8B402E}"/>
                </a:ext>
              </a:extLst>
            </p:cNvPr>
            <p:cNvSpPr txBox="1"/>
            <p:nvPr/>
          </p:nvSpPr>
          <p:spPr>
            <a:xfrm>
              <a:off x="2379956" y="4270366"/>
              <a:ext cx="102845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ptos" panose="02110004020202020204"/>
                </a:rPr>
                <a:t>MZI_</a:t>
              </a:r>
              <a:r>
                <a:rPr kumimoji="0" lang="es-CO" sz="1800" b="0" i="0" u="none" strike="noStrike" kern="0" cap="none" spc="0" normalizeH="0" baseline="0" noProof="0">
                  <a:ln>
                    <a:noFill/>
                  </a:ln>
                  <a:solidFill>
                    <a:prstClr val="black"/>
                  </a:solidFill>
                  <a:effectLst/>
                  <a:uLnTx/>
                  <a:uFillTx/>
                  <a:latin typeface="Aptos" panose="02110004020202020204"/>
                </a:rPr>
                <a:t>In</a:t>
              </a:r>
              <a:endParaRPr kumimoji="0" lang="en-US" sz="1800" b="0" i="0" u="none" strike="noStrike" kern="0" cap="none" spc="0" normalizeH="0" baseline="0" noProof="0">
                <a:ln>
                  <a:noFill/>
                </a:ln>
                <a:solidFill>
                  <a:prstClr val="black"/>
                </a:solidFill>
                <a:effectLst/>
                <a:uLnTx/>
                <a:uFillTx/>
                <a:latin typeface="Aptos" panose="02110004020202020204"/>
              </a:endParaRPr>
            </a:p>
          </p:txBody>
        </p:sp>
      </p:grpSp>
      <p:grpSp>
        <p:nvGrpSpPr>
          <p:cNvPr id="86" name="Group 85">
            <a:extLst>
              <a:ext uri="{FF2B5EF4-FFF2-40B4-BE49-F238E27FC236}">
                <a16:creationId xmlns:a16="http://schemas.microsoft.com/office/drawing/2014/main" id="{FE6ECAE4-B743-DD29-575D-5D5979A6F05A}"/>
              </a:ext>
            </a:extLst>
          </p:cNvPr>
          <p:cNvGrpSpPr/>
          <p:nvPr/>
        </p:nvGrpSpPr>
        <p:grpSpPr>
          <a:xfrm>
            <a:off x="9347264" y="3439152"/>
            <a:ext cx="1343676" cy="2859856"/>
            <a:chOff x="9347264" y="3331000"/>
            <a:chExt cx="1343676" cy="2859856"/>
          </a:xfrm>
        </p:grpSpPr>
        <p:grpSp>
          <p:nvGrpSpPr>
            <p:cNvPr id="6" name="Group 5">
              <a:extLst>
                <a:ext uri="{FF2B5EF4-FFF2-40B4-BE49-F238E27FC236}">
                  <a16:creationId xmlns:a16="http://schemas.microsoft.com/office/drawing/2014/main" id="{861E4714-443B-E368-FB74-4701689284E0}"/>
                </a:ext>
              </a:extLst>
            </p:cNvPr>
            <p:cNvGrpSpPr/>
            <p:nvPr/>
          </p:nvGrpSpPr>
          <p:grpSpPr>
            <a:xfrm>
              <a:off x="9347264" y="5559258"/>
              <a:ext cx="1343676" cy="631598"/>
              <a:chOff x="2222345" y="4139233"/>
              <a:chExt cx="1343676" cy="631598"/>
            </a:xfrm>
          </p:grpSpPr>
          <p:sp>
            <p:nvSpPr>
              <p:cNvPr id="9" name="Rectangle: Rounded Corners 8">
                <a:extLst>
                  <a:ext uri="{FF2B5EF4-FFF2-40B4-BE49-F238E27FC236}">
                    <a16:creationId xmlns:a16="http://schemas.microsoft.com/office/drawing/2014/main" id="{8B6C7309-0F18-1E9E-1915-4025A69441EA}"/>
                  </a:ext>
                </a:extLst>
              </p:cNvPr>
              <p:cNvSpPr/>
              <p:nvPr/>
            </p:nvSpPr>
            <p:spPr>
              <a:xfrm>
                <a:off x="2279667" y="4139233"/>
                <a:ext cx="1229032" cy="631598"/>
              </a:xfrm>
              <a:prstGeom prst="roundRect">
                <a:avLst/>
              </a:prstGeom>
              <a:solidFill>
                <a:srgbClr val="F5C9EC"/>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10" name="Group 9">
                <a:extLst>
                  <a:ext uri="{FF2B5EF4-FFF2-40B4-BE49-F238E27FC236}">
                    <a16:creationId xmlns:a16="http://schemas.microsoft.com/office/drawing/2014/main" id="{BF9980D7-2CCB-C295-D3E4-899C443C66FA}"/>
                  </a:ext>
                </a:extLst>
              </p:cNvPr>
              <p:cNvGrpSpPr/>
              <p:nvPr/>
            </p:nvGrpSpPr>
            <p:grpSpPr>
              <a:xfrm>
                <a:off x="2222345" y="4247006"/>
                <a:ext cx="1343676" cy="416052"/>
                <a:chOff x="2023872" y="2779776"/>
                <a:chExt cx="1343676" cy="416052"/>
              </a:xfrm>
            </p:grpSpPr>
            <p:grpSp>
              <p:nvGrpSpPr>
                <p:cNvPr id="12" name="Group 11">
                  <a:extLst>
                    <a:ext uri="{FF2B5EF4-FFF2-40B4-BE49-F238E27FC236}">
                      <a16:creationId xmlns:a16="http://schemas.microsoft.com/office/drawing/2014/main" id="{13050B3B-80A2-0D57-A3B6-20DB026D119F}"/>
                    </a:ext>
                  </a:extLst>
                </p:cNvPr>
                <p:cNvGrpSpPr/>
                <p:nvPr/>
              </p:nvGrpSpPr>
              <p:grpSpPr>
                <a:xfrm>
                  <a:off x="2023872" y="2779776"/>
                  <a:ext cx="1343676" cy="67056"/>
                  <a:chOff x="2023872" y="2779776"/>
                  <a:chExt cx="1343676" cy="67056"/>
                </a:xfrm>
              </p:grpSpPr>
              <p:sp>
                <p:nvSpPr>
                  <p:cNvPr id="16" name="Rectangle 15">
                    <a:extLst>
                      <a:ext uri="{FF2B5EF4-FFF2-40B4-BE49-F238E27FC236}">
                        <a16:creationId xmlns:a16="http://schemas.microsoft.com/office/drawing/2014/main" id="{468FDA76-791E-CCB8-53AE-5AB94C1384A4}"/>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C0C61210-8676-F07F-B5ED-635D0BB0C602}"/>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13" name="Group 12">
                  <a:extLst>
                    <a:ext uri="{FF2B5EF4-FFF2-40B4-BE49-F238E27FC236}">
                      <a16:creationId xmlns:a16="http://schemas.microsoft.com/office/drawing/2014/main" id="{BAD246A3-5AE3-BF48-27DC-9A2ED6CE58CD}"/>
                    </a:ext>
                  </a:extLst>
                </p:cNvPr>
                <p:cNvGrpSpPr/>
                <p:nvPr/>
              </p:nvGrpSpPr>
              <p:grpSpPr>
                <a:xfrm>
                  <a:off x="2023872" y="3128772"/>
                  <a:ext cx="1343676" cy="67056"/>
                  <a:chOff x="2023872" y="3128772"/>
                  <a:chExt cx="1343676" cy="67056"/>
                </a:xfrm>
              </p:grpSpPr>
              <p:sp>
                <p:nvSpPr>
                  <p:cNvPr id="14" name="Rectangle 13">
                    <a:extLst>
                      <a:ext uri="{FF2B5EF4-FFF2-40B4-BE49-F238E27FC236}">
                        <a16:creationId xmlns:a16="http://schemas.microsoft.com/office/drawing/2014/main" id="{BE7CBDA4-03AA-CB3D-1C1D-9CC13C0C38F1}"/>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86EF9891-38A5-24A8-6F86-2669BB1BFDF7}"/>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11" name="TextBox 10">
                <a:extLst>
                  <a:ext uri="{FF2B5EF4-FFF2-40B4-BE49-F238E27FC236}">
                    <a16:creationId xmlns:a16="http://schemas.microsoft.com/office/drawing/2014/main" id="{6D39D3B1-0B73-79C7-8C84-424A51E08B2B}"/>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MZI_1</a:t>
                </a:r>
                <a:r>
                  <a:rPr lang="es-MX" kern="0">
                    <a:solidFill>
                      <a:prstClr val="black"/>
                    </a:solidFill>
                    <a:latin typeface="Aptos" panose="02110004020202020204"/>
                  </a:rPr>
                  <a:t>_5</a:t>
                </a:r>
                <a:endParaRPr lang="en-US" kern="0">
                  <a:solidFill>
                    <a:prstClr val="black"/>
                  </a:solidFill>
                  <a:latin typeface="Aptos" panose="02110004020202020204"/>
                </a:endParaRPr>
              </a:p>
            </p:txBody>
          </p:sp>
        </p:grpSp>
        <p:grpSp>
          <p:nvGrpSpPr>
            <p:cNvPr id="18" name="Group 17">
              <a:extLst>
                <a:ext uri="{FF2B5EF4-FFF2-40B4-BE49-F238E27FC236}">
                  <a16:creationId xmlns:a16="http://schemas.microsoft.com/office/drawing/2014/main" id="{556F409E-D6F2-CB21-A074-795BC29A8452}"/>
                </a:ext>
              </a:extLst>
            </p:cNvPr>
            <p:cNvGrpSpPr/>
            <p:nvPr/>
          </p:nvGrpSpPr>
          <p:grpSpPr>
            <a:xfrm>
              <a:off x="9347264" y="4814814"/>
              <a:ext cx="1343676" cy="631598"/>
              <a:chOff x="2222345" y="4139233"/>
              <a:chExt cx="1343676" cy="631598"/>
            </a:xfrm>
          </p:grpSpPr>
          <p:sp>
            <p:nvSpPr>
              <p:cNvPr id="19" name="Rectangle: Rounded Corners 18">
                <a:extLst>
                  <a:ext uri="{FF2B5EF4-FFF2-40B4-BE49-F238E27FC236}">
                    <a16:creationId xmlns:a16="http://schemas.microsoft.com/office/drawing/2014/main" id="{4E9E2678-62FF-B896-DD8A-A46B91D4BD87}"/>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20" name="Group 19">
                <a:extLst>
                  <a:ext uri="{FF2B5EF4-FFF2-40B4-BE49-F238E27FC236}">
                    <a16:creationId xmlns:a16="http://schemas.microsoft.com/office/drawing/2014/main" id="{3F319094-3630-3139-15AF-43EE85E3DC2C}"/>
                  </a:ext>
                </a:extLst>
              </p:cNvPr>
              <p:cNvGrpSpPr/>
              <p:nvPr/>
            </p:nvGrpSpPr>
            <p:grpSpPr>
              <a:xfrm>
                <a:off x="2222345" y="4247006"/>
                <a:ext cx="1343676" cy="416052"/>
                <a:chOff x="2023872" y="2779776"/>
                <a:chExt cx="1343676" cy="416052"/>
              </a:xfrm>
            </p:grpSpPr>
            <p:grpSp>
              <p:nvGrpSpPr>
                <p:cNvPr id="22" name="Group 21">
                  <a:extLst>
                    <a:ext uri="{FF2B5EF4-FFF2-40B4-BE49-F238E27FC236}">
                      <a16:creationId xmlns:a16="http://schemas.microsoft.com/office/drawing/2014/main" id="{484D7AC2-8F4D-A4BE-71B5-23774A90DCCB}"/>
                    </a:ext>
                  </a:extLst>
                </p:cNvPr>
                <p:cNvGrpSpPr/>
                <p:nvPr/>
              </p:nvGrpSpPr>
              <p:grpSpPr>
                <a:xfrm>
                  <a:off x="2023872" y="2779776"/>
                  <a:ext cx="1343676" cy="67056"/>
                  <a:chOff x="2023872" y="2779776"/>
                  <a:chExt cx="1343676" cy="67056"/>
                </a:xfrm>
              </p:grpSpPr>
              <p:sp>
                <p:nvSpPr>
                  <p:cNvPr id="26" name="Rectangle 25">
                    <a:extLst>
                      <a:ext uri="{FF2B5EF4-FFF2-40B4-BE49-F238E27FC236}">
                        <a16:creationId xmlns:a16="http://schemas.microsoft.com/office/drawing/2014/main" id="{E09366EA-56F0-FCA3-6F91-F7472B44BEF0}"/>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BFE450D8-B7B1-C5B8-A9C6-5C1C81FB6698}"/>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23" name="Group 22">
                  <a:extLst>
                    <a:ext uri="{FF2B5EF4-FFF2-40B4-BE49-F238E27FC236}">
                      <a16:creationId xmlns:a16="http://schemas.microsoft.com/office/drawing/2014/main" id="{69AA16B6-37A3-027D-052D-3C7CAB05C8CA}"/>
                    </a:ext>
                  </a:extLst>
                </p:cNvPr>
                <p:cNvGrpSpPr/>
                <p:nvPr/>
              </p:nvGrpSpPr>
              <p:grpSpPr>
                <a:xfrm>
                  <a:off x="2023872" y="3128772"/>
                  <a:ext cx="1343676" cy="67056"/>
                  <a:chOff x="2023872" y="3128772"/>
                  <a:chExt cx="1343676" cy="67056"/>
                </a:xfrm>
              </p:grpSpPr>
              <p:sp>
                <p:nvSpPr>
                  <p:cNvPr id="24" name="Rectangle 23">
                    <a:extLst>
                      <a:ext uri="{FF2B5EF4-FFF2-40B4-BE49-F238E27FC236}">
                        <a16:creationId xmlns:a16="http://schemas.microsoft.com/office/drawing/2014/main" id="{29663504-52F2-0A55-9335-915826F6E8D2}"/>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90634D20-2B0B-BE86-A3FD-BC4407CB39AA}"/>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21" name="TextBox 20">
                <a:extLst>
                  <a:ext uri="{FF2B5EF4-FFF2-40B4-BE49-F238E27FC236}">
                    <a16:creationId xmlns:a16="http://schemas.microsoft.com/office/drawing/2014/main" id="{D88A686F-7319-EDE9-6E0D-E0B1E80CDFBB}"/>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MZI_3</a:t>
                </a:r>
                <a:r>
                  <a:rPr lang="es-MX" kern="0">
                    <a:solidFill>
                      <a:prstClr val="black"/>
                    </a:solidFill>
                    <a:latin typeface="Aptos" panose="02110004020202020204"/>
                  </a:rPr>
                  <a:t>_7</a:t>
                </a:r>
                <a:endParaRPr lang="en-US" kern="0">
                  <a:solidFill>
                    <a:prstClr val="black"/>
                  </a:solidFill>
                  <a:latin typeface="Aptos" panose="02110004020202020204"/>
                </a:endParaRPr>
              </a:p>
            </p:txBody>
          </p:sp>
        </p:grpSp>
        <p:grpSp>
          <p:nvGrpSpPr>
            <p:cNvPr id="28" name="Group 27">
              <a:extLst>
                <a:ext uri="{FF2B5EF4-FFF2-40B4-BE49-F238E27FC236}">
                  <a16:creationId xmlns:a16="http://schemas.microsoft.com/office/drawing/2014/main" id="{70BF72EE-8A7A-9EC8-1871-62705A7E1C26}"/>
                </a:ext>
              </a:extLst>
            </p:cNvPr>
            <p:cNvGrpSpPr/>
            <p:nvPr/>
          </p:nvGrpSpPr>
          <p:grpSpPr>
            <a:xfrm>
              <a:off x="9347264" y="4072907"/>
              <a:ext cx="1343676" cy="631598"/>
              <a:chOff x="2222345" y="4139233"/>
              <a:chExt cx="1343676" cy="631598"/>
            </a:xfrm>
          </p:grpSpPr>
          <p:sp>
            <p:nvSpPr>
              <p:cNvPr id="29" name="Rectangle: Rounded Corners 28">
                <a:extLst>
                  <a:ext uri="{FF2B5EF4-FFF2-40B4-BE49-F238E27FC236}">
                    <a16:creationId xmlns:a16="http://schemas.microsoft.com/office/drawing/2014/main" id="{3CF10542-9543-77B9-FE62-80093D24D353}"/>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30" name="Group 29">
                <a:extLst>
                  <a:ext uri="{FF2B5EF4-FFF2-40B4-BE49-F238E27FC236}">
                    <a16:creationId xmlns:a16="http://schemas.microsoft.com/office/drawing/2014/main" id="{9D8F1BB8-F445-19A8-995A-EEFF5AA40251}"/>
                  </a:ext>
                </a:extLst>
              </p:cNvPr>
              <p:cNvGrpSpPr/>
              <p:nvPr/>
            </p:nvGrpSpPr>
            <p:grpSpPr>
              <a:xfrm>
                <a:off x="2222345" y="4247006"/>
                <a:ext cx="1343676" cy="416052"/>
                <a:chOff x="2023872" y="2779776"/>
                <a:chExt cx="1343676" cy="416052"/>
              </a:xfrm>
            </p:grpSpPr>
            <p:grpSp>
              <p:nvGrpSpPr>
                <p:cNvPr id="32" name="Group 31">
                  <a:extLst>
                    <a:ext uri="{FF2B5EF4-FFF2-40B4-BE49-F238E27FC236}">
                      <a16:creationId xmlns:a16="http://schemas.microsoft.com/office/drawing/2014/main" id="{A4EF3069-CF99-F2C9-D4FD-1729E583FC2C}"/>
                    </a:ext>
                  </a:extLst>
                </p:cNvPr>
                <p:cNvGrpSpPr/>
                <p:nvPr/>
              </p:nvGrpSpPr>
              <p:grpSpPr>
                <a:xfrm>
                  <a:off x="2023872" y="2779776"/>
                  <a:ext cx="1343676" cy="67056"/>
                  <a:chOff x="2023872" y="2779776"/>
                  <a:chExt cx="1343676" cy="67056"/>
                </a:xfrm>
              </p:grpSpPr>
              <p:sp>
                <p:nvSpPr>
                  <p:cNvPr id="36" name="Rectangle 35">
                    <a:extLst>
                      <a:ext uri="{FF2B5EF4-FFF2-40B4-BE49-F238E27FC236}">
                        <a16:creationId xmlns:a16="http://schemas.microsoft.com/office/drawing/2014/main" id="{D2385CD9-E361-3C4F-9C75-CF10F3F6FFDB}"/>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88B5F761-290B-E4A9-FE5D-5B8B675062C7}"/>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33" name="Group 32">
                  <a:extLst>
                    <a:ext uri="{FF2B5EF4-FFF2-40B4-BE49-F238E27FC236}">
                      <a16:creationId xmlns:a16="http://schemas.microsoft.com/office/drawing/2014/main" id="{EC3807CE-3F88-644B-67F5-233889220E04}"/>
                    </a:ext>
                  </a:extLst>
                </p:cNvPr>
                <p:cNvGrpSpPr/>
                <p:nvPr/>
              </p:nvGrpSpPr>
              <p:grpSpPr>
                <a:xfrm>
                  <a:off x="2023872" y="3128772"/>
                  <a:ext cx="1343676" cy="67056"/>
                  <a:chOff x="2023872" y="3128772"/>
                  <a:chExt cx="1343676" cy="67056"/>
                </a:xfrm>
              </p:grpSpPr>
              <p:sp>
                <p:nvSpPr>
                  <p:cNvPr id="34" name="Rectangle 33">
                    <a:extLst>
                      <a:ext uri="{FF2B5EF4-FFF2-40B4-BE49-F238E27FC236}">
                        <a16:creationId xmlns:a16="http://schemas.microsoft.com/office/drawing/2014/main" id="{81D96C42-2728-B101-FF13-4D39013A5FDF}"/>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5" name="Rectangle 34">
                    <a:extLst>
                      <a:ext uri="{FF2B5EF4-FFF2-40B4-BE49-F238E27FC236}">
                        <a16:creationId xmlns:a16="http://schemas.microsoft.com/office/drawing/2014/main" id="{6CF460F0-E3A9-1CD9-8C6F-FF6A5DE3526B}"/>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31" name="TextBox 30">
                <a:extLst>
                  <a:ext uri="{FF2B5EF4-FFF2-40B4-BE49-F238E27FC236}">
                    <a16:creationId xmlns:a16="http://schemas.microsoft.com/office/drawing/2014/main" id="{82E97441-2490-46E5-7B5E-42DEA4277E2E}"/>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MZI_2</a:t>
                </a:r>
                <a:r>
                  <a:rPr lang="es-MX" kern="0">
                    <a:solidFill>
                      <a:prstClr val="black"/>
                    </a:solidFill>
                    <a:latin typeface="Aptos" panose="02110004020202020204"/>
                  </a:rPr>
                  <a:t>_6</a:t>
                </a:r>
                <a:endParaRPr lang="en-US" kern="0">
                  <a:solidFill>
                    <a:prstClr val="black"/>
                  </a:solidFill>
                  <a:latin typeface="Aptos" panose="02110004020202020204"/>
                </a:endParaRPr>
              </a:p>
            </p:txBody>
          </p:sp>
        </p:grpSp>
        <p:grpSp>
          <p:nvGrpSpPr>
            <p:cNvPr id="38" name="Group 37">
              <a:extLst>
                <a:ext uri="{FF2B5EF4-FFF2-40B4-BE49-F238E27FC236}">
                  <a16:creationId xmlns:a16="http://schemas.microsoft.com/office/drawing/2014/main" id="{317B349F-8117-ACC7-1438-A184357EADB6}"/>
                </a:ext>
              </a:extLst>
            </p:cNvPr>
            <p:cNvGrpSpPr/>
            <p:nvPr/>
          </p:nvGrpSpPr>
          <p:grpSpPr>
            <a:xfrm>
              <a:off x="9347264" y="3331000"/>
              <a:ext cx="1343676" cy="631598"/>
              <a:chOff x="2222345" y="4139233"/>
              <a:chExt cx="1343676" cy="631598"/>
            </a:xfrm>
          </p:grpSpPr>
          <p:sp>
            <p:nvSpPr>
              <p:cNvPr id="39" name="Rectangle: Rounded Corners 38">
                <a:extLst>
                  <a:ext uri="{FF2B5EF4-FFF2-40B4-BE49-F238E27FC236}">
                    <a16:creationId xmlns:a16="http://schemas.microsoft.com/office/drawing/2014/main" id="{2BCD0634-F1AA-477D-CBB8-DFC5AE004898}"/>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40" name="Group 39">
                <a:extLst>
                  <a:ext uri="{FF2B5EF4-FFF2-40B4-BE49-F238E27FC236}">
                    <a16:creationId xmlns:a16="http://schemas.microsoft.com/office/drawing/2014/main" id="{788E63EA-2045-F29D-716F-28B187AF4372}"/>
                  </a:ext>
                </a:extLst>
              </p:cNvPr>
              <p:cNvGrpSpPr/>
              <p:nvPr/>
            </p:nvGrpSpPr>
            <p:grpSpPr>
              <a:xfrm>
                <a:off x="2222345" y="4247006"/>
                <a:ext cx="1343676" cy="416052"/>
                <a:chOff x="2023872" y="2779776"/>
                <a:chExt cx="1343676" cy="416052"/>
              </a:xfrm>
            </p:grpSpPr>
            <p:grpSp>
              <p:nvGrpSpPr>
                <p:cNvPr id="42" name="Group 41">
                  <a:extLst>
                    <a:ext uri="{FF2B5EF4-FFF2-40B4-BE49-F238E27FC236}">
                      <a16:creationId xmlns:a16="http://schemas.microsoft.com/office/drawing/2014/main" id="{73126F01-C74F-5696-FC46-49529DA7FFC8}"/>
                    </a:ext>
                  </a:extLst>
                </p:cNvPr>
                <p:cNvGrpSpPr/>
                <p:nvPr/>
              </p:nvGrpSpPr>
              <p:grpSpPr>
                <a:xfrm>
                  <a:off x="2023872" y="2779776"/>
                  <a:ext cx="1343676" cy="67056"/>
                  <a:chOff x="2023872" y="2779776"/>
                  <a:chExt cx="1343676" cy="67056"/>
                </a:xfrm>
              </p:grpSpPr>
              <p:sp>
                <p:nvSpPr>
                  <p:cNvPr id="46" name="Rectangle 45">
                    <a:extLst>
                      <a:ext uri="{FF2B5EF4-FFF2-40B4-BE49-F238E27FC236}">
                        <a16:creationId xmlns:a16="http://schemas.microsoft.com/office/drawing/2014/main" id="{CD701F4D-A07E-8D77-483D-3FDA158E71DF}"/>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7" name="Rectangle 46">
                    <a:extLst>
                      <a:ext uri="{FF2B5EF4-FFF2-40B4-BE49-F238E27FC236}">
                        <a16:creationId xmlns:a16="http://schemas.microsoft.com/office/drawing/2014/main" id="{122D006C-F86D-76E3-EAD7-C66112536334}"/>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43" name="Group 42">
                  <a:extLst>
                    <a:ext uri="{FF2B5EF4-FFF2-40B4-BE49-F238E27FC236}">
                      <a16:creationId xmlns:a16="http://schemas.microsoft.com/office/drawing/2014/main" id="{9E8CB2CD-5C69-EC5C-CBC2-99328553E0E7}"/>
                    </a:ext>
                  </a:extLst>
                </p:cNvPr>
                <p:cNvGrpSpPr/>
                <p:nvPr/>
              </p:nvGrpSpPr>
              <p:grpSpPr>
                <a:xfrm>
                  <a:off x="2023872" y="3128772"/>
                  <a:ext cx="1343676" cy="67056"/>
                  <a:chOff x="2023872" y="3128772"/>
                  <a:chExt cx="1343676" cy="67056"/>
                </a:xfrm>
              </p:grpSpPr>
              <p:sp>
                <p:nvSpPr>
                  <p:cNvPr id="44" name="Rectangle 43">
                    <a:extLst>
                      <a:ext uri="{FF2B5EF4-FFF2-40B4-BE49-F238E27FC236}">
                        <a16:creationId xmlns:a16="http://schemas.microsoft.com/office/drawing/2014/main" id="{A56001DC-6265-6E1E-D6E8-BB525B28ABC1}"/>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5" name="Rectangle 44">
                    <a:extLst>
                      <a:ext uri="{FF2B5EF4-FFF2-40B4-BE49-F238E27FC236}">
                        <a16:creationId xmlns:a16="http://schemas.microsoft.com/office/drawing/2014/main" id="{0D364764-20C7-0976-4B10-C7F7F4188047}"/>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41" name="TextBox 40">
                <a:extLst>
                  <a:ext uri="{FF2B5EF4-FFF2-40B4-BE49-F238E27FC236}">
                    <a16:creationId xmlns:a16="http://schemas.microsoft.com/office/drawing/2014/main" id="{B4E81F91-BD16-8A6E-2BC4-57AAC2C5B71F}"/>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CO" kern="0">
                    <a:solidFill>
                      <a:prstClr val="black"/>
                    </a:solidFill>
                    <a:latin typeface="Aptos" panose="02110004020202020204"/>
                  </a:rPr>
                  <a:t>4</a:t>
                </a:r>
                <a:r>
                  <a:rPr lang="es-MX" kern="0">
                    <a:solidFill>
                      <a:prstClr val="black"/>
                    </a:solidFill>
                    <a:latin typeface="Aptos" panose="02110004020202020204"/>
                  </a:rPr>
                  <a:t>_8</a:t>
                </a:r>
                <a:endParaRPr lang="en-US" kern="0">
                  <a:solidFill>
                    <a:prstClr val="black"/>
                  </a:solidFill>
                  <a:latin typeface="Aptos" panose="02110004020202020204"/>
                </a:endParaRPr>
              </a:p>
            </p:txBody>
          </p:sp>
        </p:grpSp>
      </p:grpSp>
      <p:grpSp>
        <p:nvGrpSpPr>
          <p:cNvPr id="85" name="Group 84">
            <a:extLst>
              <a:ext uri="{FF2B5EF4-FFF2-40B4-BE49-F238E27FC236}">
                <a16:creationId xmlns:a16="http://schemas.microsoft.com/office/drawing/2014/main" id="{0EB8600E-2BB5-61E0-E34E-3488CF1CCF6B}"/>
              </a:ext>
            </a:extLst>
          </p:cNvPr>
          <p:cNvGrpSpPr/>
          <p:nvPr/>
        </p:nvGrpSpPr>
        <p:grpSpPr>
          <a:xfrm>
            <a:off x="5424162" y="3722857"/>
            <a:ext cx="1344396" cy="2292447"/>
            <a:chOff x="5424162" y="3713743"/>
            <a:chExt cx="1344396" cy="2292447"/>
          </a:xfrm>
        </p:grpSpPr>
        <p:grpSp>
          <p:nvGrpSpPr>
            <p:cNvPr id="48" name="Group 47">
              <a:extLst>
                <a:ext uri="{FF2B5EF4-FFF2-40B4-BE49-F238E27FC236}">
                  <a16:creationId xmlns:a16="http://schemas.microsoft.com/office/drawing/2014/main" id="{9F8966EA-AE62-A234-0834-6DF2352FE2BF}"/>
                </a:ext>
              </a:extLst>
            </p:cNvPr>
            <p:cNvGrpSpPr/>
            <p:nvPr/>
          </p:nvGrpSpPr>
          <p:grpSpPr>
            <a:xfrm>
              <a:off x="5424162" y="3713743"/>
              <a:ext cx="1343676" cy="631598"/>
              <a:chOff x="2222345" y="4139233"/>
              <a:chExt cx="1343676" cy="631598"/>
            </a:xfrm>
          </p:grpSpPr>
          <p:sp>
            <p:nvSpPr>
              <p:cNvPr id="49" name="Rectangle: Rounded Corners 48">
                <a:extLst>
                  <a:ext uri="{FF2B5EF4-FFF2-40B4-BE49-F238E27FC236}">
                    <a16:creationId xmlns:a16="http://schemas.microsoft.com/office/drawing/2014/main" id="{E240280E-F731-F40B-2E18-83E78E7D0F90}"/>
                  </a:ext>
                </a:extLst>
              </p:cNvPr>
              <p:cNvSpPr/>
              <p:nvPr/>
            </p:nvSpPr>
            <p:spPr>
              <a:xfrm>
                <a:off x="2279667" y="4139233"/>
                <a:ext cx="1229032" cy="631598"/>
              </a:xfrm>
              <a:prstGeom prst="roundRect">
                <a:avLst/>
              </a:prstGeom>
              <a:solidFill>
                <a:srgbClr val="156082">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50" name="Group 49">
                <a:extLst>
                  <a:ext uri="{FF2B5EF4-FFF2-40B4-BE49-F238E27FC236}">
                    <a16:creationId xmlns:a16="http://schemas.microsoft.com/office/drawing/2014/main" id="{16EEA470-5C0B-68B8-346D-5FE28DD38F5D}"/>
                  </a:ext>
                </a:extLst>
              </p:cNvPr>
              <p:cNvGrpSpPr/>
              <p:nvPr/>
            </p:nvGrpSpPr>
            <p:grpSpPr>
              <a:xfrm>
                <a:off x="2222345" y="4247006"/>
                <a:ext cx="1343676" cy="416052"/>
                <a:chOff x="2023872" y="2779776"/>
                <a:chExt cx="1343676" cy="416052"/>
              </a:xfrm>
            </p:grpSpPr>
            <p:grpSp>
              <p:nvGrpSpPr>
                <p:cNvPr id="52" name="Group 51">
                  <a:extLst>
                    <a:ext uri="{FF2B5EF4-FFF2-40B4-BE49-F238E27FC236}">
                      <a16:creationId xmlns:a16="http://schemas.microsoft.com/office/drawing/2014/main" id="{0EDA9BAE-CD72-7D53-C2F9-4D872E9C6CFE}"/>
                    </a:ext>
                  </a:extLst>
                </p:cNvPr>
                <p:cNvGrpSpPr/>
                <p:nvPr/>
              </p:nvGrpSpPr>
              <p:grpSpPr>
                <a:xfrm>
                  <a:off x="2023872" y="2779776"/>
                  <a:ext cx="1343676" cy="67056"/>
                  <a:chOff x="2023872" y="2779776"/>
                  <a:chExt cx="1343676" cy="67056"/>
                </a:xfrm>
              </p:grpSpPr>
              <p:sp>
                <p:nvSpPr>
                  <p:cNvPr id="56" name="Rectangle 55">
                    <a:extLst>
                      <a:ext uri="{FF2B5EF4-FFF2-40B4-BE49-F238E27FC236}">
                        <a16:creationId xmlns:a16="http://schemas.microsoft.com/office/drawing/2014/main" id="{22FEB3A1-54B5-CD09-717A-8BB65E9EDBFA}"/>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7" name="Rectangle 56">
                    <a:extLst>
                      <a:ext uri="{FF2B5EF4-FFF2-40B4-BE49-F238E27FC236}">
                        <a16:creationId xmlns:a16="http://schemas.microsoft.com/office/drawing/2014/main" id="{7877E45D-015F-1B15-7A7E-F00CBAA79870}"/>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53" name="Group 52">
                  <a:extLst>
                    <a:ext uri="{FF2B5EF4-FFF2-40B4-BE49-F238E27FC236}">
                      <a16:creationId xmlns:a16="http://schemas.microsoft.com/office/drawing/2014/main" id="{B33278A5-DBBB-A5AD-3DB4-B6DB731B1553}"/>
                    </a:ext>
                  </a:extLst>
                </p:cNvPr>
                <p:cNvGrpSpPr/>
                <p:nvPr/>
              </p:nvGrpSpPr>
              <p:grpSpPr>
                <a:xfrm>
                  <a:off x="2023872" y="3128772"/>
                  <a:ext cx="1343676" cy="67056"/>
                  <a:chOff x="2023872" y="3128772"/>
                  <a:chExt cx="1343676" cy="67056"/>
                </a:xfrm>
              </p:grpSpPr>
              <p:sp>
                <p:nvSpPr>
                  <p:cNvPr id="54" name="Rectangle 53">
                    <a:extLst>
                      <a:ext uri="{FF2B5EF4-FFF2-40B4-BE49-F238E27FC236}">
                        <a16:creationId xmlns:a16="http://schemas.microsoft.com/office/drawing/2014/main" id="{2650CE94-DA44-89A7-893F-480F17B54BFD}"/>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5" name="Rectangle 54">
                    <a:extLst>
                      <a:ext uri="{FF2B5EF4-FFF2-40B4-BE49-F238E27FC236}">
                        <a16:creationId xmlns:a16="http://schemas.microsoft.com/office/drawing/2014/main" id="{01A5467F-1985-1376-6881-BE9C318238C8}"/>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51" name="TextBox 50">
                <a:extLst>
                  <a:ext uri="{FF2B5EF4-FFF2-40B4-BE49-F238E27FC236}">
                    <a16:creationId xmlns:a16="http://schemas.microsoft.com/office/drawing/2014/main" id="{F4AA4EBA-69D8-6351-D40E-89B857BBD485}"/>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TP</a:t>
                </a:r>
                <a:endParaRPr lang="en-US" kern="0">
                  <a:solidFill>
                    <a:prstClr val="black"/>
                  </a:solidFill>
                  <a:latin typeface="Aptos" panose="02110004020202020204"/>
                </a:endParaRPr>
              </a:p>
            </p:txBody>
          </p:sp>
        </p:grpSp>
        <p:grpSp>
          <p:nvGrpSpPr>
            <p:cNvPr id="58" name="Group 57">
              <a:extLst>
                <a:ext uri="{FF2B5EF4-FFF2-40B4-BE49-F238E27FC236}">
                  <a16:creationId xmlns:a16="http://schemas.microsoft.com/office/drawing/2014/main" id="{1F2F218A-E732-73FE-848F-9F6E35879661}"/>
                </a:ext>
              </a:extLst>
            </p:cNvPr>
            <p:cNvGrpSpPr/>
            <p:nvPr/>
          </p:nvGrpSpPr>
          <p:grpSpPr>
            <a:xfrm>
              <a:off x="5424882" y="5374592"/>
              <a:ext cx="1343676" cy="631598"/>
              <a:chOff x="2222345" y="4139233"/>
              <a:chExt cx="1343676" cy="631598"/>
            </a:xfrm>
          </p:grpSpPr>
          <p:sp>
            <p:nvSpPr>
              <p:cNvPr id="59" name="Rectangle: Rounded Corners 58">
                <a:extLst>
                  <a:ext uri="{FF2B5EF4-FFF2-40B4-BE49-F238E27FC236}">
                    <a16:creationId xmlns:a16="http://schemas.microsoft.com/office/drawing/2014/main" id="{224993F5-8909-2BD0-7FD7-2BE856EA58DF}"/>
                  </a:ext>
                </a:extLst>
              </p:cNvPr>
              <p:cNvSpPr/>
              <p:nvPr/>
            </p:nvSpPr>
            <p:spPr>
              <a:xfrm>
                <a:off x="2279667" y="4139233"/>
                <a:ext cx="1229032" cy="631598"/>
              </a:xfrm>
              <a:prstGeom prst="roundRect">
                <a:avLst/>
              </a:prstGeom>
              <a:solidFill>
                <a:srgbClr val="F5C9EC"/>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grpSp>
            <p:nvGrpSpPr>
              <p:cNvPr id="60" name="Group 59">
                <a:extLst>
                  <a:ext uri="{FF2B5EF4-FFF2-40B4-BE49-F238E27FC236}">
                    <a16:creationId xmlns:a16="http://schemas.microsoft.com/office/drawing/2014/main" id="{D40EFB1F-F9E1-1629-7753-4D88FD55ACE4}"/>
                  </a:ext>
                </a:extLst>
              </p:cNvPr>
              <p:cNvGrpSpPr/>
              <p:nvPr/>
            </p:nvGrpSpPr>
            <p:grpSpPr>
              <a:xfrm>
                <a:off x="2222345" y="4247006"/>
                <a:ext cx="1343676" cy="416052"/>
                <a:chOff x="2023872" y="2779776"/>
                <a:chExt cx="1343676" cy="416052"/>
              </a:xfrm>
            </p:grpSpPr>
            <p:grpSp>
              <p:nvGrpSpPr>
                <p:cNvPr id="62" name="Group 61">
                  <a:extLst>
                    <a:ext uri="{FF2B5EF4-FFF2-40B4-BE49-F238E27FC236}">
                      <a16:creationId xmlns:a16="http://schemas.microsoft.com/office/drawing/2014/main" id="{545C8905-39B5-D922-6DB8-1364A2748B76}"/>
                    </a:ext>
                  </a:extLst>
                </p:cNvPr>
                <p:cNvGrpSpPr/>
                <p:nvPr/>
              </p:nvGrpSpPr>
              <p:grpSpPr>
                <a:xfrm>
                  <a:off x="2023872" y="2779776"/>
                  <a:ext cx="1343676" cy="67056"/>
                  <a:chOff x="2023872" y="2779776"/>
                  <a:chExt cx="1343676" cy="67056"/>
                </a:xfrm>
              </p:grpSpPr>
              <p:sp>
                <p:nvSpPr>
                  <p:cNvPr id="66" name="Rectangle 65">
                    <a:extLst>
                      <a:ext uri="{FF2B5EF4-FFF2-40B4-BE49-F238E27FC236}">
                        <a16:creationId xmlns:a16="http://schemas.microsoft.com/office/drawing/2014/main" id="{D2B7E248-0D41-CF24-64D5-5233890B6CAA}"/>
                      </a:ext>
                    </a:extLst>
                  </p:cNvPr>
                  <p:cNvSpPr/>
                  <p:nvPr/>
                </p:nvSpPr>
                <p:spPr>
                  <a:xfrm>
                    <a:off x="2023872"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7" name="Rectangle 66">
                    <a:extLst>
                      <a:ext uri="{FF2B5EF4-FFF2-40B4-BE49-F238E27FC236}">
                        <a16:creationId xmlns:a16="http://schemas.microsoft.com/office/drawing/2014/main" id="{350B6D0A-A23F-6E20-8338-63DB1F8FBF55}"/>
                      </a:ext>
                    </a:extLst>
                  </p:cNvPr>
                  <p:cNvSpPr/>
                  <p:nvPr/>
                </p:nvSpPr>
                <p:spPr>
                  <a:xfrm>
                    <a:off x="3245628" y="2779776"/>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nvGrpSpPr>
                <p:cNvPr id="63" name="Group 62">
                  <a:extLst>
                    <a:ext uri="{FF2B5EF4-FFF2-40B4-BE49-F238E27FC236}">
                      <a16:creationId xmlns:a16="http://schemas.microsoft.com/office/drawing/2014/main" id="{218636F7-C61A-836D-A762-A41C88CF6F93}"/>
                    </a:ext>
                  </a:extLst>
                </p:cNvPr>
                <p:cNvGrpSpPr/>
                <p:nvPr/>
              </p:nvGrpSpPr>
              <p:grpSpPr>
                <a:xfrm>
                  <a:off x="2023872" y="3128772"/>
                  <a:ext cx="1343676" cy="67056"/>
                  <a:chOff x="2023872" y="3128772"/>
                  <a:chExt cx="1343676" cy="67056"/>
                </a:xfrm>
              </p:grpSpPr>
              <p:sp>
                <p:nvSpPr>
                  <p:cNvPr id="64" name="Rectangle 63">
                    <a:extLst>
                      <a:ext uri="{FF2B5EF4-FFF2-40B4-BE49-F238E27FC236}">
                        <a16:creationId xmlns:a16="http://schemas.microsoft.com/office/drawing/2014/main" id="{5B51C277-46ED-2D77-BB11-6972B2512D7D}"/>
                      </a:ext>
                    </a:extLst>
                  </p:cNvPr>
                  <p:cNvSpPr/>
                  <p:nvPr/>
                </p:nvSpPr>
                <p:spPr>
                  <a:xfrm>
                    <a:off x="2023872"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65" name="Rectangle 64">
                    <a:extLst>
                      <a:ext uri="{FF2B5EF4-FFF2-40B4-BE49-F238E27FC236}">
                        <a16:creationId xmlns:a16="http://schemas.microsoft.com/office/drawing/2014/main" id="{F1FE0D07-34B2-8DBF-693D-BE72A9C7B54D}"/>
                      </a:ext>
                    </a:extLst>
                  </p:cNvPr>
                  <p:cNvSpPr/>
                  <p:nvPr/>
                </p:nvSpPr>
                <p:spPr>
                  <a:xfrm>
                    <a:off x="3245628" y="3128772"/>
                    <a:ext cx="121920" cy="67056"/>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61" name="TextBox 60">
                <a:extLst>
                  <a:ext uri="{FF2B5EF4-FFF2-40B4-BE49-F238E27FC236}">
                    <a16:creationId xmlns:a16="http://schemas.microsoft.com/office/drawing/2014/main" id="{08788143-8B2C-C783-D6D7-12157F56A19F}"/>
                  </a:ext>
                </a:extLst>
              </p:cNvPr>
              <p:cNvSpPr txBox="1"/>
              <p:nvPr/>
            </p:nvSpPr>
            <p:spPr>
              <a:xfrm>
                <a:off x="2379956" y="4270366"/>
                <a:ext cx="1028454" cy="369332"/>
              </a:xfrm>
              <a:prstGeom prst="rect">
                <a:avLst/>
              </a:prstGeom>
              <a:noFill/>
            </p:spPr>
            <p:txBody>
              <a:bodyPr wrap="square" rtlCol="0">
                <a:spAutoFit/>
              </a:bodyPr>
              <a:lstStyle/>
              <a:p>
                <a:pPr lvl="0" algn="ctr">
                  <a:defRPr/>
                </a:pPr>
                <a:r>
                  <a:rPr lang="en-US" kern="0">
                    <a:solidFill>
                      <a:prstClr val="black"/>
                    </a:solidFill>
                    <a:latin typeface="Aptos" panose="02110004020202020204"/>
                  </a:rPr>
                  <a:t>MZI_</a:t>
                </a:r>
                <a:r>
                  <a:rPr lang="es-MX" kern="0">
                    <a:solidFill>
                      <a:prstClr val="black"/>
                    </a:solidFill>
                    <a:latin typeface="Aptos" panose="02110004020202020204"/>
                  </a:rPr>
                  <a:t>BM</a:t>
                </a:r>
                <a:endParaRPr lang="en-US" kern="0">
                  <a:solidFill>
                    <a:prstClr val="black"/>
                  </a:solidFill>
                  <a:latin typeface="Aptos" panose="02110004020202020204"/>
                </a:endParaRPr>
              </a:p>
            </p:txBody>
          </p:sp>
        </p:grpSp>
      </p:grpSp>
      <p:cxnSp>
        <p:nvCxnSpPr>
          <p:cNvPr id="79" name="Connector: Elbow 78">
            <a:extLst>
              <a:ext uri="{FF2B5EF4-FFF2-40B4-BE49-F238E27FC236}">
                <a16:creationId xmlns:a16="http://schemas.microsoft.com/office/drawing/2014/main" id="{2CCF165D-E0C1-B067-56E4-0E5C7E2B0994}"/>
              </a:ext>
            </a:extLst>
          </p:cNvPr>
          <p:cNvCxnSpPr>
            <a:cxnSpLocks/>
            <a:stCxn id="105" idx="3"/>
            <a:endCxn id="54" idx="1"/>
          </p:cNvCxnSpPr>
          <p:nvPr/>
        </p:nvCxnSpPr>
        <p:spPr>
          <a:xfrm flipV="1">
            <a:off x="3074408" y="4213154"/>
            <a:ext cx="2349754" cy="481428"/>
          </a:xfrm>
          <a:prstGeom prst="bentConnector3">
            <a:avLst/>
          </a:prstGeom>
          <a:noFill/>
          <a:ln w="19050" cap="flat" cmpd="sng" algn="ctr">
            <a:solidFill>
              <a:srgbClr val="156082"/>
            </a:solidFill>
            <a:prstDash val="solid"/>
            <a:miter lim="800000"/>
          </a:ln>
          <a:effectLst/>
        </p:spPr>
      </p:cxnSp>
      <p:cxnSp>
        <p:nvCxnSpPr>
          <p:cNvPr id="82" name="Connector: Elbow 81">
            <a:extLst>
              <a:ext uri="{FF2B5EF4-FFF2-40B4-BE49-F238E27FC236}">
                <a16:creationId xmlns:a16="http://schemas.microsoft.com/office/drawing/2014/main" id="{7E75D1AE-A392-22A0-E120-71E59C80183A}"/>
              </a:ext>
            </a:extLst>
          </p:cNvPr>
          <p:cNvCxnSpPr>
            <a:cxnSpLocks/>
            <a:stCxn id="103" idx="3"/>
            <a:endCxn id="64" idx="1"/>
          </p:cNvCxnSpPr>
          <p:nvPr/>
        </p:nvCxnSpPr>
        <p:spPr>
          <a:xfrm>
            <a:off x="3074408" y="5043578"/>
            <a:ext cx="2350474" cy="830425"/>
          </a:xfrm>
          <a:prstGeom prst="bentConnector3">
            <a:avLst/>
          </a:prstGeom>
          <a:noFill/>
          <a:ln w="19050" cap="flat" cmpd="sng" algn="ctr">
            <a:solidFill>
              <a:srgbClr val="156082"/>
            </a:solidFill>
            <a:prstDash val="solid"/>
            <a:miter lim="800000"/>
          </a:ln>
          <a:effectLst/>
        </p:spPr>
      </p:cxnSp>
      <p:cxnSp>
        <p:nvCxnSpPr>
          <p:cNvPr id="87" name="Connector: Elbow 86">
            <a:extLst>
              <a:ext uri="{FF2B5EF4-FFF2-40B4-BE49-F238E27FC236}">
                <a16:creationId xmlns:a16="http://schemas.microsoft.com/office/drawing/2014/main" id="{3E2BCE89-4BBA-E41F-CBD9-30734008382C}"/>
              </a:ext>
            </a:extLst>
          </p:cNvPr>
          <p:cNvCxnSpPr>
            <a:cxnSpLocks/>
            <a:stCxn id="57" idx="3"/>
            <a:endCxn id="44" idx="1"/>
          </p:cNvCxnSpPr>
          <p:nvPr/>
        </p:nvCxnSpPr>
        <p:spPr>
          <a:xfrm>
            <a:off x="6767838" y="3864158"/>
            <a:ext cx="2579426" cy="65291"/>
          </a:xfrm>
          <a:prstGeom prst="bentConnector3">
            <a:avLst/>
          </a:prstGeom>
          <a:noFill/>
          <a:ln w="19050" cap="flat" cmpd="sng" algn="ctr">
            <a:solidFill>
              <a:srgbClr val="156082"/>
            </a:solidFill>
            <a:prstDash val="solid"/>
            <a:miter lim="800000"/>
          </a:ln>
          <a:effectLst/>
        </p:spPr>
      </p:cxnSp>
      <p:cxnSp>
        <p:nvCxnSpPr>
          <p:cNvPr id="91" name="Connector: Elbow 90">
            <a:extLst>
              <a:ext uri="{FF2B5EF4-FFF2-40B4-BE49-F238E27FC236}">
                <a16:creationId xmlns:a16="http://schemas.microsoft.com/office/drawing/2014/main" id="{C4B8B976-A0D4-4A60-E39A-769D1A417F5F}"/>
              </a:ext>
            </a:extLst>
          </p:cNvPr>
          <p:cNvCxnSpPr>
            <a:cxnSpLocks/>
            <a:stCxn id="55" idx="3"/>
            <a:endCxn id="34" idx="1"/>
          </p:cNvCxnSpPr>
          <p:nvPr/>
        </p:nvCxnSpPr>
        <p:spPr>
          <a:xfrm>
            <a:off x="6767838" y="4213154"/>
            <a:ext cx="2579426" cy="458202"/>
          </a:xfrm>
          <a:prstGeom prst="bentConnector3">
            <a:avLst/>
          </a:prstGeom>
          <a:noFill/>
          <a:ln w="19050" cap="flat" cmpd="sng" algn="ctr">
            <a:solidFill>
              <a:srgbClr val="156082"/>
            </a:solidFill>
            <a:prstDash val="solid"/>
            <a:miter lim="800000"/>
          </a:ln>
          <a:effectLst/>
        </p:spPr>
      </p:cxnSp>
      <p:cxnSp>
        <p:nvCxnSpPr>
          <p:cNvPr id="95" name="Connector: Elbow 94">
            <a:extLst>
              <a:ext uri="{FF2B5EF4-FFF2-40B4-BE49-F238E27FC236}">
                <a16:creationId xmlns:a16="http://schemas.microsoft.com/office/drawing/2014/main" id="{83BA8F3C-F60C-51A1-2214-05CC6CE4EB84}"/>
              </a:ext>
            </a:extLst>
          </p:cNvPr>
          <p:cNvCxnSpPr>
            <a:cxnSpLocks/>
            <a:stCxn id="67" idx="3"/>
            <a:endCxn id="24" idx="1"/>
          </p:cNvCxnSpPr>
          <p:nvPr/>
        </p:nvCxnSpPr>
        <p:spPr>
          <a:xfrm flipV="1">
            <a:off x="6768558" y="5413263"/>
            <a:ext cx="2578706" cy="111744"/>
          </a:xfrm>
          <a:prstGeom prst="bentConnector3">
            <a:avLst/>
          </a:prstGeom>
          <a:noFill/>
          <a:ln w="19050" cap="flat" cmpd="sng" algn="ctr">
            <a:solidFill>
              <a:srgbClr val="156082"/>
            </a:solidFill>
            <a:prstDash val="solid"/>
            <a:miter lim="800000"/>
          </a:ln>
          <a:effectLst/>
        </p:spPr>
      </p:cxnSp>
      <p:cxnSp>
        <p:nvCxnSpPr>
          <p:cNvPr id="107" name="Connector: Elbow 106">
            <a:extLst>
              <a:ext uri="{FF2B5EF4-FFF2-40B4-BE49-F238E27FC236}">
                <a16:creationId xmlns:a16="http://schemas.microsoft.com/office/drawing/2014/main" id="{D447BACA-0D45-9871-5EDA-BFDEB2E1EC77}"/>
              </a:ext>
            </a:extLst>
          </p:cNvPr>
          <p:cNvCxnSpPr>
            <a:cxnSpLocks/>
            <a:stCxn id="65" idx="3"/>
            <a:endCxn id="14" idx="1"/>
          </p:cNvCxnSpPr>
          <p:nvPr/>
        </p:nvCxnSpPr>
        <p:spPr>
          <a:xfrm>
            <a:off x="6768558" y="5874003"/>
            <a:ext cx="2578706" cy="283704"/>
          </a:xfrm>
          <a:prstGeom prst="bentConnector3">
            <a:avLst/>
          </a:prstGeom>
          <a:noFill/>
          <a:ln w="19050" cap="flat" cmpd="sng" algn="ctr">
            <a:solidFill>
              <a:srgbClr val="156082"/>
            </a:solidFill>
            <a:prstDash val="solid"/>
            <a:miter lim="800000"/>
          </a:ln>
          <a:effectLst/>
        </p:spPr>
      </p:cxnSp>
      <p:cxnSp>
        <p:nvCxnSpPr>
          <p:cNvPr id="112" name="Straight Connector 111">
            <a:extLst>
              <a:ext uri="{FF2B5EF4-FFF2-40B4-BE49-F238E27FC236}">
                <a16:creationId xmlns:a16="http://schemas.microsoft.com/office/drawing/2014/main" id="{A3DB821B-1AA6-A806-9C30-51AD9DCF8E7A}"/>
              </a:ext>
            </a:extLst>
          </p:cNvPr>
          <p:cNvCxnSpPr>
            <a:cxnSpLocks/>
          </p:cNvCxnSpPr>
          <p:nvPr/>
        </p:nvCxnSpPr>
        <p:spPr>
          <a:xfrm>
            <a:off x="7961834" y="835730"/>
            <a:ext cx="0" cy="5466747"/>
          </a:xfrm>
          <a:prstGeom prst="line">
            <a:avLst/>
          </a:prstGeom>
          <a:ln w="38100">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21" name="Group 120">
            <a:extLst>
              <a:ext uri="{FF2B5EF4-FFF2-40B4-BE49-F238E27FC236}">
                <a16:creationId xmlns:a16="http://schemas.microsoft.com/office/drawing/2014/main" id="{C3C77C91-C00A-83AE-986B-5B2DAB6EA541}"/>
              </a:ext>
            </a:extLst>
          </p:cNvPr>
          <p:cNvGrpSpPr/>
          <p:nvPr/>
        </p:nvGrpSpPr>
        <p:grpSpPr>
          <a:xfrm>
            <a:off x="3040835" y="4421118"/>
            <a:ext cx="733755" cy="674276"/>
            <a:chOff x="3625793" y="4306223"/>
            <a:chExt cx="733755" cy="674276"/>
          </a:xfrm>
        </p:grpSpPr>
        <p:sp>
          <p:nvSpPr>
            <p:cNvPr id="115" name="TextBox 114">
              <a:extLst>
                <a:ext uri="{FF2B5EF4-FFF2-40B4-BE49-F238E27FC236}">
                  <a16:creationId xmlns:a16="http://schemas.microsoft.com/office/drawing/2014/main" id="{ACA28AB1-DE00-6A9A-EACC-2F3708EF906F}"/>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16" name="TextBox 115">
              <a:extLst>
                <a:ext uri="{FF2B5EF4-FFF2-40B4-BE49-F238E27FC236}">
                  <a16:creationId xmlns:a16="http://schemas.microsoft.com/office/drawing/2014/main" id="{3DDA3A81-6726-1851-7400-A0DE82788EF3}"/>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122" name="Group 121">
            <a:extLst>
              <a:ext uri="{FF2B5EF4-FFF2-40B4-BE49-F238E27FC236}">
                <a16:creationId xmlns:a16="http://schemas.microsoft.com/office/drawing/2014/main" id="{90C47E85-3022-73F4-BCF2-FE888DE93D52}"/>
              </a:ext>
            </a:extLst>
          </p:cNvPr>
          <p:cNvGrpSpPr/>
          <p:nvPr/>
        </p:nvGrpSpPr>
        <p:grpSpPr>
          <a:xfrm>
            <a:off x="6732147" y="3573893"/>
            <a:ext cx="733755" cy="674276"/>
            <a:chOff x="3625793" y="4306223"/>
            <a:chExt cx="733755" cy="674276"/>
          </a:xfrm>
        </p:grpSpPr>
        <p:sp>
          <p:nvSpPr>
            <p:cNvPr id="123" name="TextBox 122">
              <a:extLst>
                <a:ext uri="{FF2B5EF4-FFF2-40B4-BE49-F238E27FC236}">
                  <a16:creationId xmlns:a16="http://schemas.microsoft.com/office/drawing/2014/main" id="{5245B55F-5364-66B7-83AF-808486376314}"/>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24" name="TextBox 123">
              <a:extLst>
                <a:ext uri="{FF2B5EF4-FFF2-40B4-BE49-F238E27FC236}">
                  <a16:creationId xmlns:a16="http://schemas.microsoft.com/office/drawing/2014/main" id="{6B399DE1-7287-BD10-6A73-05724A4E70F5}"/>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grpSp>
        <p:nvGrpSpPr>
          <p:cNvPr id="125" name="Group 124">
            <a:extLst>
              <a:ext uri="{FF2B5EF4-FFF2-40B4-BE49-F238E27FC236}">
                <a16:creationId xmlns:a16="http://schemas.microsoft.com/office/drawing/2014/main" id="{4D52CE94-B02B-1AB8-EAE1-7613FB3B94AA}"/>
              </a:ext>
            </a:extLst>
          </p:cNvPr>
          <p:cNvGrpSpPr/>
          <p:nvPr/>
        </p:nvGrpSpPr>
        <p:grpSpPr>
          <a:xfrm>
            <a:off x="6732147" y="5217426"/>
            <a:ext cx="733755" cy="674276"/>
            <a:chOff x="3625793" y="4306223"/>
            <a:chExt cx="733755" cy="674276"/>
          </a:xfrm>
        </p:grpSpPr>
        <p:sp>
          <p:nvSpPr>
            <p:cNvPr id="126" name="TextBox 125">
              <a:extLst>
                <a:ext uri="{FF2B5EF4-FFF2-40B4-BE49-F238E27FC236}">
                  <a16:creationId xmlns:a16="http://schemas.microsoft.com/office/drawing/2014/main" id="{0D0B4DD0-259E-7DF8-FC90-7107F370D19C}"/>
                </a:ext>
              </a:extLst>
            </p:cNvPr>
            <p:cNvSpPr txBox="1"/>
            <p:nvPr/>
          </p:nvSpPr>
          <p:spPr>
            <a:xfrm>
              <a:off x="3625793" y="4672722"/>
              <a:ext cx="733755" cy="307777"/>
            </a:xfrm>
            <a:prstGeom prst="rect">
              <a:avLst/>
            </a:prstGeom>
            <a:noFill/>
          </p:spPr>
          <p:txBody>
            <a:bodyPr wrap="square" rtlCol="0">
              <a:spAutoFit/>
            </a:bodyPr>
            <a:lstStyle/>
            <a:p>
              <a:r>
                <a:rPr lang="es-ES" sz="1400">
                  <a:solidFill>
                    <a:srgbClr val="000000"/>
                  </a:solidFill>
                </a:rPr>
                <a:t>Bar</a:t>
              </a:r>
            </a:p>
          </p:txBody>
        </p:sp>
        <p:sp>
          <p:nvSpPr>
            <p:cNvPr id="127" name="TextBox 126">
              <a:extLst>
                <a:ext uri="{FF2B5EF4-FFF2-40B4-BE49-F238E27FC236}">
                  <a16:creationId xmlns:a16="http://schemas.microsoft.com/office/drawing/2014/main" id="{B160FA33-0ED2-677D-CEA6-D949924D084D}"/>
                </a:ext>
              </a:extLst>
            </p:cNvPr>
            <p:cNvSpPr txBox="1"/>
            <p:nvPr/>
          </p:nvSpPr>
          <p:spPr>
            <a:xfrm>
              <a:off x="3625793" y="4306223"/>
              <a:ext cx="733755" cy="307777"/>
            </a:xfrm>
            <a:prstGeom prst="rect">
              <a:avLst/>
            </a:prstGeom>
            <a:noFill/>
          </p:spPr>
          <p:txBody>
            <a:bodyPr wrap="square" rtlCol="0">
              <a:spAutoFit/>
            </a:bodyPr>
            <a:lstStyle/>
            <a:p>
              <a:r>
                <a:rPr lang="es-ES" sz="1400">
                  <a:solidFill>
                    <a:srgbClr val="000000"/>
                  </a:solidFill>
                </a:rPr>
                <a:t>Cross</a:t>
              </a:r>
            </a:p>
          </p:txBody>
        </p:sp>
      </p:grpSp>
      <p:cxnSp>
        <p:nvCxnSpPr>
          <p:cNvPr id="88" name="Straight Arrow Connector 87">
            <a:extLst>
              <a:ext uri="{FF2B5EF4-FFF2-40B4-BE49-F238E27FC236}">
                <a16:creationId xmlns:a16="http://schemas.microsoft.com/office/drawing/2014/main" id="{FCE54116-500A-F3BB-B697-A00956917EEE}"/>
              </a:ext>
            </a:extLst>
          </p:cNvPr>
          <p:cNvCxnSpPr>
            <a:cxnSpLocks/>
          </p:cNvCxnSpPr>
          <p:nvPr/>
        </p:nvCxnSpPr>
        <p:spPr>
          <a:xfrm>
            <a:off x="10629980" y="6157707"/>
            <a:ext cx="705223" cy="0"/>
          </a:xfrm>
          <a:prstGeom prst="straightConnector1">
            <a:avLst/>
          </a:prstGeom>
          <a:noFill/>
          <a:ln w="19050" cap="flat" cmpd="sng" algn="ctr">
            <a:solidFill>
              <a:srgbClr val="156082"/>
            </a:solidFill>
            <a:prstDash val="solid"/>
            <a:miter lim="800000"/>
            <a:tailEnd type="triangle"/>
          </a:ln>
          <a:effectLst/>
        </p:spPr>
      </p:cxnSp>
      <p:sp>
        <p:nvSpPr>
          <p:cNvPr id="89" name="TextBox 88">
            <a:extLst>
              <a:ext uri="{FF2B5EF4-FFF2-40B4-BE49-F238E27FC236}">
                <a16:creationId xmlns:a16="http://schemas.microsoft.com/office/drawing/2014/main" id="{3FE4AC80-BBCE-C958-3844-FD5263D1775C}"/>
              </a:ext>
            </a:extLst>
          </p:cNvPr>
          <p:cNvSpPr txBox="1"/>
          <p:nvPr/>
        </p:nvSpPr>
        <p:spPr>
          <a:xfrm>
            <a:off x="999761" y="4734868"/>
            <a:ext cx="733755" cy="307777"/>
          </a:xfrm>
          <a:prstGeom prst="rect">
            <a:avLst/>
          </a:prstGeom>
          <a:noFill/>
        </p:spPr>
        <p:txBody>
          <a:bodyPr wrap="square" rtlCol="0">
            <a:spAutoFit/>
          </a:bodyPr>
          <a:lstStyle/>
          <a:p>
            <a:pPr algn="ctr"/>
            <a:r>
              <a:rPr lang="es-ES" sz="1400">
                <a:solidFill>
                  <a:srgbClr val="000000"/>
                </a:solidFill>
              </a:rPr>
              <a:t>In</a:t>
            </a:r>
          </a:p>
        </p:txBody>
      </p:sp>
      <p:sp>
        <p:nvSpPr>
          <p:cNvPr id="90" name="TextBox 89">
            <a:extLst>
              <a:ext uri="{FF2B5EF4-FFF2-40B4-BE49-F238E27FC236}">
                <a16:creationId xmlns:a16="http://schemas.microsoft.com/office/drawing/2014/main" id="{6377EDFE-55B8-6A1F-F5B1-84A233E4EA20}"/>
              </a:ext>
            </a:extLst>
          </p:cNvPr>
          <p:cNvSpPr txBox="1"/>
          <p:nvPr/>
        </p:nvSpPr>
        <p:spPr>
          <a:xfrm>
            <a:off x="10615713" y="5822382"/>
            <a:ext cx="733755" cy="307777"/>
          </a:xfrm>
          <a:prstGeom prst="rect">
            <a:avLst/>
          </a:prstGeom>
          <a:noFill/>
        </p:spPr>
        <p:txBody>
          <a:bodyPr wrap="square" rtlCol="0">
            <a:spAutoFit/>
          </a:bodyPr>
          <a:lstStyle/>
          <a:p>
            <a:pPr algn="ctr"/>
            <a:r>
              <a:rPr lang="es-ES" sz="1400" err="1">
                <a:solidFill>
                  <a:srgbClr val="000000"/>
                </a:solidFill>
              </a:rPr>
              <a:t>Out</a:t>
            </a:r>
            <a:r>
              <a:rPr lang="es-ES" sz="1400">
                <a:solidFill>
                  <a:srgbClr val="000000"/>
                </a:solidFill>
              </a:rPr>
              <a:t> 1</a:t>
            </a:r>
          </a:p>
        </p:txBody>
      </p:sp>
      <p:sp>
        <p:nvSpPr>
          <p:cNvPr id="75" name="Freeform: Shape 74">
            <a:extLst>
              <a:ext uri="{FF2B5EF4-FFF2-40B4-BE49-F238E27FC236}">
                <a16:creationId xmlns:a16="http://schemas.microsoft.com/office/drawing/2014/main" id="{E97536D2-C0EE-7539-62FE-457B71F9EAD8}"/>
              </a:ext>
            </a:extLst>
          </p:cNvPr>
          <p:cNvSpPr/>
          <p:nvPr/>
        </p:nvSpPr>
        <p:spPr>
          <a:xfrm>
            <a:off x="828696" y="947420"/>
            <a:ext cx="594360"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4360" h="1983740">
                <a:moveTo>
                  <a:pt x="5080" y="332740"/>
                </a:moveTo>
                <a:cubicBezTo>
                  <a:pt x="3387" y="879687"/>
                  <a:pt x="1693" y="1426633"/>
                  <a:pt x="0" y="1973580"/>
                </a:cubicBezTo>
                <a:lnTo>
                  <a:pt x="584200" y="1983740"/>
                </a:lnTo>
                <a:lnTo>
                  <a:pt x="594360" y="988060"/>
                </a:lnTo>
                <a:cubicBezTo>
                  <a:pt x="572347" y="762000"/>
                  <a:pt x="573193" y="543560"/>
                  <a:pt x="513080" y="332740"/>
                </a:cubicBezTo>
                <a:cubicBezTo>
                  <a:pt x="463127" y="204047"/>
                  <a:pt x="469053" y="75353"/>
                  <a:pt x="254000" y="0"/>
                </a:cubicBezTo>
                <a:cubicBezTo>
                  <a:pt x="48260" y="55033"/>
                  <a:pt x="30480" y="226907"/>
                  <a:pt x="5080"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Shape 75">
            <a:extLst>
              <a:ext uri="{FF2B5EF4-FFF2-40B4-BE49-F238E27FC236}">
                <a16:creationId xmlns:a16="http://schemas.microsoft.com/office/drawing/2014/main" id="{1FF80228-C49D-F490-7188-6A75FE6171DA}"/>
              </a:ext>
            </a:extLst>
          </p:cNvPr>
          <p:cNvSpPr/>
          <p:nvPr/>
        </p:nvSpPr>
        <p:spPr>
          <a:xfrm>
            <a:off x="1423743" y="941593"/>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A8BF2BCE-84CD-277C-A58A-11F3636070EC}"/>
              </a:ext>
            </a:extLst>
          </p:cNvPr>
          <p:cNvSpPr/>
          <p:nvPr/>
        </p:nvSpPr>
        <p:spPr>
          <a:xfrm>
            <a:off x="2162309" y="947420"/>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C95C26C1-218E-B831-A922-43803CDFD248}"/>
              </a:ext>
            </a:extLst>
          </p:cNvPr>
          <p:cNvSpPr/>
          <p:nvPr/>
        </p:nvSpPr>
        <p:spPr>
          <a:xfrm>
            <a:off x="2897133" y="941593"/>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Shape 82">
            <a:extLst>
              <a:ext uri="{FF2B5EF4-FFF2-40B4-BE49-F238E27FC236}">
                <a16:creationId xmlns:a16="http://schemas.microsoft.com/office/drawing/2014/main" id="{D996CF6A-4786-BCF6-3019-67765156939F}"/>
              </a:ext>
            </a:extLst>
          </p:cNvPr>
          <p:cNvSpPr/>
          <p:nvPr/>
        </p:nvSpPr>
        <p:spPr>
          <a:xfrm>
            <a:off x="3649833" y="1348162"/>
            <a:ext cx="104738" cy="157607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 name="csX0" fmla="*/ 104738 w 710528"/>
              <a:gd name="csY0" fmla="*/ 332740 h 1983740"/>
              <a:gd name="csX1" fmla="*/ 23443 w 710528"/>
              <a:gd name="csY1" fmla="*/ 971027 h 1983740"/>
              <a:gd name="csX2" fmla="*/ 598 w 710528"/>
              <a:gd name="csY2" fmla="*/ 1969770 h 1983740"/>
              <a:gd name="csX3" fmla="*/ 710528 w 710528"/>
              <a:gd name="csY3" fmla="*/ 1983740 h 1983740"/>
              <a:gd name="csX4" fmla="*/ 236818 w 710528"/>
              <a:gd name="csY4" fmla="*/ 1022350 h 1983740"/>
              <a:gd name="csX5" fmla="*/ 639408 w 710528"/>
              <a:gd name="csY5" fmla="*/ 332740 h 1983740"/>
              <a:gd name="csX6" fmla="*/ 380328 w 710528"/>
              <a:gd name="csY6" fmla="*/ 0 h 1983740"/>
              <a:gd name="csX7" fmla="*/ 104738 w 710528"/>
              <a:gd name="csY7" fmla="*/ 332740 h 1983740"/>
              <a:gd name="csX0" fmla="*/ 104738 w 644574"/>
              <a:gd name="csY0" fmla="*/ 332740 h 1983740"/>
              <a:gd name="csX1" fmla="*/ 23443 w 644574"/>
              <a:gd name="csY1" fmla="*/ 971027 h 1983740"/>
              <a:gd name="csX2" fmla="*/ 598 w 644574"/>
              <a:gd name="csY2" fmla="*/ 1969770 h 1983740"/>
              <a:gd name="csX3" fmla="*/ 215228 w 644574"/>
              <a:gd name="csY3" fmla="*/ 1983740 h 1983740"/>
              <a:gd name="csX4" fmla="*/ 236818 w 644574"/>
              <a:gd name="csY4" fmla="*/ 1022350 h 1983740"/>
              <a:gd name="csX5" fmla="*/ 639408 w 644574"/>
              <a:gd name="csY5" fmla="*/ 332740 h 1983740"/>
              <a:gd name="csX6" fmla="*/ 380328 w 644574"/>
              <a:gd name="csY6" fmla="*/ 0 h 1983740"/>
              <a:gd name="csX7" fmla="*/ 104738 w 644574"/>
              <a:gd name="csY7" fmla="*/ 332740 h 1983740"/>
              <a:gd name="csX0" fmla="*/ 104738 w 441084"/>
              <a:gd name="csY0" fmla="*/ 332740 h 1983740"/>
              <a:gd name="csX1" fmla="*/ 23443 w 441084"/>
              <a:gd name="csY1" fmla="*/ 971027 h 1983740"/>
              <a:gd name="csX2" fmla="*/ 598 w 441084"/>
              <a:gd name="csY2" fmla="*/ 1969770 h 1983740"/>
              <a:gd name="csX3" fmla="*/ 215228 w 441084"/>
              <a:gd name="csY3" fmla="*/ 1983740 h 1983740"/>
              <a:gd name="csX4" fmla="*/ 236818 w 441084"/>
              <a:gd name="csY4" fmla="*/ 1022350 h 1983740"/>
              <a:gd name="csX5" fmla="*/ 216498 w 441084"/>
              <a:gd name="csY5" fmla="*/ 374650 h 1983740"/>
              <a:gd name="csX6" fmla="*/ 380328 w 441084"/>
              <a:gd name="csY6" fmla="*/ 0 h 1983740"/>
              <a:gd name="csX7" fmla="*/ 104738 w 441084"/>
              <a:gd name="csY7" fmla="*/ 332740 h 1983740"/>
              <a:gd name="csX0" fmla="*/ 104738 w 382695"/>
              <a:gd name="csY0" fmla="*/ 332740 h 1983740"/>
              <a:gd name="csX1" fmla="*/ 23443 w 382695"/>
              <a:gd name="csY1" fmla="*/ 971027 h 1983740"/>
              <a:gd name="csX2" fmla="*/ 598 w 382695"/>
              <a:gd name="csY2" fmla="*/ 1969770 h 1983740"/>
              <a:gd name="csX3" fmla="*/ 215228 w 382695"/>
              <a:gd name="csY3" fmla="*/ 1983740 h 1983740"/>
              <a:gd name="csX4" fmla="*/ 236818 w 382695"/>
              <a:gd name="csY4" fmla="*/ 1022350 h 1983740"/>
              <a:gd name="csX5" fmla="*/ 380328 w 382695"/>
              <a:gd name="csY5" fmla="*/ 0 h 1983740"/>
              <a:gd name="csX6" fmla="*/ 104738 w 382695"/>
              <a:gd name="csY6" fmla="*/ 332740 h 1983740"/>
              <a:gd name="csX0" fmla="*/ 104738 w 247918"/>
              <a:gd name="csY0" fmla="*/ 229870 h 1880870"/>
              <a:gd name="csX1" fmla="*/ 23443 w 247918"/>
              <a:gd name="csY1" fmla="*/ 868157 h 1880870"/>
              <a:gd name="csX2" fmla="*/ 598 w 247918"/>
              <a:gd name="csY2" fmla="*/ 1866900 h 1880870"/>
              <a:gd name="csX3" fmla="*/ 215228 w 247918"/>
              <a:gd name="csY3" fmla="*/ 1880870 h 1880870"/>
              <a:gd name="csX4" fmla="*/ 236818 w 247918"/>
              <a:gd name="csY4" fmla="*/ 919480 h 1880870"/>
              <a:gd name="csX5" fmla="*/ 212688 w 247918"/>
              <a:gd name="csY5" fmla="*/ 0 h 1880870"/>
              <a:gd name="csX6" fmla="*/ 104738 w 247918"/>
              <a:gd name="csY6" fmla="*/ 229870 h 1880870"/>
              <a:gd name="csX0" fmla="*/ 104738 w 215730"/>
              <a:gd name="csY0" fmla="*/ 229870 h 1880870"/>
              <a:gd name="csX1" fmla="*/ 23443 w 215730"/>
              <a:gd name="csY1" fmla="*/ 868157 h 1880870"/>
              <a:gd name="csX2" fmla="*/ 598 w 215730"/>
              <a:gd name="csY2" fmla="*/ 1866900 h 1880870"/>
              <a:gd name="csX3" fmla="*/ 215228 w 215730"/>
              <a:gd name="csY3" fmla="*/ 1880870 h 1880870"/>
              <a:gd name="csX4" fmla="*/ 103468 w 215730"/>
              <a:gd name="csY4" fmla="*/ 919480 h 1880870"/>
              <a:gd name="csX5" fmla="*/ 212688 w 215730"/>
              <a:gd name="csY5" fmla="*/ 0 h 1880870"/>
              <a:gd name="csX6" fmla="*/ 104738 w 215730"/>
              <a:gd name="csY6" fmla="*/ 229870 h 1880870"/>
              <a:gd name="csX0" fmla="*/ 104738 w 215730"/>
              <a:gd name="csY0" fmla="*/ 229870 h 1869440"/>
              <a:gd name="csX1" fmla="*/ 23443 w 215730"/>
              <a:gd name="csY1" fmla="*/ 868157 h 1869440"/>
              <a:gd name="csX2" fmla="*/ 598 w 215730"/>
              <a:gd name="csY2" fmla="*/ 1866900 h 1869440"/>
              <a:gd name="csX3" fmla="*/ 104738 w 215730"/>
              <a:gd name="csY3" fmla="*/ 1869440 h 1869440"/>
              <a:gd name="csX4" fmla="*/ 103468 w 215730"/>
              <a:gd name="csY4" fmla="*/ 919480 h 1869440"/>
              <a:gd name="csX5" fmla="*/ 212688 w 215730"/>
              <a:gd name="csY5" fmla="*/ 0 h 1869440"/>
              <a:gd name="csX6" fmla="*/ 104738 w 215730"/>
              <a:gd name="csY6" fmla="*/ 229870 h 1869440"/>
              <a:gd name="csX0" fmla="*/ 212688 w 215730"/>
              <a:gd name="csY0" fmla="*/ 95 h 1869535"/>
              <a:gd name="csX1" fmla="*/ 23443 w 215730"/>
              <a:gd name="csY1" fmla="*/ 868252 h 1869535"/>
              <a:gd name="csX2" fmla="*/ 598 w 215730"/>
              <a:gd name="csY2" fmla="*/ 1866995 h 1869535"/>
              <a:gd name="csX3" fmla="*/ 104738 w 215730"/>
              <a:gd name="csY3" fmla="*/ 1869535 h 1869535"/>
              <a:gd name="csX4" fmla="*/ 103468 w 215730"/>
              <a:gd name="csY4" fmla="*/ 919575 h 1869535"/>
              <a:gd name="csX5" fmla="*/ 212688 w 215730"/>
              <a:gd name="csY5" fmla="*/ 95 h 1869535"/>
              <a:gd name="csX0" fmla="*/ 98388 w 119953"/>
              <a:gd name="csY0" fmla="*/ 208 h 1561038"/>
              <a:gd name="csX1" fmla="*/ 23443 w 119953"/>
              <a:gd name="csY1" fmla="*/ 559755 h 1561038"/>
              <a:gd name="csX2" fmla="*/ 598 w 119953"/>
              <a:gd name="csY2" fmla="*/ 1558498 h 1561038"/>
              <a:gd name="csX3" fmla="*/ 104738 w 119953"/>
              <a:gd name="csY3" fmla="*/ 1561038 h 1561038"/>
              <a:gd name="csX4" fmla="*/ 103468 w 119953"/>
              <a:gd name="csY4" fmla="*/ 611078 h 1561038"/>
              <a:gd name="csX5" fmla="*/ 98388 w 119953"/>
              <a:gd name="csY5" fmla="*/ 208 h 1561038"/>
              <a:gd name="csX0" fmla="*/ 98388 w 119953"/>
              <a:gd name="csY0" fmla="*/ 0 h 1560830"/>
              <a:gd name="csX1" fmla="*/ 23443 w 119953"/>
              <a:gd name="csY1" fmla="*/ 559547 h 1560830"/>
              <a:gd name="csX2" fmla="*/ 598 w 119953"/>
              <a:gd name="csY2" fmla="*/ 1558290 h 1560830"/>
              <a:gd name="csX3" fmla="*/ 104738 w 119953"/>
              <a:gd name="csY3" fmla="*/ 1560830 h 1560830"/>
              <a:gd name="csX4" fmla="*/ 103468 w 119953"/>
              <a:gd name="csY4" fmla="*/ 610870 h 1560830"/>
              <a:gd name="csX5" fmla="*/ 98388 w 119953"/>
              <a:gd name="csY5" fmla="*/ 0 h 1560830"/>
              <a:gd name="csX0" fmla="*/ 98388 w 115472"/>
              <a:gd name="csY0" fmla="*/ 0 h 1560830"/>
              <a:gd name="csX1" fmla="*/ 23443 w 115472"/>
              <a:gd name="csY1" fmla="*/ 559547 h 1560830"/>
              <a:gd name="csX2" fmla="*/ 598 w 115472"/>
              <a:gd name="csY2" fmla="*/ 1558290 h 1560830"/>
              <a:gd name="csX3" fmla="*/ 104738 w 115472"/>
              <a:gd name="csY3" fmla="*/ 1560830 h 1560830"/>
              <a:gd name="csX4" fmla="*/ 103468 w 115472"/>
              <a:gd name="csY4" fmla="*/ 610870 h 1560830"/>
              <a:gd name="csX5" fmla="*/ 98388 w 115472"/>
              <a:gd name="csY5" fmla="*/ 0 h 1560830"/>
              <a:gd name="csX0" fmla="*/ 98388 w 115472"/>
              <a:gd name="csY0" fmla="*/ 0 h 1560830"/>
              <a:gd name="csX1" fmla="*/ 23443 w 115472"/>
              <a:gd name="csY1" fmla="*/ 559547 h 1560830"/>
              <a:gd name="csX2" fmla="*/ 598 w 115472"/>
              <a:gd name="csY2" fmla="*/ 1558290 h 1560830"/>
              <a:gd name="csX3" fmla="*/ 104738 w 115472"/>
              <a:gd name="csY3" fmla="*/ 1560830 h 1560830"/>
              <a:gd name="csX4" fmla="*/ 103468 w 115472"/>
              <a:gd name="csY4" fmla="*/ 610870 h 1560830"/>
              <a:gd name="csX5" fmla="*/ 98388 w 115472"/>
              <a:gd name="csY5" fmla="*/ 0 h 1560830"/>
              <a:gd name="csX0" fmla="*/ 96483 w 115022"/>
              <a:gd name="csY0" fmla="*/ 0 h 1576070"/>
              <a:gd name="csX1" fmla="*/ 23443 w 115022"/>
              <a:gd name="csY1" fmla="*/ 574787 h 1576070"/>
              <a:gd name="csX2" fmla="*/ 598 w 115022"/>
              <a:gd name="csY2" fmla="*/ 1573530 h 1576070"/>
              <a:gd name="csX3" fmla="*/ 104738 w 115022"/>
              <a:gd name="csY3" fmla="*/ 1576070 h 1576070"/>
              <a:gd name="csX4" fmla="*/ 103468 w 115022"/>
              <a:gd name="csY4" fmla="*/ 626110 h 1576070"/>
              <a:gd name="csX5" fmla="*/ 96483 w 115022"/>
              <a:gd name="csY5" fmla="*/ 0 h 1576070"/>
              <a:gd name="csX0" fmla="*/ 96483 w 104738"/>
              <a:gd name="csY0" fmla="*/ 0 h 1576070"/>
              <a:gd name="csX1" fmla="*/ 23443 w 104738"/>
              <a:gd name="csY1" fmla="*/ 574787 h 1576070"/>
              <a:gd name="csX2" fmla="*/ 598 w 104738"/>
              <a:gd name="csY2" fmla="*/ 1573530 h 1576070"/>
              <a:gd name="csX3" fmla="*/ 104738 w 104738"/>
              <a:gd name="csY3" fmla="*/ 1576070 h 1576070"/>
              <a:gd name="csX4" fmla="*/ 103468 w 104738"/>
              <a:gd name="csY4" fmla="*/ 626110 h 1576070"/>
              <a:gd name="csX5" fmla="*/ 96483 w 104738"/>
              <a:gd name="csY5" fmla="*/ 0 h 1576070"/>
            </a:gdLst>
            <a:ahLst/>
            <a:cxnLst>
              <a:cxn ang="0">
                <a:pos x="csX0" y="csY0"/>
              </a:cxn>
              <a:cxn ang="0">
                <a:pos x="csX1" y="csY1"/>
              </a:cxn>
              <a:cxn ang="0">
                <a:pos x="csX2" y="csY2"/>
              </a:cxn>
              <a:cxn ang="0">
                <a:pos x="csX3" y="csY3"/>
              </a:cxn>
              <a:cxn ang="0">
                <a:pos x="csX4" y="csY4"/>
              </a:cxn>
              <a:cxn ang="0">
                <a:pos x="csX5" y="csY5"/>
              </a:cxn>
            </a:cxnLst>
            <a:rect l="l" t="t" r="r" b="b"/>
            <a:pathLst>
              <a:path w="104738" h="1576070">
                <a:moveTo>
                  <a:pt x="96483" y="0"/>
                </a:moveTo>
                <a:cubicBezTo>
                  <a:pt x="31711" y="130511"/>
                  <a:pt x="34026" y="261732"/>
                  <a:pt x="23443" y="574787"/>
                </a:cubicBezTo>
                <a:cubicBezTo>
                  <a:pt x="27041" y="848260"/>
                  <a:pt x="-4696" y="1388235"/>
                  <a:pt x="598" y="1573530"/>
                </a:cubicBezTo>
                <a:lnTo>
                  <a:pt x="104738" y="1576070"/>
                </a:lnTo>
                <a:cubicBezTo>
                  <a:pt x="104315" y="1259417"/>
                  <a:pt x="103891" y="942763"/>
                  <a:pt x="103468" y="626110"/>
                </a:cubicBezTo>
                <a:cubicBezTo>
                  <a:pt x="104315" y="291677"/>
                  <a:pt x="101351" y="118745"/>
                  <a:pt x="96483" y="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Shape 91">
            <a:extLst>
              <a:ext uri="{FF2B5EF4-FFF2-40B4-BE49-F238E27FC236}">
                <a16:creationId xmlns:a16="http://schemas.microsoft.com/office/drawing/2014/main" id="{306C5CF1-E8A0-D617-8090-C55F9AAC4BBE}"/>
              </a:ext>
            </a:extLst>
          </p:cNvPr>
          <p:cNvSpPr/>
          <p:nvPr/>
        </p:nvSpPr>
        <p:spPr>
          <a:xfrm>
            <a:off x="4825126" y="973829"/>
            <a:ext cx="594360"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4360" h="1983740">
                <a:moveTo>
                  <a:pt x="5080" y="332740"/>
                </a:moveTo>
                <a:cubicBezTo>
                  <a:pt x="3387" y="879687"/>
                  <a:pt x="1693" y="1426633"/>
                  <a:pt x="0" y="1973580"/>
                </a:cubicBezTo>
                <a:lnTo>
                  <a:pt x="584200" y="1983740"/>
                </a:lnTo>
                <a:lnTo>
                  <a:pt x="594360" y="988060"/>
                </a:lnTo>
                <a:cubicBezTo>
                  <a:pt x="572347" y="762000"/>
                  <a:pt x="573193" y="543560"/>
                  <a:pt x="513080" y="332740"/>
                </a:cubicBezTo>
                <a:cubicBezTo>
                  <a:pt x="463127" y="204047"/>
                  <a:pt x="469053" y="75353"/>
                  <a:pt x="254000" y="0"/>
                </a:cubicBezTo>
                <a:cubicBezTo>
                  <a:pt x="48260" y="55033"/>
                  <a:pt x="30480" y="226907"/>
                  <a:pt x="5080"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Shape 92">
            <a:extLst>
              <a:ext uri="{FF2B5EF4-FFF2-40B4-BE49-F238E27FC236}">
                <a16:creationId xmlns:a16="http://schemas.microsoft.com/office/drawing/2014/main" id="{61D681D3-D591-CFBC-1CE0-1825548280E1}"/>
              </a:ext>
            </a:extLst>
          </p:cNvPr>
          <p:cNvSpPr/>
          <p:nvPr/>
        </p:nvSpPr>
        <p:spPr>
          <a:xfrm>
            <a:off x="6158739" y="973829"/>
            <a:ext cx="720688"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82 w 616032"/>
              <a:gd name="csY0" fmla="*/ 332740 h 1983740"/>
              <a:gd name="csX1" fmla="*/ 21672 w 616032"/>
              <a:gd name="csY1" fmla="*/ 1973580 h 1983740"/>
              <a:gd name="csX2" fmla="*/ 605872 w 616032"/>
              <a:gd name="csY2" fmla="*/ 1983740 h 1983740"/>
              <a:gd name="csX3" fmla="*/ 616032 w 616032"/>
              <a:gd name="csY3" fmla="*/ 988060 h 1983740"/>
              <a:gd name="csX4" fmla="*/ 534752 w 616032"/>
              <a:gd name="csY4" fmla="*/ 332740 h 1983740"/>
              <a:gd name="csX5" fmla="*/ 275672 w 616032"/>
              <a:gd name="csY5" fmla="*/ 0 h 1983740"/>
              <a:gd name="csX6" fmla="*/ 82 w 616032"/>
              <a:gd name="csY6" fmla="*/ 332740 h 1983740"/>
              <a:gd name="csX0" fmla="*/ 27678 w 643628"/>
              <a:gd name="csY0" fmla="*/ 332740 h 1983740"/>
              <a:gd name="csX1" fmla="*/ 30203 w 643628"/>
              <a:gd name="csY1" fmla="*/ 986267 h 1983740"/>
              <a:gd name="csX2" fmla="*/ 49268 w 643628"/>
              <a:gd name="csY2" fmla="*/ 1973580 h 1983740"/>
              <a:gd name="csX3" fmla="*/ 633468 w 643628"/>
              <a:gd name="csY3" fmla="*/ 1983740 h 1983740"/>
              <a:gd name="csX4" fmla="*/ 643628 w 643628"/>
              <a:gd name="csY4" fmla="*/ 988060 h 1983740"/>
              <a:gd name="csX5" fmla="*/ 562348 w 643628"/>
              <a:gd name="csY5" fmla="*/ 332740 h 1983740"/>
              <a:gd name="csX6" fmla="*/ 303268 w 643628"/>
              <a:gd name="csY6" fmla="*/ 0 h 1983740"/>
              <a:gd name="csX7" fmla="*/ 27678 w 643628"/>
              <a:gd name="csY7" fmla="*/ 332740 h 1983740"/>
              <a:gd name="csX0" fmla="*/ 81523 w 697473"/>
              <a:gd name="csY0" fmla="*/ 332740 h 1983740"/>
              <a:gd name="csX1" fmla="*/ 228 w 697473"/>
              <a:gd name="csY1" fmla="*/ 971027 h 1983740"/>
              <a:gd name="csX2" fmla="*/ 103113 w 697473"/>
              <a:gd name="csY2" fmla="*/ 1973580 h 1983740"/>
              <a:gd name="csX3" fmla="*/ 687313 w 697473"/>
              <a:gd name="csY3" fmla="*/ 1983740 h 1983740"/>
              <a:gd name="csX4" fmla="*/ 697473 w 697473"/>
              <a:gd name="csY4" fmla="*/ 988060 h 1983740"/>
              <a:gd name="csX5" fmla="*/ 616193 w 697473"/>
              <a:gd name="csY5" fmla="*/ 332740 h 1983740"/>
              <a:gd name="csX6" fmla="*/ 357113 w 697473"/>
              <a:gd name="csY6" fmla="*/ 0 h 1983740"/>
              <a:gd name="csX7" fmla="*/ 81523 w 697473"/>
              <a:gd name="csY7" fmla="*/ 332740 h 1983740"/>
              <a:gd name="csX0" fmla="*/ 142951 w 758901"/>
              <a:gd name="csY0" fmla="*/ 332740 h 1983740"/>
              <a:gd name="csX1" fmla="*/ 61656 w 758901"/>
              <a:gd name="csY1" fmla="*/ 971027 h 1983740"/>
              <a:gd name="csX2" fmla="*/ 38811 w 758901"/>
              <a:gd name="csY2" fmla="*/ 1969770 h 1983740"/>
              <a:gd name="csX3" fmla="*/ 748741 w 758901"/>
              <a:gd name="csY3" fmla="*/ 1983740 h 1983740"/>
              <a:gd name="csX4" fmla="*/ 758901 w 758901"/>
              <a:gd name="csY4" fmla="*/ 988060 h 1983740"/>
              <a:gd name="csX5" fmla="*/ 677621 w 758901"/>
              <a:gd name="csY5" fmla="*/ 332740 h 1983740"/>
              <a:gd name="csX6" fmla="*/ 418541 w 758901"/>
              <a:gd name="csY6" fmla="*/ 0 h 1983740"/>
              <a:gd name="csX7" fmla="*/ 142951 w 758901"/>
              <a:gd name="csY7" fmla="*/ 332740 h 1983740"/>
              <a:gd name="csX0" fmla="*/ 104738 w 720688"/>
              <a:gd name="csY0" fmla="*/ 332740 h 1983740"/>
              <a:gd name="csX1" fmla="*/ 23443 w 720688"/>
              <a:gd name="csY1" fmla="*/ 971027 h 1983740"/>
              <a:gd name="csX2" fmla="*/ 598 w 720688"/>
              <a:gd name="csY2" fmla="*/ 1969770 h 1983740"/>
              <a:gd name="csX3" fmla="*/ 710528 w 720688"/>
              <a:gd name="csY3" fmla="*/ 1983740 h 1983740"/>
              <a:gd name="csX4" fmla="*/ 720688 w 720688"/>
              <a:gd name="csY4" fmla="*/ 988060 h 1983740"/>
              <a:gd name="csX5" fmla="*/ 639408 w 720688"/>
              <a:gd name="csY5" fmla="*/ 332740 h 1983740"/>
              <a:gd name="csX6" fmla="*/ 380328 w 720688"/>
              <a:gd name="csY6" fmla="*/ 0 h 1983740"/>
              <a:gd name="csX7" fmla="*/ 104738 w 720688"/>
              <a:gd name="csY7" fmla="*/ 332740 h 1983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0688" h="1983740">
                <a:moveTo>
                  <a:pt x="104738" y="332740"/>
                </a:moveTo>
                <a:cubicBezTo>
                  <a:pt x="59227" y="497118"/>
                  <a:pt x="19845" y="697554"/>
                  <a:pt x="23443" y="971027"/>
                </a:cubicBezTo>
                <a:cubicBezTo>
                  <a:pt x="27041" y="1244500"/>
                  <a:pt x="-4696" y="1784475"/>
                  <a:pt x="598" y="1969770"/>
                </a:cubicBezTo>
                <a:lnTo>
                  <a:pt x="710528" y="1983740"/>
                </a:lnTo>
                <a:lnTo>
                  <a:pt x="720688" y="988060"/>
                </a:lnTo>
                <a:cubicBezTo>
                  <a:pt x="698675" y="762000"/>
                  <a:pt x="699521" y="543560"/>
                  <a:pt x="639408" y="332740"/>
                </a:cubicBezTo>
                <a:cubicBezTo>
                  <a:pt x="589455" y="204047"/>
                  <a:pt x="595381" y="75353"/>
                  <a:pt x="380328" y="0"/>
                </a:cubicBezTo>
                <a:cubicBezTo>
                  <a:pt x="174588" y="55033"/>
                  <a:pt x="130138" y="226907"/>
                  <a:pt x="104738"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Shape 112">
            <a:extLst>
              <a:ext uri="{FF2B5EF4-FFF2-40B4-BE49-F238E27FC236}">
                <a16:creationId xmlns:a16="http://schemas.microsoft.com/office/drawing/2014/main" id="{A49D9086-BF00-137F-21C1-ACFFE82AC4C5}"/>
              </a:ext>
            </a:extLst>
          </p:cNvPr>
          <p:cNvSpPr/>
          <p:nvPr/>
        </p:nvSpPr>
        <p:spPr>
          <a:xfrm>
            <a:off x="8874824" y="947420"/>
            <a:ext cx="594360" cy="1983740"/>
          </a:xfrm>
          <a:custGeom>
            <a:avLst/>
            <a:gdLst>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40360 h 1991360"/>
              <a:gd name="csX1" fmla="*/ 0 w 594360"/>
              <a:gd name="csY1" fmla="*/ 1981200 h 1991360"/>
              <a:gd name="csX2" fmla="*/ 584200 w 594360"/>
              <a:gd name="csY2" fmla="*/ 1991360 h 1991360"/>
              <a:gd name="csX3" fmla="*/ 594360 w 594360"/>
              <a:gd name="csY3" fmla="*/ 995680 h 1991360"/>
              <a:gd name="csX4" fmla="*/ 513080 w 594360"/>
              <a:gd name="csY4" fmla="*/ 340360 h 1991360"/>
              <a:gd name="csX5" fmla="*/ 264160 w 594360"/>
              <a:gd name="csY5" fmla="*/ 0 h 1991360"/>
              <a:gd name="csX6" fmla="*/ 5080 w 594360"/>
              <a:gd name="csY6" fmla="*/ 340360 h 1991360"/>
              <a:gd name="csX0" fmla="*/ 5080 w 594360"/>
              <a:gd name="csY0" fmla="*/ 337820 h 1988820"/>
              <a:gd name="csX1" fmla="*/ 0 w 594360"/>
              <a:gd name="csY1" fmla="*/ 1978660 h 1988820"/>
              <a:gd name="csX2" fmla="*/ 584200 w 594360"/>
              <a:gd name="csY2" fmla="*/ 1988820 h 1988820"/>
              <a:gd name="csX3" fmla="*/ 594360 w 594360"/>
              <a:gd name="csY3" fmla="*/ 993140 h 1988820"/>
              <a:gd name="csX4" fmla="*/ 513080 w 594360"/>
              <a:gd name="csY4" fmla="*/ 337820 h 1988820"/>
              <a:gd name="csX5" fmla="*/ 248920 w 594360"/>
              <a:gd name="csY5" fmla="*/ 0 h 1988820"/>
              <a:gd name="csX6" fmla="*/ 5080 w 594360"/>
              <a:gd name="csY6" fmla="*/ 337820 h 1988820"/>
              <a:gd name="csX0" fmla="*/ 5080 w 594360"/>
              <a:gd name="csY0" fmla="*/ 335280 h 1986280"/>
              <a:gd name="csX1" fmla="*/ 0 w 594360"/>
              <a:gd name="csY1" fmla="*/ 1976120 h 1986280"/>
              <a:gd name="csX2" fmla="*/ 584200 w 594360"/>
              <a:gd name="csY2" fmla="*/ 1986280 h 1986280"/>
              <a:gd name="csX3" fmla="*/ 594360 w 594360"/>
              <a:gd name="csY3" fmla="*/ 990600 h 1986280"/>
              <a:gd name="csX4" fmla="*/ 513080 w 594360"/>
              <a:gd name="csY4" fmla="*/ 335280 h 1986280"/>
              <a:gd name="csX5" fmla="*/ 261620 w 594360"/>
              <a:gd name="csY5" fmla="*/ 0 h 1986280"/>
              <a:gd name="csX6" fmla="*/ 5080 w 594360"/>
              <a:gd name="csY6" fmla="*/ 335280 h 198628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 name="csX0" fmla="*/ 5080 w 594360"/>
              <a:gd name="csY0" fmla="*/ 332740 h 1983740"/>
              <a:gd name="csX1" fmla="*/ 0 w 594360"/>
              <a:gd name="csY1" fmla="*/ 1973580 h 1983740"/>
              <a:gd name="csX2" fmla="*/ 584200 w 594360"/>
              <a:gd name="csY2" fmla="*/ 1983740 h 1983740"/>
              <a:gd name="csX3" fmla="*/ 594360 w 594360"/>
              <a:gd name="csY3" fmla="*/ 988060 h 1983740"/>
              <a:gd name="csX4" fmla="*/ 513080 w 594360"/>
              <a:gd name="csY4" fmla="*/ 332740 h 1983740"/>
              <a:gd name="csX5" fmla="*/ 254000 w 594360"/>
              <a:gd name="csY5" fmla="*/ 0 h 1983740"/>
              <a:gd name="csX6" fmla="*/ 5080 w 594360"/>
              <a:gd name="csY6" fmla="*/ 332740 h 1983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4360" h="1983740">
                <a:moveTo>
                  <a:pt x="5080" y="332740"/>
                </a:moveTo>
                <a:cubicBezTo>
                  <a:pt x="3387" y="879687"/>
                  <a:pt x="1693" y="1426633"/>
                  <a:pt x="0" y="1973580"/>
                </a:cubicBezTo>
                <a:lnTo>
                  <a:pt x="584200" y="1983740"/>
                </a:lnTo>
                <a:lnTo>
                  <a:pt x="594360" y="988060"/>
                </a:lnTo>
                <a:cubicBezTo>
                  <a:pt x="572347" y="762000"/>
                  <a:pt x="573193" y="543560"/>
                  <a:pt x="513080" y="332740"/>
                </a:cubicBezTo>
                <a:cubicBezTo>
                  <a:pt x="463127" y="204047"/>
                  <a:pt x="469053" y="75353"/>
                  <a:pt x="254000" y="0"/>
                </a:cubicBezTo>
                <a:cubicBezTo>
                  <a:pt x="48260" y="55033"/>
                  <a:pt x="30480" y="226907"/>
                  <a:pt x="5080" y="332740"/>
                </a:cubicBezTo>
                <a:close/>
              </a:path>
            </a:pathLst>
          </a:custGeom>
          <a:solidFill>
            <a:srgbClr val="F5C9EC">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4133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7A892D-41FB-20E3-76B7-9C7DB85ED080}"/>
              </a:ext>
            </a:extLst>
          </p:cNvPr>
          <p:cNvSpPr>
            <a:spLocks noGrp="1"/>
          </p:cNvSpPr>
          <p:nvPr>
            <p:ph type="ftr" sz="quarter" idx="10"/>
          </p:nvPr>
        </p:nvSpPr>
        <p:spPr/>
        <p:txBody>
          <a:bodyPr/>
          <a:lstStyle/>
          <a:p>
            <a:r>
              <a:rPr lang="en-US"/>
              <a:t>Pie de página</a:t>
            </a:r>
          </a:p>
        </p:txBody>
      </p:sp>
      <p:sp>
        <p:nvSpPr>
          <p:cNvPr id="4" name="Slide Number Placeholder 3">
            <a:extLst>
              <a:ext uri="{FF2B5EF4-FFF2-40B4-BE49-F238E27FC236}">
                <a16:creationId xmlns:a16="http://schemas.microsoft.com/office/drawing/2014/main" id="{50CB9DD9-B508-B5F9-D67D-FB203E27AF77}"/>
              </a:ext>
            </a:extLst>
          </p:cNvPr>
          <p:cNvSpPr>
            <a:spLocks noGrp="1"/>
          </p:cNvSpPr>
          <p:nvPr>
            <p:ph type="sldNum" sz="quarter" idx="11"/>
          </p:nvPr>
        </p:nvSpPr>
        <p:spPr/>
        <p:txBody>
          <a:bodyPr/>
          <a:lstStyle/>
          <a:p>
            <a:fld id="{D637F8FC-4B86-4690-8888-22AB2F781BEF}" type="slidenum">
              <a:rPr lang="en-US" smtClean="0"/>
              <a:pPr/>
              <a:t>18</a:t>
            </a:fld>
            <a:endParaRPr lang="en-US"/>
          </a:p>
        </p:txBody>
      </p:sp>
      <p:sp>
        <p:nvSpPr>
          <p:cNvPr id="8" name="Title 7">
            <a:extLst>
              <a:ext uri="{FF2B5EF4-FFF2-40B4-BE49-F238E27FC236}">
                <a16:creationId xmlns:a16="http://schemas.microsoft.com/office/drawing/2014/main" id="{6CD39EC7-18E7-682B-17F7-BF312654566F}"/>
              </a:ext>
            </a:extLst>
          </p:cNvPr>
          <p:cNvSpPr>
            <a:spLocks noGrp="1"/>
          </p:cNvSpPr>
          <p:nvPr>
            <p:ph type="title"/>
          </p:nvPr>
        </p:nvSpPr>
        <p:spPr/>
        <p:txBody>
          <a:bodyPr/>
          <a:lstStyle/>
          <a:p>
            <a:r>
              <a:rPr lang="es-CO" err="1"/>
              <a:t>Phase</a:t>
            </a:r>
            <a:r>
              <a:rPr lang="es-CO"/>
              <a:t> Shift </a:t>
            </a:r>
            <a:r>
              <a:rPr lang="es-CO" err="1"/>
              <a:t>Adjustments</a:t>
            </a:r>
            <a:r>
              <a:rPr lang="es-CO"/>
              <a:t> </a:t>
            </a:r>
            <a:endParaRPr lang="en-US"/>
          </a:p>
        </p:txBody>
      </p:sp>
      <p:sp>
        <p:nvSpPr>
          <p:cNvPr id="7" name="Date Placeholder 6">
            <a:extLst>
              <a:ext uri="{FF2B5EF4-FFF2-40B4-BE49-F238E27FC236}">
                <a16:creationId xmlns:a16="http://schemas.microsoft.com/office/drawing/2014/main" id="{78A13190-BDEB-38BE-6C52-4EAB098C6783}"/>
              </a:ext>
            </a:extLst>
          </p:cNvPr>
          <p:cNvSpPr>
            <a:spLocks noGrp="1"/>
          </p:cNvSpPr>
          <p:nvPr>
            <p:ph type="dt" sz="half" idx="2"/>
          </p:nvPr>
        </p:nvSpPr>
        <p:spPr/>
        <p:txBody>
          <a:bodyPr/>
          <a:lstStyle/>
          <a:p>
            <a:fld id="{39E18374-368A-4A3E-9C13-EFB00A3C21AB}" type="datetime1">
              <a:rPr lang="es-ES" smtClean="0"/>
              <a:t>06/05/2026</a:t>
            </a:fld>
            <a:endParaRPr lang="es-ES"/>
          </a:p>
        </p:txBody>
      </p:sp>
      <p:graphicFrame>
        <p:nvGraphicFramePr>
          <p:cNvPr id="2" name="Table 1">
            <a:extLst>
              <a:ext uri="{FF2B5EF4-FFF2-40B4-BE49-F238E27FC236}">
                <a16:creationId xmlns:a16="http://schemas.microsoft.com/office/drawing/2014/main" id="{279981FE-658C-3715-9DFE-8162DCE10571}"/>
              </a:ext>
            </a:extLst>
          </p:cNvPr>
          <p:cNvGraphicFramePr>
            <a:graphicFrameLocks noGrp="1"/>
          </p:cNvGraphicFramePr>
          <p:nvPr>
            <p:extLst>
              <p:ext uri="{D42A27DB-BD31-4B8C-83A1-F6EECF244321}">
                <p14:modId xmlns:p14="http://schemas.microsoft.com/office/powerpoint/2010/main" val="676859593"/>
              </p:ext>
            </p:extLst>
          </p:nvPr>
        </p:nvGraphicFramePr>
        <p:xfrm>
          <a:off x="2109020" y="1735394"/>
          <a:ext cx="8706462" cy="3775166"/>
        </p:xfrm>
        <a:graphic>
          <a:graphicData uri="http://schemas.openxmlformats.org/drawingml/2006/table">
            <a:tbl>
              <a:tblPr firstRow="1" bandRow="1">
                <a:tableStyleId>{5C22544A-7EE6-4342-B048-85BDC9FD1C3A}</a:tableStyleId>
              </a:tblPr>
              <a:tblGrid>
                <a:gridCol w="1451077">
                  <a:extLst>
                    <a:ext uri="{9D8B030D-6E8A-4147-A177-3AD203B41FA5}">
                      <a16:colId xmlns:a16="http://schemas.microsoft.com/office/drawing/2014/main" val="20000"/>
                    </a:ext>
                  </a:extLst>
                </a:gridCol>
                <a:gridCol w="1451077">
                  <a:extLst>
                    <a:ext uri="{9D8B030D-6E8A-4147-A177-3AD203B41FA5}">
                      <a16:colId xmlns:a16="http://schemas.microsoft.com/office/drawing/2014/main" val="20001"/>
                    </a:ext>
                  </a:extLst>
                </a:gridCol>
                <a:gridCol w="1451077">
                  <a:extLst>
                    <a:ext uri="{9D8B030D-6E8A-4147-A177-3AD203B41FA5}">
                      <a16:colId xmlns:a16="http://schemas.microsoft.com/office/drawing/2014/main" val="20002"/>
                    </a:ext>
                  </a:extLst>
                </a:gridCol>
                <a:gridCol w="1451077">
                  <a:extLst>
                    <a:ext uri="{9D8B030D-6E8A-4147-A177-3AD203B41FA5}">
                      <a16:colId xmlns:a16="http://schemas.microsoft.com/office/drawing/2014/main" val="20003"/>
                    </a:ext>
                  </a:extLst>
                </a:gridCol>
                <a:gridCol w="1451077">
                  <a:extLst>
                    <a:ext uri="{9D8B030D-6E8A-4147-A177-3AD203B41FA5}">
                      <a16:colId xmlns:a16="http://schemas.microsoft.com/office/drawing/2014/main" val="20004"/>
                    </a:ext>
                  </a:extLst>
                </a:gridCol>
                <a:gridCol w="1451077">
                  <a:extLst>
                    <a:ext uri="{9D8B030D-6E8A-4147-A177-3AD203B41FA5}">
                      <a16:colId xmlns:a16="http://schemas.microsoft.com/office/drawing/2014/main" val="20005"/>
                    </a:ext>
                  </a:extLst>
                </a:gridCol>
              </a:tblGrid>
              <a:tr h="522514">
                <a:tc>
                  <a:txBody>
                    <a:bodyPr/>
                    <a:lstStyle/>
                    <a:p>
                      <a:pPr algn="ctr"/>
                      <a:r>
                        <a:t>Phase Shifter</a:t>
                      </a:r>
                    </a:p>
                  </a:txBody>
                  <a:tcPr/>
                </a:tc>
                <a:tc>
                  <a:txBody>
                    <a:bodyPr/>
                    <a:lstStyle/>
                    <a:p>
                      <a:pPr algn="ctr"/>
                      <a:r>
                        <a:rPr lang="es-MX" err="1"/>
                        <a:t>Phase</a:t>
                      </a:r>
                      <a:r>
                        <a:t> (rad)</a:t>
                      </a:r>
                    </a:p>
                  </a:txBody>
                  <a:tcPr/>
                </a:tc>
                <a:tc>
                  <a:txBody>
                    <a:bodyPr/>
                    <a:lstStyle/>
                    <a:p>
                      <a:pPr algn="ctr"/>
                      <a:r>
                        <a:rPr lang="es-MX" err="1"/>
                        <a:t>Phase</a:t>
                      </a:r>
                      <a:r>
                        <a:t> (°)</a:t>
                      </a:r>
                    </a:p>
                  </a:txBody>
                  <a:tcPr/>
                </a:tc>
                <a:tc>
                  <a:txBody>
                    <a:bodyPr/>
                    <a:lstStyle/>
                    <a:p>
                      <a:pPr algn="ctr"/>
                      <a:r>
                        <a:t>Δλ / FSR</a:t>
                      </a:r>
                    </a:p>
                  </a:txBody>
                  <a:tcPr/>
                </a:tc>
                <a:tc>
                  <a:txBody>
                    <a:bodyPr/>
                    <a:lstStyle/>
                    <a:p>
                      <a:pPr algn="ctr"/>
                      <a:r>
                        <a:t>FSR (nm)</a:t>
                      </a:r>
                    </a:p>
                  </a:txBody>
                  <a:tcPr/>
                </a:tc>
                <a:tc>
                  <a:txBody>
                    <a:bodyPr/>
                    <a:lstStyle/>
                    <a:p>
                      <a:pPr algn="ctr"/>
                      <a:r>
                        <a:rPr err="1"/>
                        <a:t>Δλ</a:t>
                      </a:r>
                      <a:r>
                        <a:t> (nm)</a:t>
                      </a:r>
                    </a:p>
                  </a:txBody>
                  <a:tcPr/>
                </a:tc>
                <a:extLst>
                  <a:ext uri="{0D108BD9-81ED-4DB2-BD59-A6C34878D82A}">
                    <a16:rowId xmlns:a16="http://schemas.microsoft.com/office/drawing/2014/main" val="10000"/>
                  </a:ext>
                </a:extLst>
              </a:tr>
              <a:tr h="522514">
                <a:tc>
                  <a:txBody>
                    <a:bodyPr/>
                    <a:lstStyle/>
                    <a:p>
                      <a:pPr algn="ctr"/>
                      <a:r>
                        <a:t>PS_BM</a:t>
                      </a:r>
                    </a:p>
                  </a:txBody>
                  <a:tcPr/>
                </a:tc>
                <a:tc>
                  <a:txBody>
                    <a:bodyPr/>
                    <a:lstStyle/>
                    <a:p>
                      <a:pPr algn="ctr"/>
                      <a:r>
                        <a:t>π/2</a:t>
                      </a:r>
                    </a:p>
                  </a:txBody>
                  <a:tcPr/>
                </a:tc>
                <a:tc>
                  <a:txBody>
                    <a:bodyPr/>
                    <a:lstStyle/>
                    <a:p>
                      <a:pPr algn="ctr"/>
                      <a:r>
                        <a:t>90°</a:t>
                      </a:r>
                    </a:p>
                  </a:txBody>
                  <a:tcPr/>
                </a:tc>
                <a:tc>
                  <a:txBody>
                    <a:bodyPr/>
                    <a:lstStyle/>
                    <a:p>
                      <a:pPr algn="ctr"/>
                      <a:r>
                        <a:t>0.25</a:t>
                      </a:r>
                    </a:p>
                  </a:txBody>
                  <a:tcPr/>
                </a:tc>
                <a:tc>
                  <a:txBody>
                    <a:bodyPr/>
                    <a:lstStyle/>
                    <a:p>
                      <a:pPr algn="ctr"/>
                      <a:r>
                        <a:t>50</a:t>
                      </a:r>
                    </a:p>
                  </a:txBody>
                  <a:tcPr/>
                </a:tc>
                <a:tc>
                  <a:txBody>
                    <a:bodyPr/>
                    <a:lstStyle/>
                    <a:p>
                      <a:pPr algn="ctr"/>
                      <a:r>
                        <a:t>12.5</a:t>
                      </a:r>
                    </a:p>
                  </a:txBody>
                  <a:tcPr/>
                </a:tc>
                <a:extLst>
                  <a:ext uri="{0D108BD9-81ED-4DB2-BD59-A6C34878D82A}">
                    <a16:rowId xmlns:a16="http://schemas.microsoft.com/office/drawing/2014/main" val="10001"/>
                  </a:ext>
                </a:extLst>
              </a:tr>
              <a:tr h="522514">
                <a:tc>
                  <a:txBody>
                    <a:bodyPr/>
                    <a:lstStyle/>
                    <a:p>
                      <a:pPr algn="ctr"/>
                      <a:r>
                        <a:t>PS_TP</a:t>
                      </a:r>
                    </a:p>
                  </a:txBody>
                  <a:tcPr/>
                </a:tc>
                <a:tc>
                  <a:txBody>
                    <a:bodyPr/>
                    <a:lstStyle/>
                    <a:p>
                      <a:pPr algn="ctr"/>
                      <a:r>
                        <a:t>0</a:t>
                      </a:r>
                    </a:p>
                  </a:txBody>
                  <a:tcPr/>
                </a:tc>
                <a:tc>
                  <a:txBody>
                    <a:bodyPr/>
                    <a:lstStyle/>
                    <a:p>
                      <a:pPr algn="ctr"/>
                      <a:r>
                        <a:t>0°</a:t>
                      </a:r>
                    </a:p>
                  </a:txBody>
                  <a:tcPr/>
                </a:tc>
                <a:tc>
                  <a:txBody>
                    <a:bodyPr/>
                    <a:lstStyle/>
                    <a:p>
                      <a:pPr algn="ctr"/>
                      <a:r>
                        <a:t>0</a:t>
                      </a:r>
                    </a:p>
                  </a:txBody>
                  <a:tcPr/>
                </a:tc>
                <a:tc>
                  <a:txBody>
                    <a:bodyPr/>
                    <a:lstStyle/>
                    <a:p>
                      <a:pPr algn="ctr"/>
                      <a:r>
                        <a:t>50</a:t>
                      </a:r>
                    </a:p>
                  </a:txBody>
                  <a:tcPr/>
                </a:tc>
                <a:tc>
                  <a:txBody>
                    <a:bodyPr/>
                    <a:lstStyle/>
                    <a:p>
                      <a:pPr algn="ctr"/>
                      <a:r>
                        <a:t>0</a:t>
                      </a:r>
                    </a:p>
                  </a:txBody>
                  <a:tcPr/>
                </a:tc>
                <a:extLst>
                  <a:ext uri="{0D108BD9-81ED-4DB2-BD59-A6C34878D82A}">
                    <a16:rowId xmlns:a16="http://schemas.microsoft.com/office/drawing/2014/main" val="10002"/>
                  </a:ext>
                </a:extLst>
              </a:tr>
              <a:tr h="522514">
                <a:tc>
                  <a:txBody>
                    <a:bodyPr/>
                    <a:lstStyle/>
                    <a:p>
                      <a:pPr algn="ctr"/>
                      <a:r>
                        <a:t>PS_1_5</a:t>
                      </a:r>
                    </a:p>
                  </a:txBody>
                  <a:tcPr/>
                </a:tc>
                <a:tc>
                  <a:txBody>
                    <a:bodyPr/>
                    <a:lstStyle/>
                    <a:p>
                      <a:pPr algn="ctr"/>
                      <a:r>
                        <a:t>1.75π</a:t>
                      </a:r>
                    </a:p>
                  </a:txBody>
                  <a:tcPr/>
                </a:tc>
                <a:tc>
                  <a:txBody>
                    <a:bodyPr/>
                    <a:lstStyle/>
                    <a:p>
                      <a:pPr algn="ctr"/>
                      <a:r>
                        <a:t>315°</a:t>
                      </a:r>
                    </a:p>
                  </a:txBody>
                  <a:tcPr/>
                </a:tc>
                <a:tc>
                  <a:txBody>
                    <a:bodyPr/>
                    <a:lstStyle/>
                    <a:p>
                      <a:pPr algn="ctr"/>
                      <a:r>
                        <a:t>0.875</a:t>
                      </a:r>
                    </a:p>
                  </a:txBody>
                  <a:tcPr/>
                </a:tc>
                <a:tc>
                  <a:txBody>
                    <a:bodyPr/>
                    <a:lstStyle/>
                    <a:p>
                      <a:pPr algn="ctr"/>
                      <a:r>
                        <a:t>100</a:t>
                      </a:r>
                    </a:p>
                  </a:txBody>
                  <a:tcPr/>
                </a:tc>
                <a:tc>
                  <a:txBody>
                    <a:bodyPr/>
                    <a:lstStyle/>
                    <a:p>
                      <a:pPr algn="ctr"/>
                      <a:r>
                        <a:t>87.5</a:t>
                      </a:r>
                    </a:p>
                  </a:txBody>
                  <a:tcPr/>
                </a:tc>
                <a:extLst>
                  <a:ext uri="{0D108BD9-81ED-4DB2-BD59-A6C34878D82A}">
                    <a16:rowId xmlns:a16="http://schemas.microsoft.com/office/drawing/2014/main" val="10003"/>
                  </a:ext>
                </a:extLst>
              </a:tr>
              <a:tr h="522514">
                <a:tc>
                  <a:txBody>
                    <a:bodyPr/>
                    <a:lstStyle/>
                    <a:p>
                      <a:pPr algn="ctr"/>
                      <a:r>
                        <a:t>PS_3_7</a:t>
                      </a:r>
                    </a:p>
                  </a:txBody>
                  <a:tcPr/>
                </a:tc>
                <a:tc>
                  <a:txBody>
                    <a:bodyPr/>
                    <a:lstStyle/>
                    <a:p>
                      <a:pPr algn="ctr"/>
                      <a:r>
                        <a:t>1.25π</a:t>
                      </a:r>
                    </a:p>
                  </a:txBody>
                  <a:tcPr/>
                </a:tc>
                <a:tc>
                  <a:txBody>
                    <a:bodyPr/>
                    <a:lstStyle/>
                    <a:p>
                      <a:pPr algn="ctr"/>
                      <a:r>
                        <a:t>225°</a:t>
                      </a:r>
                    </a:p>
                  </a:txBody>
                  <a:tcPr/>
                </a:tc>
                <a:tc>
                  <a:txBody>
                    <a:bodyPr/>
                    <a:lstStyle/>
                    <a:p>
                      <a:pPr algn="ctr"/>
                      <a:r>
                        <a:t>0.625</a:t>
                      </a:r>
                    </a:p>
                  </a:txBody>
                  <a:tcPr/>
                </a:tc>
                <a:tc>
                  <a:txBody>
                    <a:bodyPr/>
                    <a:lstStyle/>
                    <a:p>
                      <a:pPr algn="ctr"/>
                      <a:r>
                        <a:t>100</a:t>
                      </a:r>
                    </a:p>
                  </a:txBody>
                  <a:tcPr/>
                </a:tc>
                <a:tc>
                  <a:txBody>
                    <a:bodyPr/>
                    <a:lstStyle/>
                    <a:p>
                      <a:pPr algn="ctr"/>
                      <a:r>
                        <a:t>62.5</a:t>
                      </a:r>
                    </a:p>
                  </a:txBody>
                  <a:tcPr/>
                </a:tc>
                <a:extLst>
                  <a:ext uri="{0D108BD9-81ED-4DB2-BD59-A6C34878D82A}">
                    <a16:rowId xmlns:a16="http://schemas.microsoft.com/office/drawing/2014/main" val="10004"/>
                  </a:ext>
                </a:extLst>
              </a:tr>
              <a:tr h="522514">
                <a:tc>
                  <a:txBody>
                    <a:bodyPr/>
                    <a:lstStyle/>
                    <a:p>
                      <a:pPr algn="ctr"/>
                      <a:r>
                        <a:t>PS_2_6</a:t>
                      </a:r>
                    </a:p>
                  </a:txBody>
                  <a:tcPr/>
                </a:tc>
                <a:tc>
                  <a:txBody>
                    <a:bodyPr/>
                    <a:lstStyle/>
                    <a:p>
                      <a:pPr algn="ctr"/>
                      <a:r>
                        <a:t>1.5π</a:t>
                      </a:r>
                    </a:p>
                  </a:txBody>
                  <a:tcPr/>
                </a:tc>
                <a:tc>
                  <a:txBody>
                    <a:bodyPr/>
                    <a:lstStyle/>
                    <a:p>
                      <a:pPr algn="ctr"/>
                      <a:r>
                        <a:t>270°</a:t>
                      </a:r>
                    </a:p>
                  </a:txBody>
                  <a:tcPr/>
                </a:tc>
                <a:tc>
                  <a:txBody>
                    <a:bodyPr/>
                    <a:lstStyle/>
                    <a:p>
                      <a:pPr algn="ctr"/>
                      <a:r>
                        <a:t>0.75</a:t>
                      </a:r>
                    </a:p>
                  </a:txBody>
                  <a:tcPr/>
                </a:tc>
                <a:tc>
                  <a:txBody>
                    <a:bodyPr/>
                    <a:lstStyle/>
                    <a:p>
                      <a:pPr algn="ctr"/>
                      <a:r>
                        <a:t>100</a:t>
                      </a:r>
                    </a:p>
                  </a:txBody>
                  <a:tcPr/>
                </a:tc>
                <a:tc>
                  <a:txBody>
                    <a:bodyPr/>
                    <a:lstStyle/>
                    <a:p>
                      <a:pPr algn="ctr"/>
                      <a:r>
                        <a:t>75</a:t>
                      </a:r>
                    </a:p>
                  </a:txBody>
                  <a:tcPr/>
                </a:tc>
                <a:extLst>
                  <a:ext uri="{0D108BD9-81ED-4DB2-BD59-A6C34878D82A}">
                    <a16:rowId xmlns:a16="http://schemas.microsoft.com/office/drawing/2014/main" val="10005"/>
                  </a:ext>
                </a:extLst>
              </a:tr>
              <a:tr h="522516">
                <a:tc>
                  <a:txBody>
                    <a:bodyPr/>
                    <a:lstStyle/>
                    <a:p>
                      <a:pPr algn="ctr"/>
                      <a:r>
                        <a:t>PS_4_8</a:t>
                      </a:r>
                    </a:p>
                  </a:txBody>
                  <a:tcPr/>
                </a:tc>
                <a:tc>
                  <a:txBody>
                    <a:bodyPr/>
                    <a:lstStyle/>
                    <a:p>
                      <a:pPr algn="ctr"/>
                      <a:r>
                        <a:t>π</a:t>
                      </a:r>
                    </a:p>
                  </a:txBody>
                  <a:tcPr/>
                </a:tc>
                <a:tc>
                  <a:txBody>
                    <a:bodyPr/>
                    <a:lstStyle/>
                    <a:p>
                      <a:pPr algn="ctr"/>
                      <a:r>
                        <a:t>180°</a:t>
                      </a:r>
                    </a:p>
                  </a:txBody>
                  <a:tcPr/>
                </a:tc>
                <a:tc>
                  <a:txBody>
                    <a:bodyPr/>
                    <a:lstStyle/>
                    <a:p>
                      <a:pPr algn="ctr"/>
                      <a:r>
                        <a:t>0.5</a:t>
                      </a:r>
                    </a:p>
                  </a:txBody>
                  <a:tcPr/>
                </a:tc>
                <a:tc>
                  <a:txBody>
                    <a:bodyPr/>
                    <a:lstStyle/>
                    <a:p>
                      <a:pPr algn="ctr"/>
                      <a:r>
                        <a:t>100</a:t>
                      </a:r>
                    </a:p>
                  </a:txBody>
                  <a:tcPr/>
                </a:tc>
                <a:tc>
                  <a:txBody>
                    <a:bodyPr/>
                    <a:lstStyle/>
                    <a:p>
                      <a:pPr algn="ctr"/>
                      <a:r>
                        <a:t>50</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70346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92AF2-E0F9-1C67-06EA-7693587C4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899147-942F-CC20-0C7F-9092A5466367}"/>
              </a:ext>
            </a:extLst>
          </p:cNvPr>
          <p:cNvSpPr>
            <a:spLocks noGrp="1"/>
          </p:cNvSpPr>
          <p:nvPr>
            <p:ph type="title"/>
          </p:nvPr>
        </p:nvSpPr>
        <p:spPr>
          <a:xfrm>
            <a:off x="891713" y="773699"/>
            <a:ext cx="10544383" cy="599007"/>
          </a:xfrm>
        </p:spPr>
        <p:txBody>
          <a:bodyPr/>
          <a:lstStyle/>
          <a:p>
            <a:r>
              <a:rPr lang="es-ES" dirty="0"/>
              <a:t>L</a:t>
            </a:r>
            <a:r>
              <a:rPr lang="es-ES" noProof="0" dirty="0" err="1"/>
              <a:t>ayout</a:t>
            </a:r>
            <a:r>
              <a:rPr lang="es-ES" noProof="0" dirty="0"/>
              <a:t>:</a:t>
            </a:r>
            <a:endParaRPr lang="es-CO" noProof="0" dirty="0"/>
          </a:p>
        </p:txBody>
      </p:sp>
      <p:sp>
        <p:nvSpPr>
          <p:cNvPr id="4" name="Slide Number Placeholder 3">
            <a:extLst>
              <a:ext uri="{FF2B5EF4-FFF2-40B4-BE49-F238E27FC236}">
                <a16:creationId xmlns:a16="http://schemas.microsoft.com/office/drawing/2014/main" id="{DAF2C6B8-8B5D-1CB6-B16C-0F2F35E70E98}"/>
              </a:ext>
            </a:extLst>
          </p:cNvPr>
          <p:cNvSpPr>
            <a:spLocks noGrp="1"/>
          </p:cNvSpPr>
          <p:nvPr>
            <p:ph type="sldNum" sz="quarter" idx="12"/>
          </p:nvPr>
        </p:nvSpPr>
        <p:spPr/>
        <p:txBody>
          <a:bodyPr/>
          <a:lstStyle/>
          <a:p>
            <a:fld id="{D637F8FC-4B86-4690-8888-22AB2F781BEF}" type="slidenum">
              <a:rPr lang="es-CO" noProof="0" smtClean="0"/>
              <a:pPr/>
              <a:t>19</a:t>
            </a:fld>
            <a:endParaRPr lang="es-CO" noProof="0" dirty="0"/>
          </a:p>
        </p:txBody>
      </p:sp>
      <p:sp>
        <p:nvSpPr>
          <p:cNvPr id="7" name="Date Placeholder 6">
            <a:extLst>
              <a:ext uri="{FF2B5EF4-FFF2-40B4-BE49-F238E27FC236}">
                <a16:creationId xmlns:a16="http://schemas.microsoft.com/office/drawing/2014/main" id="{189924B1-C73F-647C-3F72-2E9237CE9E12}"/>
              </a:ext>
            </a:extLst>
          </p:cNvPr>
          <p:cNvSpPr>
            <a:spLocks noGrp="1"/>
          </p:cNvSpPr>
          <p:nvPr>
            <p:ph type="dt" sz="half" idx="2"/>
          </p:nvPr>
        </p:nvSpPr>
        <p:spPr/>
        <p:txBody>
          <a:bodyPr/>
          <a:lstStyle/>
          <a:p>
            <a:fld id="{39E18374-368A-4A3E-9C13-EFB00A3C21AB}" type="datetime1">
              <a:rPr lang="es-CO" noProof="0" smtClean="0"/>
              <a:t>6/05/2026</a:t>
            </a:fld>
            <a:endParaRPr lang="es-CO" noProof="0" dirty="0"/>
          </a:p>
        </p:txBody>
      </p:sp>
      <p:pic>
        <p:nvPicPr>
          <p:cNvPr id="6" name="Imagen 5">
            <a:extLst>
              <a:ext uri="{FF2B5EF4-FFF2-40B4-BE49-F238E27FC236}">
                <a16:creationId xmlns:a16="http://schemas.microsoft.com/office/drawing/2014/main" id="{E608EE03-6D6A-A3B9-C8C4-93EF9FFF676D}"/>
              </a:ext>
            </a:extLst>
          </p:cNvPr>
          <p:cNvPicPr>
            <a:picLocks noChangeAspect="1"/>
          </p:cNvPicPr>
          <p:nvPr/>
        </p:nvPicPr>
        <p:blipFill>
          <a:blip r:embed="rId3"/>
          <a:stretch>
            <a:fillRect/>
          </a:stretch>
        </p:blipFill>
        <p:spPr>
          <a:xfrm>
            <a:off x="891713" y="1522057"/>
            <a:ext cx="6252029" cy="4719669"/>
          </a:xfrm>
          <a:prstGeom prst="rect">
            <a:avLst/>
          </a:prstGeom>
        </p:spPr>
      </p:pic>
      <p:pic>
        <p:nvPicPr>
          <p:cNvPr id="11" name="Imagen 10">
            <a:extLst>
              <a:ext uri="{FF2B5EF4-FFF2-40B4-BE49-F238E27FC236}">
                <a16:creationId xmlns:a16="http://schemas.microsoft.com/office/drawing/2014/main" id="{AE5E76A3-455A-43DC-674D-E041C08AD2ED}"/>
              </a:ext>
            </a:extLst>
          </p:cNvPr>
          <p:cNvPicPr>
            <a:picLocks noChangeAspect="1"/>
          </p:cNvPicPr>
          <p:nvPr/>
        </p:nvPicPr>
        <p:blipFill>
          <a:blip r:embed="rId4"/>
          <a:stretch>
            <a:fillRect/>
          </a:stretch>
        </p:blipFill>
        <p:spPr>
          <a:xfrm>
            <a:off x="7143742" y="1522057"/>
            <a:ext cx="4010487" cy="3027525"/>
          </a:xfrm>
          <a:prstGeom prst="rect">
            <a:avLst/>
          </a:prstGeom>
        </p:spPr>
      </p:pic>
    </p:spTree>
    <p:extLst>
      <p:ext uri="{BB962C8B-B14F-4D97-AF65-F5344CB8AC3E}">
        <p14:creationId xmlns:p14="http://schemas.microsoft.com/office/powerpoint/2010/main" val="2637760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FF314-D1A8-3FD8-C091-312DE58BD20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E3587DF-CD4F-B4F9-FB36-15D56554B12A}"/>
              </a:ext>
            </a:extLst>
          </p:cNvPr>
          <p:cNvSpPr>
            <a:spLocks noGrp="1"/>
          </p:cNvSpPr>
          <p:nvPr>
            <p:ph type="ftr" sz="quarter" idx="10"/>
          </p:nvPr>
        </p:nvSpPr>
        <p:spPr/>
        <p:txBody>
          <a:bodyPr/>
          <a:lstStyle/>
          <a:p>
            <a:r>
              <a:rPr lang="es-CO" noProof="0" dirty="0"/>
              <a:t>Pie de página</a:t>
            </a:r>
          </a:p>
        </p:txBody>
      </p:sp>
      <p:sp>
        <p:nvSpPr>
          <p:cNvPr id="4" name="Slide Number Placeholder 3">
            <a:extLst>
              <a:ext uri="{FF2B5EF4-FFF2-40B4-BE49-F238E27FC236}">
                <a16:creationId xmlns:a16="http://schemas.microsoft.com/office/drawing/2014/main" id="{E6A37581-6CB9-FA49-310D-81BC73B50A3A}"/>
              </a:ext>
            </a:extLst>
          </p:cNvPr>
          <p:cNvSpPr>
            <a:spLocks noGrp="1"/>
          </p:cNvSpPr>
          <p:nvPr>
            <p:ph type="sldNum" sz="quarter" idx="11"/>
          </p:nvPr>
        </p:nvSpPr>
        <p:spPr/>
        <p:txBody>
          <a:bodyPr/>
          <a:lstStyle/>
          <a:p>
            <a:fld id="{D637F8FC-4B86-4690-8888-22AB2F781BEF}" type="slidenum">
              <a:rPr lang="es-CO" noProof="0" smtClean="0"/>
              <a:pPr/>
              <a:t>20</a:t>
            </a:fld>
            <a:endParaRPr lang="es-CO" noProof="0" dirty="0"/>
          </a:p>
        </p:txBody>
      </p:sp>
      <p:sp>
        <p:nvSpPr>
          <p:cNvPr id="8" name="Title 7">
            <a:extLst>
              <a:ext uri="{FF2B5EF4-FFF2-40B4-BE49-F238E27FC236}">
                <a16:creationId xmlns:a16="http://schemas.microsoft.com/office/drawing/2014/main" id="{615B84D3-5BE7-D797-B8C6-A46A324EAF28}"/>
              </a:ext>
            </a:extLst>
          </p:cNvPr>
          <p:cNvSpPr>
            <a:spLocks noGrp="1"/>
          </p:cNvSpPr>
          <p:nvPr>
            <p:ph type="title"/>
          </p:nvPr>
        </p:nvSpPr>
        <p:spPr/>
        <p:txBody>
          <a:bodyPr/>
          <a:lstStyle/>
          <a:p>
            <a:r>
              <a:rPr lang="es-CO" b="0" dirty="0" err="1"/>
              <a:t>Conclusions</a:t>
            </a:r>
            <a:r>
              <a:rPr lang="es-ES" noProof="0" dirty="0"/>
              <a:t>:</a:t>
            </a:r>
            <a:endParaRPr lang="es-CO" noProof="0" dirty="0"/>
          </a:p>
        </p:txBody>
      </p:sp>
      <p:sp>
        <p:nvSpPr>
          <p:cNvPr id="7" name="Date Placeholder 6">
            <a:extLst>
              <a:ext uri="{FF2B5EF4-FFF2-40B4-BE49-F238E27FC236}">
                <a16:creationId xmlns:a16="http://schemas.microsoft.com/office/drawing/2014/main" id="{24B999F1-F2DD-373B-F77A-8A25902B4CCC}"/>
              </a:ext>
            </a:extLst>
          </p:cNvPr>
          <p:cNvSpPr>
            <a:spLocks noGrp="1"/>
          </p:cNvSpPr>
          <p:nvPr>
            <p:ph type="dt" sz="half" idx="2"/>
          </p:nvPr>
        </p:nvSpPr>
        <p:spPr/>
        <p:txBody>
          <a:bodyPr/>
          <a:lstStyle/>
          <a:p>
            <a:fld id="{39E18374-368A-4A3E-9C13-EFB00A3C21AB}" type="datetime1">
              <a:rPr lang="es-CO" noProof="0" smtClean="0"/>
              <a:t>6/05/2026</a:t>
            </a:fld>
            <a:endParaRPr lang="es-CO" noProof="0" dirty="0"/>
          </a:p>
        </p:txBody>
      </p:sp>
      <p:sp>
        <p:nvSpPr>
          <p:cNvPr id="5" name="TextBox 4">
            <a:extLst>
              <a:ext uri="{FF2B5EF4-FFF2-40B4-BE49-F238E27FC236}">
                <a16:creationId xmlns:a16="http://schemas.microsoft.com/office/drawing/2014/main" id="{4A5754DA-D16E-AFA8-AF36-108A005B9101}"/>
              </a:ext>
            </a:extLst>
          </p:cNvPr>
          <p:cNvSpPr txBox="1"/>
          <p:nvPr/>
        </p:nvSpPr>
        <p:spPr>
          <a:xfrm>
            <a:off x="580799" y="1638169"/>
            <a:ext cx="11166210" cy="2686056"/>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en-US" kern="100" dirty="0">
                <a:latin typeface="Aptos" panose="020B0004020202020204" pitchFamily="34" charset="0"/>
                <a:cs typeface="Times New Roman" panose="02020603050405020304" pitchFamily="18" charset="0"/>
              </a:rPr>
              <a:t>This work allowed us to see how each stage in WDM design is important, since the number and configuration of these stages directly determine the number of wavelengths that can be multiplexed or demultiplexed.</a:t>
            </a:r>
          </a:p>
          <a:p>
            <a:pPr marL="285750" indent="-285750" algn="just">
              <a:buFont typeface="Arial" panose="020B0604020202020204" pitchFamily="34" charset="0"/>
              <a:buChar char="•"/>
            </a:pPr>
            <a:endParaRPr lang="es-CO" dirty="0"/>
          </a:p>
          <a:p>
            <a:pPr marL="285750" indent="-285750" algn="just">
              <a:lnSpc>
                <a:spcPct val="115000"/>
              </a:lnSpc>
              <a:spcAft>
                <a:spcPts val="800"/>
              </a:spcAft>
              <a:buFont typeface="Arial" panose="020B0604020202020204" pitchFamily="34" charset="0"/>
              <a:buChar char="•"/>
            </a:pPr>
            <a:r>
              <a:rPr lang="en-US" kern="100" dirty="0">
                <a:latin typeface="Aptos" panose="020B0004020202020204" pitchFamily="34" charset="0"/>
                <a:cs typeface="Times New Roman" panose="02020603050405020304" pitchFamily="18" charset="0"/>
              </a:rPr>
              <a:t>Likewise, phase-shifter filters play a fundamental role, as they allow for the proper selection and filtering of wavelengths. This enables the efficient use of power division in the Mach-Zehnder interferometer (MZI), at both the upper and lower outputs. Furthermore, in a real-world manufacturing scenario, these elements offer the possibility of calibrating the device to compensate for deviations or imperfections introduced during the manufacturing process.</a:t>
            </a:r>
            <a:endParaRPr lang="es-CO" kern="10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99037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7">
            <a:extLst>
              <a:ext uri="{FF2B5EF4-FFF2-40B4-BE49-F238E27FC236}">
                <a16:creationId xmlns:a16="http://schemas.microsoft.com/office/drawing/2014/main" id="{AD1A6276-F5DE-B46B-F70D-A88F492EB595}"/>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t="32924" b="32924"/>
          <a:stretch/>
        </p:blipFill>
        <p:spPr>
          <a:xfrm flipH="1">
            <a:off x="3944938" y="2636874"/>
            <a:ext cx="8247062" cy="1584290"/>
          </a:xfrm>
        </p:spPr>
      </p:pic>
      <p:sp>
        <p:nvSpPr>
          <p:cNvPr id="5" name="Título 3">
            <a:extLst>
              <a:ext uri="{FF2B5EF4-FFF2-40B4-BE49-F238E27FC236}">
                <a16:creationId xmlns:a16="http://schemas.microsoft.com/office/drawing/2014/main" id="{53CF8070-9D1C-36E9-2E9E-7CC838ED93E3}"/>
              </a:ext>
            </a:extLst>
          </p:cNvPr>
          <p:cNvSpPr>
            <a:spLocks noGrp="1"/>
          </p:cNvSpPr>
          <p:nvPr>
            <p:ph type="title"/>
          </p:nvPr>
        </p:nvSpPr>
        <p:spPr>
          <a:xfrm>
            <a:off x="5486049" y="3182778"/>
            <a:ext cx="3324005" cy="492443"/>
          </a:xfrm>
        </p:spPr>
        <p:txBody>
          <a:bodyPr/>
          <a:lstStyle/>
          <a:p>
            <a:r>
              <a:rPr lang="es-ES" sz="3200">
                <a:latin typeface="IBM Plex Sans SemiBold" panose="020B0703050203000203" pitchFamily="34" charset="0"/>
              </a:rPr>
              <a:t>Gracias</a:t>
            </a:r>
          </a:p>
        </p:txBody>
      </p:sp>
    </p:spTree>
    <p:extLst>
      <p:ext uri="{BB962C8B-B14F-4D97-AF65-F5344CB8AC3E}">
        <p14:creationId xmlns:p14="http://schemas.microsoft.com/office/powerpoint/2010/main" val="2302334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ncaseVTI">
  <a:themeElements>
    <a:clrScheme name="PIC-UPV">
      <a:dk1>
        <a:srgbClr val="000000"/>
      </a:dk1>
      <a:lt1>
        <a:srgbClr val="FFFFFF"/>
      </a:lt1>
      <a:dk2>
        <a:srgbClr val="CCB658"/>
      </a:dk2>
      <a:lt2>
        <a:srgbClr val="F2F2F2"/>
      </a:lt2>
      <a:accent1>
        <a:srgbClr val="CCB658"/>
      </a:accent1>
      <a:accent2>
        <a:srgbClr val="000000"/>
      </a:accent2>
      <a:accent3>
        <a:srgbClr val="595959"/>
      </a:accent3>
      <a:accent4>
        <a:srgbClr val="F2F2F2"/>
      </a:accent4>
      <a:accent5>
        <a:srgbClr val="CCB658"/>
      </a:accent5>
      <a:accent6>
        <a:srgbClr val="000000"/>
      </a:accent6>
      <a:hlink>
        <a:srgbClr val="CCB658"/>
      </a:hlink>
      <a:folHlink>
        <a:srgbClr val="595959"/>
      </a:folHlink>
    </a:clrScheme>
    <a:fontScheme name="PIC-UPV">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 prueba PIC-UPV" id="{2F4E9BB9-98BC-4645-8FB3-93503AE10E14}" vid="{E864ECD6-9A64-49AE-8775-D77C03822F10}"/>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2174</Words>
  <Application>Microsoft Office PowerPoint</Application>
  <PresentationFormat>Widescreen</PresentationFormat>
  <Paragraphs>381</Paragraphs>
  <Slides>21</Slides>
  <Notes>14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Aptos</vt:lpstr>
      <vt:lpstr>Aptos Narrow</vt:lpstr>
      <vt:lpstr>Arial</vt:lpstr>
      <vt:lpstr>Calibri</vt:lpstr>
      <vt:lpstr>Cambria Math</vt:lpstr>
      <vt:lpstr>IBM Plex Sans</vt:lpstr>
      <vt:lpstr>IBM Plex Sans SemiBold</vt:lpstr>
      <vt:lpstr>Office Theme</vt:lpstr>
      <vt:lpstr>EncaseVTI</vt:lpstr>
      <vt:lpstr>Programmable Integrated Photonics</vt:lpstr>
      <vt:lpstr>Table of contents</vt:lpstr>
      <vt:lpstr>What is WDM?</vt:lpstr>
      <vt:lpstr>Examples of commercial WDMs</vt:lpstr>
      <vt:lpstr>Implementation of a WDM</vt:lpstr>
      <vt:lpstr>Implementation of a WDM</vt:lpstr>
      <vt:lpstr>WDM Network Architecture and Naming Conventions</vt:lpstr>
      <vt:lpstr>WDM Building blocks</vt:lpstr>
      <vt:lpstr>WDM Building blocks</vt:lpstr>
      <vt:lpstr>From Single MZI Response to Target Spectral Distribution</vt:lpstr>
      <vt:lpstr>Spectral Evolution Across MZI Stages</vt:lpstr>
      <vt:lpstr>Transfer Function</vt:lpstr>
      <vt:lpstr>Transfer Function</vt:lpstr>
      <vt:lpstr>Transfer Function</vt:lpstr>
      <vt:lpstr>Spectral Window Formation via Phase Shifting</vt:lpstr>
      <vt:lpstr>Spectral Window Formation via Phase Shifting</vt:lpstr>
      <vt:lpstr>Spectral Window Formation via Phase Shifting</vt:lpstr>
      <vt:lpstr>Phase Shift Adjustments </vt:lpstr>
      <vt:lpstr>Layout:</vt:lpstr>
      <vt:lpstr>Conclusions:</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Nicolás Ospina Mendivelso</cp:lastModifiedBy>
  <cp:revision>1</cp:revision>
  <dcterms:created xsi:type="dcterms:W3CDTF">2025-01-27T02:46:57Z</dcterms:created>
  <dcterms:modified xsi:type="dcterms:W3CDTF">2026-05-06T04:00:08Z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